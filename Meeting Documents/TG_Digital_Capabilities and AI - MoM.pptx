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6"/>
  </p:notesMasterIdLst>
  <p:sldIdLst>
    <p:sldId id="895" r:id="rId3"/>
    <p:sldId id="920" r:id="rId4"/>
    <p:sldId id="256" r:id="rId5"/>
    <p:sldId id="896" r:id="rId6"/>
    <p:sldId id="897" r:id="rId7"/>
    <p:sldId id="916" r:id="rId8"/>
    <p:sldId id="898" r:id="rId9"/>
    <p:sldId id="899" r:id="rId10"/>
    <p:sldId id="900" r:id="rId11"/>
    <p:sldId id="913" r:id="rId12"/>
    <p:sldId id="917" r:id="rId13"/>
    <p:sldId id="902" r:id="rId14"/>
    <p:sldId id="903" r:id="rId15"/>
    <p:sldId id="904" r:id="rId16"/>
    <p:sldId id="918" r:id="rId17"/>
    <p:sldId id="906" r:id="rId18"/>
    <p:sldId id="907" r:id="rId19"/>
    <p:sldId id="908" r:id="rId20"/>
    <p:sldId id="910" r:id="rId21"/>
    <p:sldId id="921" r:id="rId22"/>
    <p:sldId id="919" r:id="rId23"/>
    <p:sldId id="901" r:id="rId24"/>
    <p:sldId id="91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D7972D-26D7-47F1-A607-6FDF13A6087F}" v="4" dt="2026-10-21T14:16:56.9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298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customXml" Target="../customXml/item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customXml" Target="../customXml/item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36" Type="http://schemas.openxmlformats.org/officeDocument/2006/relationships/customXml" Target="../customXml/item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35" Type="http://schemas.openxmlformats.org/officeDocument/2006/relationships/customXml" Target="../customXml/item3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ne Djurhuus" userId="0bcb62a1-eba1-4abb-82ee-8067ef961803" providerId="ADAL" clId="{A66B22BF-3ECB-440B-84D1-C93321C9DD49}"/>
    <pc:docChg chg="undo custSel addSld delSld modSld sldOrd addSection delSection modNotesMaster">
      <pc:chgData name="Sune Djurhuus" userId="0bcb62a1-eba1-4abb-82ee-8067ef961803" providerId="ADAL" clId="{A66B22BF-3ECB-440B-84D1-C93321C9DD49}" dt="2026-10-21T14:28:39.679" v="3131" actId="20577"/>
      <pc:docMkLst>
        <pc:docMk/>
      </pc:docMkLst>
      <pc:sldChg chg="modSp mod">
        <pc:chgData name="Sune Djurhuus" userId="0bcb62a1-eba1-4abb-82ee-8067ef961803" providerId="ADAL" clId="{A66B22BF-3ECB-440B-84D1-C93321C9DD49}" dt="2026-10-21T09:37:10.503" v="2523" actId="1076"/>
        <pc:sldMkLst>
          <pc:docMk/>
          <pc:sldMk cId="1728503610" sldId="256"/>
        </pc:sldMkLst>
        <pc:spChg chg="mod">
          <ac:chgData name="Sune Djurhuus" userId="0bcb62a1-eba1-4abb-82ee-8067ef961803" providerId="ADAL" clId="{A66B22BF-3ECB-440B-84D1-C93321C9DD49}" dt="2026-10-21T09:37:10.503" v="2523" actId="1076"/>
          <ac:spMkLst>
            <pc:docMk/>
            <pc:sldMk cId="1728503610" sldId="256"/>
            <ac:spMk id="7" creationId="{76079BFE-CD69-F9F6-3F92-A2A81A66924E}"/>
          </ac:spMkLst>
        </pc:spChg>
      </pc:sldChg>
      <pc:sldChg chg="modSp mod">
        <pc:chgData name="Sune Djurhuus" userId="0bcb62a1-eba1-4abb-82ee-8067ef961803" providerId="ADAL" clId="{A66B22BF-3ECB-440B-84D1-C93321C9DD49}" dt="2026-10-19T07:38:25.357" v="2463" actId="20577"/>
        <pc:sldMkLst>
          <pc:docMk/>
          <pc:sldMk cId="1457920150" sldId="895"/>
        </pc:sldMkLst>
        <pc:spChg chg="mod">
          <ac:chgData name="Sune Djurhuus" userId="0bcb62a1-eba1-4abb-82ee-8067ef961803" providerId="ADAL" clId="{A66B22BF-3ECB-440B-84D1-C93321C9DD49}" dt="2026-10-19T07:38:25.357" v="2463" actId="20577"/>
          <ac:spMkLst>
            <pc:docMk/>
            <pc:sldMk cId="1457920150" sldId="895"/>
            <ac:spMk id="2" creationId="{C30E6469-B946-43BC-8ADE-5F65E9B9C4AB}"/>
          </ac:spMkLst>
        </pc:spChg>
      </pc:sldChg>
      <pc:sldChg chg="modSp mod">
        <pc:chgData name="Sune Djurhuus" userId="0bcb62a1-eba1-4abb-82ee-8067ef961803" providerId="ADAL" clId="{A66B22BF-3ECB-440B-84D1-C93321C9DD49}" dt="2026-10-19T07:09:45.083" v="2375" actId="12"/>
        <pc:sldMkLst>
          <pc:docMk/>
          <pc:sldMk cId="1579629991" sldId="896"/>
        </pc:sldMkLst>
        <pc:spChg chg="mod">
          <ac:chgData name="Sune Djurhuus" userId="0bcb62a1-eba1-4abb-82ee-8067ef961803" providerId="ADAL" clId="{A66B22BF-3ECB-440B-84D1-C93321C9DD49}" dt="2026-10-19T07:09:45.083" v="2375" actId="12"/>
          <ac:spMkLst>
            <pc:docMk/>
            <pc:sldMk cId="1579629991" sldId="896"/>
            <ac:spMk id="6" creationId="{1C1D15C7-A38F-BBCB-C51D-94CAE5FB1A30}"/>
          </ac:spMkLst>
        </pc:spChg>
      </pc:sldChg>
      <pc:sldChg chg="modSp mod">
        <pc:chgData name="Sune Djurhuus" userId="0bcb62a1-eba1-4abb-82ee-8067ef961803" providerId="ADAL" clId="{A66B22BF-3ECB-440B-84D1-C93321C9DD49}" dt="2026-10-19T07:11:01.618" v="2394" actId="6549"/>
        <pc:sldMkLst>
          <pc:docMk/>
          <pc:sldMk cId="1655801626" sldId="898"/>
        </pc:sldMkLst>
        <pc:spChg chg="mod">
          <ac:chgData name="Sune Djurhuus" userId="0bcb62a1-eba1-4abb-82ee-8067ef961803" providerId="ADAL" clId="{A66B22BF-3ECB-440B-84D1-C93321C9DD49}" dt="2026-10-19T07:11:01.618" v="2394" actId="6549"/>
          <ac:spMkLst>
            <pc:docMk/>
            <pc:sldMk cId="1655801626" sldId="898"/>
            <ac:spMk id="3" creationId="{64BF0A87-E54E-9CFE-E0EA-EED32AA742B0}"/>
          </ac:spMkLst>
        </pc:spChg>
      </pc:sldChg>
      <pc:sldChg chg="modSp mod">
        <pc:chgData name="Sune Djurhuus" userId="0bcb62a1-eba1-4abb-82ee-8067ef961803" providerId="ADAL" clId="{A66B22BF-3ECB-440B-84D1-C93321C9DD49}" dt="2026-10-19T07:11:11.125" v="2395" actId="12"/>
        <pc:sldMkLst>
          <pc:docMk/>
          <pc:sldMk cId="3804770709" sldId="899"/>
        </pc:sldMkLst>
        <pc:spChg chg="mod">
          <ac:chgData name="Sune Djurhuus" userId="0bcb62a1-eba1-4abb-82ee-8067ef961803" providerId="ADAL" clId="{A66B22BF-3ECB-440B-84D1-C93321C9DD49}" dt="2026-10-19T07:11:11.125" v="2395" actId="12"/>
          <ac:spMkLst>
            <pc:docMk/>
            <pc:sldMk cId="3804770709" sldId="899"/>
            <ac:spMk id="3" creationId="{97F46877-A0C8-D682-077B-1FF42C0A9209}"/>
          </ac:spMkLst>
        </pc:spChg>
      </pc:sldChg>
      <pc:sldChg chg="modSp mod">
        <pc:chgData name="Sune Djurhuus" userId="0bcb62a1-eba1-4abb-82ee-8067ef961803" providerId="ADAL" clId="{A66B22BF-3ECB-440B-84D1-C93321C9DD49}" dt="2026-10-19T07:11:18.569" v="2396" actId="12"/>
        <pc:sldMkLst>
          <pc:docMk/>
          <pc:sldMk cId="3543411441" sldId="900"/>
        </pc:sldMkLst>
        <pc:spChg chg="mod">
          <ac:chgData name="Sune Djurhuus" userId="0bcb62a1-eba1-4abb-82ee-8067ef961803" providerId="ADAL" clId="{A66B22BF-3ECB-440B-84D1-C93321C9DD49}" dt="2026-10-19T07:11:18.569" v="2396" actId="12"/>
          <ac:spMkLst>
            <pc:docMk/>
            <pc:sldMk cId="3543411441" sldId="900"/>
            <ac:spMk id="3" creationId="{E873216B-F562-F2CF-3748-0892E2D32970}"/>
          </ac:spMkLst>
        </pc:spChg>
      </pc:sldChg>
      <pc:sldChg chg="ord">
        <pc:chgData name="Sune Djurhuus" userId="0bcb62a1-eba1-4abb-82ee-8067ef961803" providerId="ADAL" clId="{A66B22BF-3ECB-440B-84D1-C93321C9DD49}" dt="2026-10-19T07:06:56.211" v="2372"/>
        <pc:sldMkLst>
          <pc:docMk/>
          <pc:sldMk cId="3905524617" sldId="901"/>
        </pc:sldMkLst>
      </pc:sldChg>
      <pc:sldChg chg="addSp modSp add">
        <pc:chgData name="Sune Djurhuus" userId="0bcb62a1-eba1-4abb-82ee-8067ef961803" providerId="ADAL" clId="{A66B22BF-3ECB-440B-84D1-C93321C9DD49}" dt="2026-10-07T12:50:40.729" v="2"/>
        <pc:sldMkLst>
          <pc:docMk/>
          <pc:sldMk cId="3040919840" sldId="906"/>
        </pc:sldMkLst>
        <pc:spChg chg="mod">
          <ac:chgData name="Sune Djurhuus" userId="0bcb62a1-eba1-4abb-82ee-8067ef961803" providerId="ADAL" clId="{A66B22BF-3ECB-440B-84D1-C93321C9DD49}" dt="2026-10-07T12:50:25.534" v="1"/>
          <ac:spMkLst>
            <pc:docMk/>
            <pc:sldMk cId="3040919840" sldId="906"/>
            <ac:spMk id="3" creationId="{77113210-E108-EEFB-CA08-7FC4206AD50D}"/>
          </ac:spMkLst>
        </pc:spChg>
        <pc:picChg chg="add">
          <ac:chgData name="Sune Djurhuus" userId="0bcb62a1-eba1-4abb-82ee-8067ef961803" providerId="ADAL" clId="{A66B22BF-3ECB-440B-84D1-C93321C9DD49}" dt="2026-10-07T12:50:40.729" v="2"/>
          <ac:picMkLst>
            <pc:docMk/>
            <pc:sldMk cId="3040919840" sldId="906"/>
            <ac:picMk id="4" creationId="{34C48FC2-04C5-3976-5A73-759D18BB3696}"/>
          </ac:picMkLst>
        </pc:picChg>
      </pc:sldChg>
      <pc:sldChg chg="addSp modSp add">
        <pc:chgData name="Sune Djurhuus" userId="0bcb62a1-eba1-4abb-82ee-8067ef961803" providerId="ADAL" clId="{A66B22BF-3ECB-440B-84D1-C93321C9DD49}" dt="2026-10-07T12:53:34.761" v="7"/>
        <pc:sldMkLst>
          <pc:docMk/>
          <pc:sldMk cId="860510509" sldId="907"/>
        </pc:sldMkLst>
        <pc:spChg chg="mod">
          <ac:chgData name="Sune Djurhuus" userId="0bcb62a1-eba1-4abb-82ee-8067ef961803" providerId="ADAL" clId="{A66B22BF-3ECB-440B-84D1-C93321C9DD49}" dt="2026-10-07T12:53:34.761" v="7"/>
          <ac:spMkLst>
            <pc:docMk/>
            <pc:sldMk cId="860510509" sldId="907"/>
            <ac:spMk id="3" creationId="{A7771454-F2DE-5383-04DF-5FE9759F0CBB}"/>
          </ac:spMkLst>
        </pc:spChg>
        <pc:spChg chg="mod">
          <ac:chgData name="Sune Djurhuus" userId="0bcb62a1-eba1-4abb-82ee-8067ef961803" providerId="ADAL" clId="{A66B22BF-3ECB-440B-84D1-C93321C9DD49}" dt="2026-10-07T12:51:07.405" v="5"/>
          <ac:spMkLst>
            <pc:docMk/>
            <pc:sldMk cId="860510509" sldId="907"/>
            <ac:spMk id="7" creationId="{FBE03A29-145F-C905-8F70-7B3C0F3CAE05}"/>
          </ac:spMkLst>
        </pc:spChg>
        <pc:picChg chg="add">
          <ac:chgData name="Sune Djurhuus" userId="0bcb62a1-eba1-4abb-82ee-8067ef961803" providerId="ADAL" clId="{A66B22BF-3ECB-440B-84D1-C93321C9DD49}" dt="2026-10-07T12:50:46.921" v="3"/>
          <ac:picMkLst>
            <pc:docMk/>
            <pc:sldMk cId="860510509" sldId="907"/>
            <ac:picMk id="4" creationId="{48CF296F-2A55-F4B7-A5AD-C01C509B6972}"/>
          </ac:picMkLst>
        </pc:picChg>
      </pc:sldChg>
      <pc:sldChg chg="addSp modSp add">
        <pc:chgData name="Sune Djurhuus" userId="0bcb62a1-eba1-4abb-82ee-8067ef961803" providerId="ADAL" clId="{A66B22BF-3ECB-440B-84D1-C93321C9DD49}" dt="2026-10-07T12:53:49.331" v="8"/>
        <pc:sldMkLst>
          <pc:docMk/>
          <pc:sldMk cId="3947074284" sldId="908"/>
        </pc:sldMkLst>
        <pc:spChg chg="mod">
          <ac:chgData name="Sune Djurhuus" userId="0bcb62a1-eba1-4abb-82ee-8067ef961803" providerId="ADAL" clId="{A66B22BF-3ECB-440B-84D1-C93321C9DD49}" dt="2026-10-07T12:53:49.331" v="8"/>
          <ac:spMkLst>
            <pc:docMk/>
            <pc:sldMk cId="3947074284" sldId="908"/>
            <ac:spMk id="3" creationId="{791910C4-8670-9BE8-5E8A-9B5A3D948F17}"/>
          </ac:spMkLst>
        </pc:spChg>
        <pc:spChg chg="mod">
          <ac:chgData name="Sune Djurhuus" userId="0bcb62a1-eba1-4abb-82ee-8067ef961803" providerId="ADAL" clId="{A66B22BF-3ECB-440B-84D1-C93321C9DD49}" dt="2026-10-07T12:51:11.216" v="6"/>
          <ac:spMkLst>
            <pc:docMk/>
            <pc:sldMk cId="3947074284" sldId="908"/>
            <ac:spMk id="7" creationId="{C6DC187B-8524-8DCA-CD78-4A23317A6DCA}"/>
          </ac:spMkLst>
        </pc:spChg>
        <pc:picChg chg="add">
          <ac:chgData name="Sune Djurhuus" userId="0bcb62a1-eba1-4abb-82ee-8067ef961803" providerId="ADAL" clId="{A66B22BF-3ECB-440B-84D1-C93321C9DD49}" dt="2026-10-07T12:50:52.352" v="4"/>
          <ac:picMkLst>
            <pc:docMk/>
            <pc:sldMk cId="3947074284" sldId="908"/>
            <ac:picMk id="4" creationId="{67D224A4-84DD-4A12-43B6-E65DC610FD99}"/>
          </ac:picMkLst>
        </pc:picChg>
      </pc:sldChg>
      <pc:sldChg chg="addSp delSp modSp add mod">
        <pc:chgData name="Sune Djurhuus" userId="0bcb62a1-eba1-4abb-82ee-8067ef961803" providerId="ADAL" clId="{A66B22BF-3ECB-440B-84D1-C93321C9DD49}" dt="2026-10-19T07:05:56.019" v="2370" actId="1076"/>
        <pc:sldMkLst>
          <pc:docMk/>
          <pc:sldMk cId="3352227717" sldId="910"/>
        </pc:sldMkLst>
        <pc:spChg chg="mod">
          <ac:chgData name="Sune Djurhuus" userId="0bcb62a1-eba1-4abb-82ee-8067ef961803" providerId="ADAL" clId="{A66B22BF-3ECB-440B-84D1-C93321C9DD49}" dt="2026-10-19T07:05:43.265" v="2368" actId="1076"/>
          <ac:spMkLst>
            <pc:docMk/>
            <pc:sldMk cId="3352227717" sldId="910"/>
            <ac:spMk id="7" creationId="{3C188707-59DA-E361-5A82-CF27C8EEE4CB}"/>
          </ac:spMkLst>
        </pc:spChg>
        <pc:picChg chg="add mod">
          <ac:chgData name="Sune Djurhuus" userId="0bcb62a1-eba1-4abb-82ee-8067ef961803" providerId="ADAL" clId="{A66B22BF-3ECB-440B-84D1-C93321C9DD49}" dt="2026-10-19T07:05:56.019" v="2370" actId="1076"/>
          <ac:picMkLst>
            <pc:docMk/>
            <pc:sldMk cId="3352227717" sldId="910"/>
            <ac:picMk id="5" creationId="{F8D71924-8CE6-730B-BD8C-A8CFF4300EF9}"/>
          </ac:picMkLst>
        </pc:picChg>
      </pc:sldChg>
      <pc:sldChg chg="addSp delSp modSp add ord setBg">
        <pc:chgData name="Sune Djurhuus" userId="0bcb62a1-eba1-4abb-82ee-8067ef961803" providerId="ADAL" clId="{A66B22BF-3ECB-440B-84D1-C93321C9DD49}" dt="2026-10-19T06:56:31.046" v="2357"/>
        <pc:sldMkLst>
          <pc:docMk/>
          <pc:sldMk cId="767419632" sldId="911"/>
        </pc:sldMkLst>
        <pc:picChg chg="add">
          <ac:chgData name="Sune Djurhuus" userId="0bcb62a1-eba1-4abb-82ee-8067ef961803" providerId="ADAL" clId="{A66B22BF-3ECB-440B-84D1-C93321C9DD49}" dt="2026-10-07T13:07:24.819" v="11"/>
          <ac:picMkLst>
            <pc:docMk/>
            <pc:sldMk cId="767419632" sldId="911"/>
            <ac:picMk id="3" creationId="{0C6E4C0F-3EE4-DEF4-AFF4-6A955A91477B}"/>
          </ac:picMkLst>
        </pc:picChg>
      </pc:sldChg>
      <pc:sldChg chg="addSp delSp modSp mod">
        <pc:chgData name="Sune Djurhuus" userId="0bcb62a1-eba1-4abb-82ee-8067ef961803" providerId="ADAL" clId="{A66B22BF-3ECB-440B-84D1-C93321C9DD49}" dt="2026-10-19T07:13:40.984" v="2408" actId="1076"/>
        <pc:sldMkLst>
          <pc:docMk/>
          <pc:sldMk cId="2603133244" sldId="913"/>
        </pc:sldMkLst>
        <pc:spChg chg="mod">
          <ac:chgData name="Sune Djurhuus" userId="0bcb62a1-eba1-4abb-82ee-8067ef961803" providerId="ADAL" clId="{A66B22BF-3ECB-440B-84D1-C93321C9DD49}" dt="2026-10-19T06:27:45.561" v="876" actId="1076"/>
          <ac:spMkLst>
            <pc:docMk/>
            <pc:sldMk cId="2603133244" sldId="913"/>
            <ac:spMk id="7" creationId="{734E48A7-027F-C2D1-583E-6703E9F5E041}"/>
          </ac:spMkLst>
        </pc:spChg>
        <pc:picChg chg="add mod modCrop">
          <ac:chgData name="Sune Djurhuus" userId="0bcb62a1-eba1-4abb-82ee-8067ef961803" providerId="ADAL" clId="{A66B22BF-3ECB-440B-84D1-C93321C9DD49}" dt="2026-10-19T07:13:40.984" v="2408" actId="1076"/>
          <ac:picMkLst>
            <pc:docMk/>
            <pc:sldMk cId="2603133244" sldId="913"/>
            <ac:picMk id="5" creationId="{5D5C1754-08C6-14ED-D376-D99BB95CA85F}"/>
          </ac:picMkLst>
        </pc:picChg>
      </pc:sldChg>
      <pc:sldChg chg="addSp delSp modSp add del mod setBg delDesignElem">
        <pc:chgData name="Sune Djurhuus" userId="0bcb62a1-eba1-4abb-82ee-8067ef961803" providerId="ADAL" clId="{A66B22BF-3ECB-440B-84D1-C93321C9DD49}" dt="2026-10-20T14:16:19.161" v="2522" actId="20577"/>
        <pc:sldMkLst>
          <pc:docMk/>
          <pc:sldMk cId="964886003" sldId="916"/>
        </pc:sldMkLst>
        <pc:spChg chg="add mod">
          <ac:chgData name="Sune Djurhuus" userId="0bcb62a1-eba1-4abb-82ee-8067ef961803" providerId="ADAL" clId="{A66B22BF-3ECB-440B-84D1-C93321C9DD49}" dt="2026-10-20T14:16:19.161" v="2522" actId="20577"/>
          <ac:spMkLst>
            <pc:docMk/>
            <pc:sldMk cId="964886003" sldId="916"/>
            <ac:spMk id="2" creationId="{F3C1A61E-D5D6-A207-1BCB-47F66F99FBAC}"/>
          </ac:spMkLst>
        </pc:spChg>
        <pc:picChg chg="mod">
          <ac:chgData name="Sune Djurhuus" userId="0bcb62a1-eba1-4abb-82ee-8067ef961803" providerId="ADAL" clId="{A66B22BF-3ECB-440B-84D1-C93321C9DD49}" dt="2026-10-19T06:26:29.034" v="853" actId="1076"/>
          <ac:picMkLst>
            <pc:docMk/>
            <pc:sldMk cId="964886003" sldId="916"/>
            <ac:picMk id="5" creationId="{8E7D8D1D-0F97-ED19-2104-4B17D80A92A0}"/>
          </ac:picMkLst>
        </pc:picChg>
      </pc:sldChg>
      <pc:sldChg chg="modSp add mod">
        <pc:chgData name="Sune Djurhuus" userId="0bcb62a1-eba1-4abb-82ee-8067ef961803" providerId="ADAL" clId="{A66B22BF-3ECB-440B-84D1-C93321C9DD49}" dt="2026-10-21T11:30:17.323" v="2525" actId="20578"/>
        <pc:sldMkLst>
          <pc:docMk/>
          <pc:sldMk cId="193890328" sldId="917"/>
        </pc:sldMkLst>
        <pc:spChg chg="mod">
          <ac:chgData name="Sune Djurhuus" userId="0bcb62a1-eba1-4abb-82ee-8067ef961803" providerId="ADAL" clId="{A66B22BF-3ECB-440B-84D1-C93321C9DD49}" dt="2026-10-21T11:30:17.323" v="2525" actId="20578"/>
          <ac:spMkLst>
            <pc:docMk/>
            <pc:sldMk cId="193890328" sldId="917"/>
            <ac:spMk id="2" creationId="{7169DC12-7A5E-EDE0-A712-2187F660305B}"/>
          </ac:spMkLst>
        </pc:spChg>
        <pc:picChg chg="mod">
          <ac:chgData name="Sune Djurhuus" userId="0bcb62a1-eba1-4abb-82ee-8067ef961803" providerId="ADAL" clId="{A66B22BF-3ECB-440B-84D1-C93321C9DD49}" dt="2026-10-19T06:33:51.075" v="1166" actId="1076"/>
          <ac:picMkLst>
            <pc:docMk/>
            <pc:sldMk cId="193890328" sldId="917"/>
            <ac:picMk id="5" creationId="{12A9EA2C-2C7D-F9EA-D54F-E16160DBB902}"/>
          </ac:picMkLst>
        </pc:picChg>
      </pc:sldChg>
      <pc:sldChg chg="modSp add mod">
        <pc:chgData name="Sune Djurhuus" userId="0bcb62a1-eba1-4abb-82ee-8067ef961803" providerId="ADAL" clId="{A66B22BF-3ECB-440B-84D1-C93321C9DD49}" dt="2026-10-19T06:45:58.889" v="1720" actId="1036"/>
        <pc:sldMkLst>
          <pc:docMk/>
          <pc:sldMk cId="461392384" sldId="918"/>
        </pc:sldMkLst>
        <pc:spChg chg="mod">
          <ac:chgData name="Sune Djurhuus" userId="0bcb62a1-eba1-4abb-82ee-8067ef961803" providerId="ADAL" clId="{A66B22BF-3ECB-440B-84D1-C93321C9DD49}" dt="2026-10-19T06:45:33.825" v="1701" actId="20577"/>
          <ac:spMkLst>
            <pc:docMk/>
            <pc:sldMk cId="461392384" sldId="918"/>
            <ac:spMk id="2" creationId="{F18FC4D5-2C91-1691-2ECB-93DB7ED4628D}"/>
          </ac:spMkLst>
        </pc:spChg>
        <pc:picChg chg="mod">
          <ac:chgData name="Sune Djurhuus" userId="0bcb62a1-eba1-4abb-82ee-8067ef961803" providerId="ADAL" clId="{A66B22BF-3ECB-440B-84D1-C93321C9DD49}" dt="2026-10-19T06:45:58.889" v="1720" actId="1036"/>
          <ac:picMkLst>
            <pc:docMk/>
            <pc:sldMk cId="461392384" sldId="918"/>
            <ac:picMk id="5" creationId="{30925685-2719-D098-120B-A042B4CB147A}"/>
          </ac:picMkLst>
        </pc:picChg>
      </pc:sldChg>
      <pc:sldChg chg="modSp add mod">
        <pc:chgData name="Sune Djurhuus" userId="0bcb62a1-eba1-4abb-82ee-8067ef961803" providerId="ADAL" clId="{A66B22BF-3ECB-440B-84D1-C93321C9DD49}" dt="2026-10-19T06:56:06.958" v="2353" actId="20577"/>
        <pc:sldMkLst>
          <pc:docMk/>
          <pc:sldMk cId="3680656241" sldId="919"/>
        </pc:sldMkLst>
        <pc:spChg chg="mod">
          <ac:chgData name="Sune Djurhuus" userId="0bcb62a1-eba1-4abb-82ee-8067ef961803" providerId="ADAL" clId="{A66B22BF-3ECB-440B-84D1-C93321C9DD49}" dt="2026-10-19T06:56:06.958" v="2353" actId="20577"/>
          <ac:spMkLst>
            <pc:docMk/>
            <pc:sldMk cId="3680656241" sldId="919"/>
            <ac:spMk id="2" creationId="{AA6426BB-0E63-622B-BE10-141FAC921C37}"/>
          </ac:spMkLst>
        </pc:spChg>
      </pc:sldChg>
      <pc:sldChg chg="addSp delSp modSp new mod">
        <pc:chgData name="Sune Djurhuus" userId="0bcb62a1-eba1-4abb-82ee-8067ef961803" providerId="ADAL" clId="{A66B22BF-3ECB-440B-84D1-C93321C9DD49}" dt="2026-10-20T14:16:06.057" v="2521" actId="1076"/>
        <pc:sldMkLst>
          <pc:docMk/>
          <pc:sldMk cId="76069882" sldId="920"/>
        </pc:sldMkLst>
        <pc:spChg chg="mod">
          <ac:chgData name="Sune Djurhuus" userId="0bcb62a1-eba1-4abb-82ee-8067ef961803" providerId="ADAL" clId="{A66B22BF-3ECB-440B-84D1-C93321C9DD49}" dt="2026-10-19T07:42:18.547" v="2470" actId="20577"/>
          <ac:spMkLst>
            <pc:docMk/>
            <pc:sldMk cId="76069882" sldId="920"/>
            <ac:spMk id="2" creationId="{713E9CC7-C114-FCA1-7582-9E9490ABDC75}"/>
          </ac:spMkLst>
        </pc:spChg>
        <pc:spChg chg="mod">
          <ac:chgData name="Sune Djurhuus" userId="0bcb62a1-eba1-4abb-82ee-8067ef961803" providerId="ADAL" clId="{A66B22BF-3ECB-440B-84D1-C93321C9DD49}" dt="2026-10-19T07:43:33.874" v="2486" actId="14100"/>
          <ac:spMkLst>
            <pc:docMk/>
            <pc:sldMk cId="76069882" sldId="920"/>
            <ac:spMk id="3" creationId="{77394B04-D48D-6B37-263F-D05100495F7F}"/>
          </ac:spMkLst>
        </pc:spChg>
        <pc:spChg chg="add mod">
          <ac:chgData name="Sune Djurhuus" userId="0bcb62a1-eba1-4abb-82ee-8067ef961803" providerId="ADAL" clId="{A66B22BF-3ECB-440B-84D1-C93321C9DD49}" dt="2026-10-20T14:16:06.057" v="2521" actId="1076"/>
          <ac:spMkLst>
            <pc:docMk/>
            <pc:sldMk cId="76069882" sldId="920"/>
            <ac:spMk id="6" creationId="{73C1F8C3-3F34-5700-641C-AAAE3D11520B}"/>
          </ac:spMkLst>
        </pc:spChg>
      </pc:sldChg>
      <pc:sldChg chg="addSp delSp modSp add mod">
        <pc:chgData name="Sune Djurhuus" userId="0bcb62a1-eba1-4abb-82ee-8067ef961803" providerId="ADAL" clId="{A66B22BF-3ECB-440B-84D1-C93321C9DD49}" dt="2026-10-21T14:28:39.679" v="3131" actId="20577"/>
        <pc:sldMkLst>
          <pc:docMk/>
          <pc:sldMk cId="3521028572" sldId="921"/>
        </pc:sldMkLst>
        <pc:spChg chg="add del">
          <ac:chgData name="Sune Djurhuus" userId="0bcb62a1-eba1-4abb-82ee-8067ef961803" providerId="ADAL" clId="{A66B22BF-3ECB-440B-84D1-C93321C9DD49}" dt="2026-10-21T14:16:10.658" v="2531" actId="478"/>
          <ac:spMkLst>
            <pc:docMk/>
            <pc:sldMk cId="3521028572" sldId="921"/>
            <ac:spMk id="2" creationId="{5C232899-7B9C-802F-B8C7-EEFE54379E08}"/>
          </ac:spMkLst>
        </pc:spChg>
        <pc:spChg chg="add mod">
          <ac:chgData name="Sune Djurhuus" userId="0bcb62a1-eba1-4abb-82ee-8067ef961803" providerId="ADAL" clId="{A66B22BF-3ECB-440B-84D1-C93321C9DD49}" dt="2026-10-21T14:17:15.980" v="2550" actId="20577"/>
          <ac:spMkLst>
            <pc:docMk/>
            <pc:sldMk cId="3521028572" sldId="921"/>
            <ac:spMk id="11" creationId="{E6785CD5-D3ED-F3CE-6859-E485A7362D02}"/>
          </ac:spMkLst>
        </pc:spChg>
        <pc:spChg chg="add mod">
          <ac:chgData name="Sune Djurhuus" userId="0bcb62a1-eba1-4abb-82ee-8067ef961803" providerId="ADAL" clId="{A66B22BF-3ECB-440B-84D1-C93321C9DD49}" dt="2026-10-21T14:17:33.248" v="2563" actId="20577"/>
          <ac:spMkLst>
            <pc:docMk/>
            <pc:sldMk cId="3521028572" sldId="921"/>
            <ac:spMk id="13" creationId="{BB28A207-0621-631F-AF2F-D66489FDDBA8}"/>
          </ac:spMkLst>
        </pc:spChg>
        <pc:spChg chg="add mod">
          <ac:chgData name="Sune Djurhuus" userId="0bcb62a1-eba1-4abb-82ee-8067ef961803" providerId="ADAL" clId="{A66B22BF-3ECB-440B-84D1-C93321C9DD49}" dt="2026-10-21T14:18:57.025" v="2592" actId="13822"/>
          <ac:spMkLst>
            <pc:docMk/>
            <pc:sldMk cId="3521028572" sldId="921"/>
            <ac:spMk id="14" creationId="{4762C2D2-04F5-257B-A442-36C6222727FD}"/>
          </ac:spMkLst>
        </pc:spChg>
        <pc:spChg chg="add mod">
          <ac:chgData name="Sune Djurhuus" userId="0bcb62a1-eba1-4abb-82ee-8067ef961803" providerId="ADAL" clId="{A66B22BF-3ECB-440B-84D1-C93321C9DD49}" dt="2026-10-21T14:19:01.821" v="2593" actId="13822"/>
          <ac:spMkLst>
            <pc:docMk/>
            <pc:sldMk cId="3521028572" sldId="921"/>
            <ac:spMk id="16" creationId="{60549568-F9D9-01D9-4098-006F73DDD4DB}"/>
          </ac:spMkLst>
        </pc:spChg>
        <pc:spChg chg="add mod">
          <ac:chgData name="Sune Djurhuus" userId="0bcb62a1-eba1-4abb-82ee-8067ef961803" providerId="ADAL" clId="{A66B22BF-3ECB-440B-84D1-C93321C9DD49}" dt="2026-10-21T14:19:20.764" v="2594" actId="13822"/>
          <ac:spMkLst>
            <pc:docMk/>
            <pc:sldMk cId="3521028572" sldId="921"/>
            <ac:spMk id="18" creationId="{D9C69E26-58CC-318D-9D4E-C75DA6078863}"/>
          </ac:spMkLst>
        </pc:spChg>
        <pc:spChg chg="add mod">
          <ac:chgData name="Sune Djurhuus" userId="0bcb62a1-eba1-4abb-82ee-8067ef961803" providerId="ADAL" clId="{A66B22BF-3ECB-440B-84D1-C93321C9DD49}" dt="2026-10-21T14:22:43.436" v="2769" actId="1036"/>
          <ac:spMkLst>
            <pc:docMk/>
            <pc:sldMk cId="3521028572" sldId="921"/>
            <ac:spMk id="20" creationId="{FACBA773-D051-106F-EDE6-D02973B89488}"/>
          </ac:spMkLst>
        </pc:spChg>
        <pc:spChg chg="add mod">
          <ac:chgData name="Sune Djurhuus" userId="0bcb62a1-eba1-4abb-82ee-8067ef961803" providerId="ADAL" clId="{A66B22BF-3ECB-440B-84D1-C93321C9DD49}" dt="2026-10-21T14:22:43.436" v="2769" actId="1036"/>
          <ac:spMkLst>
            <pc:docMk/>
            <pc:sldMk cId="3521028572" sldId="921"/>
            <ac:spMk id="22" creationId="{FD0069F6-5369-EADF-5AAD-B656F812C840}"/>
          </ac:spMkLst>
        </pc:spChg>
        <pc:spChg chg="add mod">
          <ac:chgData name="Sune Djurhuus" userId="0bcb62a1-eba1-4abb-82ee-8067ef961803" providerId="ADAL" clId="{A66B22BF-3ECB-440B-84D1-C93321C9DD49}" dt="2026-10-21T14:22:43.436" v="2769" actId="1036"/>
          <ac:spMkLst>
            <pc:docMk/>
            <pc:sldMk cId="3521028572" sldId="921"/>
            <ac:spMk id="24" creationId="{95E28E08-4470-6844-8B96-CC9894EC82E6}"/>
          </ac:spMkLst>
        </pc:spChg>
        <pc:spChg chg="add mod">
          <ac:chgData name="Sune Djurhuus" userId="0bcb62a1-eba1-4abb-82ee-8067ef961803" providerId="ADAL" clId="{A66B22BF-3ECB-440B-84D1-C93321C9DD49}" dt="2026-10-21T14:22:47.487" v="2774" actId="1036"/>
          <ac:spMkLst>
            <pc:docMk/>
            <pc:sldMk cId="3521028572" sldId="921"/>
            <ac:spMk id="26" creationId="{673BE78A-5693-06D0-C5AC-41FA3624FC7E}"/>
          </ac:spMkLst>
        </pc:spChg>
        <pc:spChg chg="add mod">
          <ac:chgData name="Sune Djurhuus" userId="0bcb62a1-eba1-4abb-82ee-8067ef961803" providerId="ADAL" clId="{A66B22BF-3ECB-440B-84D1-C93321C9DD49}" dt="2026-10-21T14:22:43.436" v="2769" actId="1036"/>
          <ac:spMkLst>
            <pc:docMk/>
            <pc:sldMk cId="3521028572" sldId="921"/>
            <ac:spMk id="28" creationId="{82B9558A-A856-2394-C588-75DAD9693A1A}"/>
          </ac:spMkLst>
        </pc:spChg>
        <pc:spChg chg="add mod">
          <ac:chgData name="Sune Djurhuus" userId="0bcb62a1-eba1-4abb-82ee-8067ef961803" providerId="ADAL" clId="{A66B22BF-3ECB-440B-84D1-C93321C9DD49}" dt="2026-10-21T14:24:27.086" v="2886" actId="1038"/>
          <ac:spMkLst>
            <pc:docMk/>
            <pc:sldMk cId="3521028572" sldId="921"/>
            <ac:spMk id="30" creationId="{C384DE85-A7E1-6261-34BB-2708055EAA0C}"/>
          </ac:spMkLst>
        </pc:spChg>
        <pc:spChg chg="add mod">
          <ac:chgData name="Sune Djurhuus" userId="0bcb62a1-eba1-4abb-82ee-8067ef961803" providerId="ADAL" clId="{A66B22BF-3ECB-440B-84D1-C93321C9DD49}" dt="2026-10-21T14:24:27.086" v="2886" actId="1038"/>
          <ac:spMkLst>
            <pc:docMk/>
            <pc:sldMk cId="3521028572" sldId="921"/>
            <ac:spMk id="32" creationId="{5D601465-FF4D-689E-E083-5F90736D95BF}"/>
          </ac:spMkLst>
        </pc:spChg>
        <pc:spChg chg="add mod">
          <ac:chgData name="Sune Djurhuus" userId="0bcb62a1-eba1-4abb-82ee-8067ef961803" providerId="ADAL" clId="{A66B22BF-3ECB-440B-84D1-C93321C9DD49}" dt="2026-10-21T14:25:08.616" v="2934" actId="14100"/>
          <ac:spMkLst>
            <pc:docMk/>
            <pc:sldMk cId="3521028572" sldId="921"/>
            <ac:spMk id="34" creationId="{30EB65AA-4435-F7CA-25DC-3DCAF3ED3814}"/>
          </ac:spMkLst>
        </pc:spChg>
        <pc:spChg chg="add mod">
          <ac:chgData name="Sune Djurhuus" userId="0bcb62a1-eba1-4abb-82ee-8067ef961803" providerId="ADAL" clId="{A66B22BF-3ECB-440B-84D1-C93321C9DD49}" dt="2026-10-21T14:25:30.622" v="2960" actId="20577"/>
          <ac:spMkLst>
            <pc:docMk/>
            <pc:sldMk cId="3521028572" sldId="921"/>
            <ac:spMk id="36" creationId="{FA64C88F-40E8-7185-458B-E91C7A060803}"/>
          </ac:spMkLst>
        </pc:spChg>
        <pc:spChg chg="add mod">
          <ac:chgData name="Sune Djurhuus" userId="0bcb62a1-eba1-4abb-82ee-8067ef961803" providerId="ADAL" clId="{A66B22BF-3ECB-440B-84D1-C93321C9DD49}" dt="2026-10-21T14:26:11.070" v="3036" actId="14100"/>
          <ac:spMkLst>
            <pc:docMk/>
            <pc:sldMk cId="3521028572" sldId="921"/>
            <ac:spMk id="38" creationId="{7E05AC6A-C2AD-0EEB-7700-2F1E3B388925}"/>
          </ac:spMkLst>
        </pc:spChg>
        <pc:spChg chg="add mod">
          <ac:chgData name="Sune Djurhuus" userId="0bcb62a1-eba1-4abb-82ee-8067ef961803" providerId="ADAL" clId="{A66B22BF-3ECB-440B-84D1-C93321C9DD49}" dt="2026-10-21T14:28:39.679" v="3131" actId="20577"/>
          <ac:spMkLst>
            <pc:docMk/>
            <pc:sldMk cId="3521028572" sldId="921"/>
            <ac:spMk id="40" creationId="{637E0190-603B-F8BB-05AC-D3E0E63B3A8D}"/>
          </ac:spMkLst>
        </pc:spChg>
        <pc:picChg chg="del">
          <ac:chgData name="Sune Djurhuus" userId="0bcb62a1-eba1-4abb-82ee-8067ef961803" providerId="ADAL" clId="{A66B22BF-3ECB-440B-84D1-C93321C9DD49}" dt="2026-10-21T14:15:12.530" v="2529" actId="478"/>
          <ac:picMkLst>
            <pc:docMk/>
            <pc:sldMk cId="3521028572" sldId="921"/>
            <ac:picMk id="5" creationId="{40FC67A7-15C5-05EA-2FDF-674ADBD57343}"/>
          </ac:picMkLst>
        </pc:picChg>
        <pc:cxnChg chg="add mod">
          <ac:chgData name="Sune Djurhuus" userId="0bcb62a1-eba1-4abb-82ee-8067ef961803" providerId="ADAL" clId="{A66B22BF-3ECB-440B-84D1-C93321C9DD49}" dt="2026-10-21T14:16:48.003" v="2535" actId="14100"/>
          <ac:cxnSpMkLst>
            <pc:docMk/>
            <pc:sldMk cId="3521028572" sldId="921"/>
            <ac:cxnSpMk id="4" creationId="{9DF798D6-15B1-5813-2D9C-8DBE48C57807}"/>
          </ac:cxnSpMkLst>
        </pc:cxnChg>
        <pc:cxnChg chg="add mod">
          <ac:chgData name="Sune Djurhuus" userId="0bcb62a1-eba1-4abb-82ee-8067ef961803" providerId="ADAL" clId="{A66B22BF-3ECB-440B-84D1-C93321C9DD49}" dt="2026-10-21T14:16:40.930" v="2534" actId="14100"/>
          <ac:cxnSpMkLst>
            <pc:docMk/>
            <pc:sldMk cId="3521028572" sldId="921"/>
            <ac:cxnSpMk id="8" creationId="{FAA91097-6481-85A5-0200-C43656D7B842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7573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7201BC-94E4-4101-962D-54511777D224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7137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9B776-52CD-475F-6492-EAA26ECA94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C0D2D-957C-DB58-42D7-0214F0F232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C4088-E295-05B4-CE62-C214C60A8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0AAAA-184F-4477-8CDC-9BCF523B4C07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70958-D3B0-C5DF-215A-434E5C439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8C6E2-A22C-9C3F-9D11-A7808D9B7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1D912-73D6-4640-925B-6B410534FB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7032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A7815-B8D2-2AB6-E86B-265F036BB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3913A-B28F-ED31-1D46-F7BDF65CC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E6A87-4C4C-2199-205F-0AE335863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0AAAA-184F-4477-8CDC-9BCF523B4C07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FBC87-0BF3-0723-4150-EEC0DD557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E5AC6-0E65-80D9-C1F3-DD800D0D2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1D912-73D6-4640-925B-6B410534FB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6802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C2209-DE66-6B7E-48A0-711FE65A6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A82DE3-E257-C9F1-264C-4819A1B82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FF1E2-1D52-4423-D5CD-D6175924A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0AAAA-184F-4477-8CDC-9BCF523B4C07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378FF-C319-4BA1-12C6-7A4965294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CFC5C-260A-E718-0EE2-66219D932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1D912-73D6-4640-925B-6B410534FB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7077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13C69-2037-53A1-82F8-5872C2177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CCB72-D13C-26F9-DC65-D5609E1F86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4B8D64-C5F5-199C-82F2-98B2EB8815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36E8F1-9898-9F11-299A-CB11504E5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0AAAA-184F-4477-8CDC-9BCF523B4C07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123C37-5120-254A-7500-299FABC67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7452C-0DF0-C3E6-E805-E8D304768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1D912-73D6-4640-925B-6B410534FB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9174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ED3C1-86DD-032A-DADF-635A749B1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CA295B-91AC-92DA-2748-798D9960DE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22EA7D-5836-9388-7A06-BF59B073EB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C26F01-FC7F-E702-3DFE-57A9592A27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C2DBB2-C67A-1973-C577-AE77808692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68E6C4-AF83-25AD-8AAF-78208A441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0AAAA-184F-4477-8CDC-9BCF523B4C07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085A0E-CE4B-B623-C3D3-B63C3AD17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F1CB8C-C642-1DA6-4D51-53DDF9106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1D912-73D6-4640-925B-6B410534FB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2515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DFB22-FD66-63CB-F2A2-179444E08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746B02-5D4C-0BF9-13D6-D7A23D775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0AAAA-184F-4477-8CDC-9BCF523B4C07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9D8394-47DE-7DE9-E3C3-930F059A7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2EF9DF-CE70-D8C2-6386-02500E38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1D912-73D6-4640-925B-6B410534FB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9972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374395-A136-852F-C2CB-826A04F6D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0AAAA-184F-4477-8CDC-9BCF523B4C07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F6E0D3-F942-8A30-95F3-692BD7BF6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4B793F-41FB-0623-5B46-6D3B5C04A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1D912-73D6-4640-925B-6B410534FB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6706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B8B89-3B78-2437-E5B9-0283C985F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A7A52-FA03-E354-DCF3-66C5F26B7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E39931-2393-1C95-09E5-CCC2C056C4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338B71-1D58-9DCD-E66B-AE3A35C59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0AAAA-184F-4477-8CDC-9BCF523B4C07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CE16BC-FD36-3654-3EB5-9A0E0BF91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70D16B-6082-7CF2-6519-A516E5934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1D912-73D6-4640-925B-6B410534FB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6077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96BE3-CD52-A177-6D92-79B5982B6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844B49-C8D8-384E-19CF-7C0FA4D083C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CF9E6F-EF86-89BF-129B-86423067D5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854DAF-7F4D-F996-70E6-219D03231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0AAAA-184F-4477-8CDC-9BCF523B4C07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AD7C0-4511-99DC-8872-3AE8E7806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4A7722-BFFC-C6B0-A035-00A5646AF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1D912-73D6-4640-925B-6B410534FB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1555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03109-10B9-F76A-E0B6-69FC2EC8A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06BD7F-DE8D-39E7-A90D-8C5F7F9EE6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14F3A5-CDC3-6127-97E6-0F372A4AE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0AAAA-184F-4477-8CDC-9BCF523B4C07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93F98-985E-0AC3-B5AC-8E1644839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D2637-ACEF-3A41-EE8C-BC38BF077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1D912-73D6-4640-925B-6B410534FB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446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0A7807-AA5F-7122-9982-2FCD6C2418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8850A4-6191-B544-F5BD-0EFE35841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12463-3D8C-6636-CE66-EA42B2FFC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0AAAA-184F-4477-8CDC-9BCF523B4C07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E27D7-4EB7-99EC-7BE6-F876588A6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2E2AA-40B4-BD53-63BC-AAC73CF96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1D912-73D6-4640-925B-6B410534FB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27449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_image_Synthe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59545" y="99061"/>
            <a:ext cx="11418277" cy="5816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446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Slide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90736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key message_image_Synthe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49384" y="190502"/>
            <a:ext cx="11418277" cy="5243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Slide title goes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>
          <a:xfrm>
            <a:off x="449384" y="1147765"/>
            <a:ext cx="11418277" cy="4562475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00665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3200">
                <a:solidFill>
                  <a:srgbClr val="00665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2800">
                <a:solidFill>
                  <a:srgbClr val="00665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400">
                <a:solidFill>
                  <a:srgbClr val="00665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400">
                <a:solidFill>
                  <a:srgbClr val="00665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48734" y="6184901"/>
            <a:ext cx="4017433" cy="2317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 baseline="0">
                <a:solidFill>
                  <a:srgbClr val="006654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22053" indent="0">
              <a:buNone/>
              <a:defRPr/>
            </a:lvl2pPr>
            <a:lvl3pPr marL="844103" indent="0">
              <a:buNone/>
              <a:defRPr/>
            </a:lvl3pPr>
            <a:lvl4pPr marL="1266156" indent="0">
              <a:buNone/>
              <a:defRPr/>
            </a:lvl4pPr>
            <a:lvl5pPr marL="1688208" indent="0">
              <a:buNone/>
              <a:defRPr/>
            </a:lvl5pPr>
          </a:lstStyle>
          <a:p>
            <a:pPr lvl="0"/>
            <a:r>
              <a:rPr lang="en-US"/>
              <a:t>Source reference for illustration</a:t>
            </a:r>
          </a:p>
        </p:txBody>
      </p:sp>
    </p:spTree>
    <p:extLst>
      <p:ext uri="{BB962C8B-B14F-4D97-AF65-F5344CB8AC3E}">
        <p14:creationId xmlns:p14="http://schemas.microsoft.com/office/powerpoint/2010/main" val="8803362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key message_image_Synthesi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68000" y="36000"/>
            <a:ext cx="11246369" cy="6761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562737" indent="0">
              <a:buNone/>
              <a:defRPr/>
            </a:lvl2pPr>
            <a:lvl3pPr marL="1125472" indent="0">
              <a:buNone/>
              <a:defRPr/>
            </a:lvl3pPr>
            <a:lvl4pPr marL="1688207" indent="0">
              <a:buNone/>
              <a:defRPr/>
            </a:lvl4pPr>
            <a:lvl5pPr marL="2250944" indent="0">
              <a:buNone/>
              <a:defRPr/>
            </a:lvl5pPr>
          </a:lstStyle>
          <a:p>
            <a:pPr lvl="0"/>
            <a:r>
              <a:rPr lang="en-US"/>
              <a:t>Slide title goes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68313" y="1431925"/>
            <a:ext cx="11245850" cy="3759200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rgbClr val="00817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3600">
                <a:solidFill>
                  <a:srgbClr val="00817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3200">
                <a:solidFill>
                  <a:srgbClr val="00817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2800">
                <a:solidFill>
                  <a:srgbClr val="00817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2800">
                <a:solidFill>
                  <a:srgbClr val="00817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598488" y="6250565"/>
            <a:ext cx="3683000" cy="274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rgbClr val="00817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000">
                <a:solidFill>
                  <a:srgbClr val="006654"/>
                </a:solidFill>
              </a:defRPr>
            </a:lvl2pPr>
            <a:lvl3pPr>
              <a:defRPr sz="1000">
                <a:solidFill>
                  <a:srgbClr val="006654"/>
                </a:solidFill>
              </a:defRPr>
            </a:lvl3pPr>
            <a:lvl4pPr>
              <a:defRPr sz="1000">
                <a:solidFill>
                  <a:srgbClr val="006654"/>
                </a:solidFill>
              </a:defRPr>
            </a:lvl4pPr>
            <a:lvl5pPr>
              <a:defRPr sz="1000">
                <a:solidFill>
                  <a:srgbClr val="006654"/>
                </a:solidFill>
              </a:defRPr>
            </a:lvl5pPr>
          </a:lstStyle>
          <a:p>
            <a:pPr lvl="0"/>
            <a:r>
              <a:rPr lang="en-US"/>
              <a:t>Source reference for illustration</a:t>
            </a:r>
          </a:p>
        </p:txBody>
      </p:sp>
    </p:spTree>
    <p:extLst>
      <p:ext uri="{BB962C8B-B14F-4D97-AF65-F5344CB8AC3E}">
        <p14:creationId xmlns:p14="http://schemas.microsoft.com/office/powerpoint/2010/main" val="1438590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0DFDB3-4594-37FA-D6F5-AFDC76E91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0ADB2D-BE21-6F57-9500-D02A789BA4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2B848-312D-7FA2-685B-B6149D0C78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60AAAA-184F-4477-8CDC-9BCF523B4C07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E5922-06A1-6B1F-2B47-A1A7AEB6D9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67B1E-4E86-17D2-E25D-E00A7BA244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A1D912-73D6-4640-925B-6B410534FB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7913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hlinkClick r:id="" action="ppaction://noaction"/>
          </p:cNvPr>
          <p:cNvSpPr/>
          <p:nvPr userDrawn="1"/>
        </p:nvSpPr>
        <p:spPr>
          <a:xfrm>
            <a:off x="2344619" y="152400"/>
            <a:ext cx="885743" cy="2308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215"/>
          </a:p>
        </p:txBody>
      </p:sp>
      <p:sp>
        <p:nvSpPr>
          <p:cNvPr id="25" name="Rectangle 24"/>
          <p:cNvSpPr/>
          <p:nvPr userDrawn="1"/>
        </p:nvSpPr>
        <p:spPr>
          <a:xfrm>
            <a:off x="0" y="5"/>
            <a:ext cx="12192000" cy="778149"/>
          </a:xfrm>
          <a:prstGeom prst="rect">
            <a:avLst/>
          </a:prstGeom>
          <a:solidFill>
            <a:srgbClr val="006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215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4000" y="6228003"/>
            <a:ext cx="2160000" cy="43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616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ctr" defTabSz="1125472" rtl="0" eaLnBrk="1" latinLnBrk="0" hangingPunct="1">
        <a:spcBef>
          <a:spcPct val="0"/>
        </a:spcBef>
        <a:buNone/>
        <a:defRPr sz="54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2051" indent="-422051" algn="l" defTabSz="1125472" rtl="0" eaLnBrk="1" latinLnBrk="0" hangingPunct="1">
        <a:spcBef>
          <a:spcPct val="20000"/>
        </a:spcBef>
        <a:buFont typeface="Arial" pitchFamily="34" charset="0"/>
        <a:buChar char="•"/>
        <a:defRPr sz="3939" kern="1200">
          <a:solidFill>
            <a:schemeClr val="tx1"/>
          </a:solidFill>
          <a:latin typeface="+mn-lt"/>
          <a:ea typeface="+mn-ea"/>
          <a:cs typeface="+mn-cs"/>
        </a:defRPr>
      </a:lvl1pPr>
      <a:lvl2pPr marL="914446" indent="-351710" algn="l" defTabSz="1125472" rtl="0" eaLnBrk="1" latinLnBrk="0" hangingPunct="1">
        <a:spcBef>
          <a:spcPct val="20000"/>
        </a:spcBef>
        <a:buFont typeface="Arial" pitchFamily="34" charset="0"/>
        <a:buChar char="–"/>
        <a:defRPr sz="3446" kern="1200">
          <a:solidFill>
            <a:schemeClr val="tx1"/>
          </a:solidFill>
          <a:latin typeface="+mn-lt"/>
          <a:ea typeface="+mn-ea"/>
          <a:cs typeface="+mn-cs"/>
        </a:defRPr>
      </a:lvl2pPr>
      <a:lvl3pPr marL="1406839" indent="-281368" algn="l" defTabSz="1125472" rtl="0" eaLnBrk="1" latinLnBrk="0" hangingPunct="1">
        <a:spcBef>
          <a:spcPct val="20000"/>
        </a:spcBef>
        <a:buFont typeface="Arial" pitchFamily="34" charset="0"/>
        <a:buChar char="•"/>
        <a:defRPr sz="2954" kern="1200">
          <a:solidFill>
            <a:schemeClr val="tx1"/>
          </a:solidFill>
          <a:latin typeface="+mn-lt"/>
          <a:ea typeface="+mn-ea"/>
          <a:cs typeface="+mn-cs"/>
        </a:defRPr>
      </a:lvl3pPr>
      <a:lvl4pPr marL="1969575" indent="-281368" algn="l" defTabSz="1125472" rtl="0" eaLnBrk="1" latinLnBrk="0" hangingPunct="1">
        <a:spcBef>
          <a:spcPct val="20000"/>
        </a:spcBef>
        <a:buFont typeface="Arial" pitchFamily="34" charset="0"/>
        <a:buChar char="–"/>
        <a:defRPr sz="2462" kern="1200">
          <a:solidFill>
            <a:schemeClr val="tx1"/>
          </a:solidFill>
          <a:latin typeface="+mn-lt"/>
          <a:ea typeface="+mn-ea"/>
          <a:cs typeface="+mn-cs"/>
        </a:defRPr>
      </a:lvl4pPr>
      <a:lvl5pPr marL="2532312" indent="-281368" algn="l" defTabSz="1125472" rtl="0" eaLnBrk="1" latinLnBrk="0" hangingPunct="1">
        <a:spcBef>
          <a:spcPct val="20000"/>
        </a:spcBef>
        <a:buFont typeface="Arial" pitchFamily="34" charset="0"/>
        <a:buChar char="»"/>
        <a:defRPr sz="2462" kern="1200">
          <a:solidFill>
            <a:schemeClr val="tx1"/>
          </a:solidFill>
          <a:latin typeface="+mn-lt"/>
          <a:ea typeface="+mn-ea"/>
          <a:cs typeface="+mn-cs"/>
        </a:defRPr>
      </a:lvl5pPr>
      <a:lvl6pPr marL="3095047" indent="-281368" algn="l" defTabSz="1125472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6pPr>
      <a:lvl7pPr marL="3657783" indent="-281368" algn="l" defTabSz="1125472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7pPr>
      <a:lvl8pPr marL="4220519" indent="-281368" algn="l" defTabSz="1125472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8pPr>
      <a:lvl9pPr marL="4783254" indent="-281368" algn="l" defTabSz="1125472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2737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5472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88207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0944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3679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76415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39151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01886" algn="l" defTabSz="112547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39077B-D249-469C-ABF2-E5A2E1076512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 rotWithShape="1">
          <a:blip r:embed="rId3"/>
          <a:srcRect b="7022"/>
          <a:stretch/>
        </p:blipFill>
        <p:spPr>
          <a:xfrm>
            <a:off x="0" y="736602"/>
            <a:ext cx="12192000" cy="6121398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30E6469-B946-43BC-8ADE-5F65E9B9C4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6861" y="2419073"/>
            <a:ext cx="11418277" cy="524395"/>
          </a:xfrm>
        </p:spPr>
        <p:txBody>
          <a:bodyPr lIns="91440" tIns="45720" rIns="91440" bIns="45720" anchor="t"/>
          <a:lstStyle/>
          <a:p>
            <a:pPr algn="ctr"/>
            <a:r>
              <a:rPr lang="da-DK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In-Person meeting in Copenhagen</a:t>
            </a:r>
          </a:p>
          <a:p>
            <a:pPr algn="ctr"/>
            <a:endParaRPr lang="en-US" sz="20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cs typeface="Calibri"/>
            </a:endParaRPr>
          </a:p>
          <a:p>
            <a:pPr algn="ctr"/>
            <a:r>
              <a:rPr 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September 29-30, 2026 </a:t>
            </a:r>
          </a:p>
          <a:p>
            <a:pPr algn="ctr"/>
            <a:r>
              <a:rPr 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cs typeface="Calibri"/>
              </a:rPr>
              <a:t>Summary</a:t>
            </a:r>
            <a:endParaRPr lang="en-DK" sz="20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1A9CB3-6EE4-471E-B874-8791366EAE0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799" y="6334395"/>
            <a:ext cx="2160000" cy="43443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FFB882-E24D-472B-88DB-88038D981F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2554" y="141452"/>
            <a:ext cx="10129239" cy="500716"/>
          </a:xfrm>
        </p:spPr>
        <p:txBody>
          <a:bodyPr lIns="91440" tIns="45720" rIns="91440" bIns="45720" anchor="t"/>
          <a:lstStyle/>
          <a:p>
            <a:pPr algn="ctr"/>
            <a:r>
              <a:rPr lang="da-DK" sz="2800" b="1" dirty="0">
                <a:solidFill>
                  <a:schemeClr val="bg1"/>
                </a:solidFill>
                <a:latin typeface="Calibri"/>
                <a:cs typeface="Calibri"/>
              </a:rPr>
              <a:t>Eionet </a:t>
            </a:r>
            <a:r>
              <a:rPr lang="da-DK" sz="2800" b="1" dirty="0" err="1">
                <a:solidFill>
                  <a:schemeClr val="bg1"/>
                </a:solidFill>
                <a:latin typeface="Calibri"/>
                <a:cs typeface="Calibri"/>
              </a:rPr>
              <a:t>Thematic</a:t>
            </a:r>
            <a:r>
              <a:rPr lang="da-DK" sz="2800" b="1" dirty="0">
                <a:solidFill>
                  <a:schemeClr val="bg1"/>
                </a:solidFill>
                <a:latin typeface="Calibri"/>
                <a:cs typeface="Calibri"/>
              </a:rPr>
              <a:t> Group on Digital </a:t>
            </a:r>
            <a:r>
              <a:rPr lang="da-DK" sz="2800" b="1" dirty="0" err="1">
                <a:solidFill>
                  <a:schemeClr val="bg1"/>
                </a:solidFill>
                <a:latin typeface="Calibri"/>
                <a:cs typeface="Calibri"/>
              </a:rPr>
              <a:t>Capabilities</a:t>
            </a:r>
            <a:r>
              <a:rPr lang="da-DK" sz="2800" b="1" dirty="0">
                <a:solidFill>
                  <a:schemeClr val="bg1"/>
                </a:solidFill>
                <a:latin typeface="Calibri"/>
                <a:cs typeface="Calibri"/>
              </a:rPr>
              <a:t> and AI</a:t>
            </a:r>
            <a:endParaRPr 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7920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13E9CC7-C114-FCA1-7582-9E9490ABDC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 err="1"/>
              <a:t>Topics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94B04-D48D-6B37-263F-D05100495F7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32581" y="1147763"/>
            <a:ext cx="11324918" cy="2814638"/>
          </a:xfrm>
        </p:spPr>
        <p:txBody>
          <a:bodyPr/>
          <a:lstStyle/>
          <a:p>
            <a:r>
              <a:rPr lang="en-GB" b="1" dirty="0"/>
              <a:t>T1: Strategy, Governance and Organisation</a:t>
            </a:r>
          </a:p>
          <a:p>
            <a:r>
              <a:rPr lang="en-GB" b="1" dirty="0"/>
              <a:t>T2: People, Skills and Ways of Working</a:t>
            </a:r>
          </a:p>
          <a:p>
            <a:r>
              <a:rPr lang="en-GB" b="1" dirty="0"/>
              <a:t>T3: Data, Technologies and Infrastructure</a:t>
            </a:r>
          </a:p>
          <a:p>
            <a:r>
              <a:rPr lang="en-GB" b="1" dirty="0"/>
              <a:t>T4: AI Applications and Value Creation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C1F8C3-3F34-5700-641C-AAAE3D11520B}"/>
              </a:ext>
            </a:extLst>
          </p:cNvPr>
          <p:cNvSpPr txBox="1"/>
          <p:nvPr/>
        </p:nvSpPr>
        <p:spPr>
          <a:xfrm>
            <a:off x="9766379" y="1490008"/>
            <a:ext cx="67509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2400" dirty="0"/>
              <a:t>Targets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a-DK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2400" dirty="0" err="1"/>
              <a:t>Outcomes</a:t>
            </a:r>
            <a:endParaRPr lang="da-DK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a-DK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2400" dirty="0"/>
              <a:t>Actions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76069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BE6B01-9F9D-1A9D-B55A-70E7DC8033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20" y="-84306"/>
            <a:ext cx="51435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6079BFE-CD69-F9F6-3F92-A2A81A66924E}"/>
              </a:ext>
            </a:extLst>
          </p:cNvPr>
          <p:cNvSpPr txBox="1"/>
          <p:nvPr/>
        </p:nvSpPr>
        <p:spPr>
          <a:xfrm>
            <a:off x="5767801" y="390039"/>
            <a:ext cx="6096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GB" sz="1800" b="1" i="0" dirty="0">
                <a:effectLst/>
                <a:latin typeface="+mn-lt"/>
              </a:rPr>
              <a:t>T1: Strategy, Governance and Organisation</a:t>
            </a:r>
          </a:p>
          <a:p>
            <a:pPr fontAlgn="t">
              <a:lnSpc>
                <a:spcPct val="100000"/>
              </a:lnSpc>
              <a:buNone/>
            </a:pPr>
            <a:endParaRPr lang="en-GB" b="1" dirty="0"/>
          </a:p>
          <a:p>
            <a:pPr fontAlgn="t">
              <a:lnSpc>
                <a:spcPct val="100000"/>
              </a:lnSpc>
              <a:buNone/>
            </a:pPr>
            <a:r>
              <a:rPr lang="en-GB" b="1" dirty="0"/>
              <a:t>TARGETS</a:t>
            </a:r>
            <a:endParaRPr lang="en-GB" dirty="0"/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AI for the environment: EU strategies by Q1 2027. Q2: who decides what?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Define organisational AI governance and a checklist for monitoring, compliance, EEA alignment and best practice.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Support needs-led incubation with skills, technology and ethics. Build AI-ready data from the outset.</a:t>
            </a:r>
          </a:p>
          <a:p>
            <a:pPr lvl="0" fontAlgn="t">
              <a:lnSpc>
                <a:spcPct val="100000"/>
              </a:lnSpc>
            </a:pPr>
            <a:r>
              <a:rPr lang="en-GB" dirty="0"/>
              <a:t>Provide reliable information for policymakers and the public amid AI risks and opportunities.</a:t>
            </a:r>
          </a:p>
          <a:p>
            <a:pPr fontAlgn="t">
              <a:lnSpc>
                <a:spcPct val="100000"/>
              </a:lnSpc>
              <a:buNone/>
            </a:pPr>
            <a:endParaRPr lang="en-GB" b="1" dirty="0"/>
          </a:p>
          <a:p>
            <a:pPr fontAlgn="t">
              <a:lnSpc>
                <a:spcPct val="100000"/>
              </a:lnSpc>
              <a:buNone/>
            </a:pPr>
            <a:r>
              <a:rPr lang="en-GB" b="1" dirty="0"/>
              <a:t>EU AND MEMBER STATE ROLES</a:t>
            </a:r>
            <a:endParaRPr lang="en-GB" dirty="0"/>
          </a:p>
          <a:p>
            <a:pPr lvl="0" fontAlgn="t">
              <a:lnSpc>
                <a:spcPct val="100000"/>
              </a:lnSpc>
            </a:pPr>
            <a:r>
              <a:rPr lang="en-GB" dirty="0"/>
              <a:t>EU: European data, standardisation, AI factories, data centres, LLMs, ethics and technical standards.</a:t>
            </a:r>
          </a:p>
          <a:p>
            <a:pPr lvl="0" fontAlgn="t">
              <a:lnSpc>
                <a:spcPct val="100000"/>
              </a:lnSpc>
            </a:pPr>
            <a:r>
              <a:rPr lang="en-GB" dirty="0"/>
              <a:t>Member States: needs, governance and expertise to inform use cases, apps, possible software and skills development.</a:t>
            </a:r>
          </a:p>
          <a:p>
            <a:pPr fontAlgn="t">
              <a:lnSpc>
                <a:spcPct val="100000"/>
              </a:lnSpc>
              <a:buNone/>
            </a:pPr>
            <a:r>
              <a:rPr lang="en-GB" dirty="0"/>
              <a:t>Propose EU rules for transparent data-centre environmental, energy and water footprints. Keep approvals at national level.</a:t>
            </a:r>
          </a:p>
        </p:txBody>
      </p:sp>
    </p:spTree>
    <p:extLst>
      <p:ext uri="{BB962C8B-B14F-4D97-AF65-F5344CB8AC3E}">
        <p14:creationId xmlns:p14="http://schemas.microsoft.com/office/powerpoint/2010/main" val="1728503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17684-9641-E008-9C86-9811724A8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ADA469-CD75-6023-C274-D863B70035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20" y="-84306"/>
            <a:ext cx="51435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034717-B312-8764-7EE5-AEEE33986A0D}"/>
              </a:ext>
            </a:extLst>
          </p:cNvPr>
          <p:cNvSpPr txBox="1"/>
          <p:nvPr/>
        </p:nvSpPr>
        <p:spPr>
          <a:xfrm>
            <a:off x="5557736" y="3956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T1: Strategy, Governance and Organisation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1D15C7-A38F-BBCB-C51D-94CAE5FB1A30}"/>
              </a:ext>
            </a:extLst>
          </p:cNvPr>
          <p:cNvSpPr txBox="1"/>
          <p:nvPr/>
        </p:nvSpPr>
        <p:spPr>
          <a:xfrm>
            <a:off x="5557736" y="942096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GB" b="1" dirty="0"/>
              <a:t>OUTCOMES</a:t>
            </a:r>
          </a:p>
          <a:p>
            <a:pPr marL="34290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Shared AI for Environment empowerment</a:t>
            </a:r>
          </a:p>
          <a:p>
            <a:pPr marL="34290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Guidance for organisations to ensure compliance with Strategy + policy (POC/ATP). </a:t>
            </a:r>
          </a:p>
          <a:p>
            <a:pPr marL="34290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Pilot study on data </a:t>
            </a:r>
            <a:r>
              <a:rPr lang="en-GB" dirty="0" err="1"/>
              <a:t>center</a:t>
            </a:r>
            <a:r>
              <a:rPr lang="en-GB" dirty="0"/>
              <a:t> consumption efficiency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dirty="0"/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Documentation, checklists and guidance for </a:t>
            </a:r>
            <a:r>
              <a:rPr lang="en-GB" dirty="0" err="1"/>
              <a:t>For</a:t>
            </a:r>
            <a:r>
              <a:rPr lang="en-GB" dirty="0"/>
              <a:t> </a:t>
            </a:r>
            <a:r>
              <a:rPr lang="en-GB" dirty="0" err="1"/>
              <a:t>orgnisations</a:t>
            </a:r>
            <a:r>
              <a:rPr lang="en-GB" dirty="0"/>
              <a:t> to ensure that they are compliant (or even beyond-compliance).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Improved transparency of data-centre energy and water consumption.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Guidelines supporting agencies in becoming AI-ready and using AI in a useful and responsible way.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Alignment/Agreement with EEA/EU. </a:t>
            </a:r>
          </a:p>
        </p:txBody>
      </p:sp>
    </p:spTree>
    <p:extLst>
      <p:ext uri="{BB962C8B-B14F-4D97-AF65-F5344CB8AC3E}">
        <p14:creationId xmlns:p14="http://schemas.microsoft.com/office/powerpoint/2010/main" val="1579629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1691D-D023-07ED-F3AD-B46A354E4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E3794B-0ED6-4C9F-C5C4-90DE1BCC4E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20" y="-84306"/>
            <a:ext cx="51435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F2868F-F200-9624-D0E1-73E6B2C7B3D1}"/>
              </a:ext>
            </a:extLst>
          </p:cNvPr>
          <p:cNvSpPr txBox="1"/>
          <p:nvPr/>
        </p:nvSpPr>
        <p:spPr>
          <a:xfrm>
            <a:off x="5557736" y="3956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T1: Strategy, Governance and Organisation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3EE204-F122-6BAA-4C8D-9C8BDCE61646}"/>
              </a:ext>
            </a:extLst>
          </p:cNvPr>
          <p:cNvSpPr txBox="1"/>
          <p:nvPr/>
        </p:nvSpPr>
        <p:spPr>
          <a:xfrm>
            <a:off x="5557736" y="1133549"/>
            <a:ext cx="6096000" cy="1638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GB" b="1" dirty="0"/>
              <a:t>ACTIONS</a:t>
            </a:r>
            <a:endParaRPr lang="en-GB" dirty="0"/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Collect local Docs and approaches.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Identify and evaluate best practices.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Start with internal experience and then broaden the exercise beyond.</a:t>
            </a:r>
          </a:p>
          <a:p>
            <a:pPr fontAlgn="t">
              <a:lnSpc>
                <a:spcPct val="100000"/>
              </a:lnSpc>
              <a:buNone/>
            </a:pPr>
            <a:endParaRPr lang="en-GB" sz="1050" b="0" i="0" dirty="0"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173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38598-5B71-B7F8-51D5-C7D7CA388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7D8D1D-0F97-ED19-2104-4B17D80A92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67" b="16863"/>
          <a:stretch>
            <a:fillRect/>
          </a:stretch>
        </p:blipFill>
        <p:spPr>
          <a:xfrm>
            <a:off x="6728298" y="285344"/>
            <a:ext cx="5395775" cy="284371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3C1A61E-D5D6-A207-1BCB-47F66F99FBAC}"/>
              </a:ext>
            </a:extLst>
          </p:cNvPr>
          <p:cNvSpPr txBox="1"/>
          <p:nvPr/>
        </p:nvSpPr>
        <p:spPr>
          <a:xfrm>
            <a:off x="294906" y="285344"/>
            <a:ext cx="6553366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 dirty="0"/>
              <a:t>Group: </a:t>
            </a:r>
            <a:r>
              <a:rPr lang="en-GB" b="1" dirty="0">
                <a:solidFill>
                  <a:prstClr val="black"/>
                </a:solidFill>
              </a:rPr>
              <a:t>T1 Strategy, Governance and Organisation</a:t>
            </a:r>
          </a:p>
          <a:p>
            <a:endParaRPr lang="da-DK" sz="1400" dirty="0"/>
          </a:p>
          <a:p>
            <a:r>
              <a:rPr lang="da-DK" sz="1400" dirty="0"/>
              <a:t>Annalisa  	Start </a:t>
            </a:r>
            <a:r>
              <a:rPr lang="da-DK" sz="1400" dirty="0" err="1"/>
              <a:t>doing</a:t>
            </a:r>
            <a:r>
              <a:rPr lang="da-DK" sz="1400" dirty="0"/>
              <a:t> research on European (MS) </a:t>
            </a:r>
            <a:r>
              <a:rPr lang="da-DK" sz="1400" dirty="0" err="1"/>
              <a:t>strategies</a:t>
            </a:r>
            <a:r>
              <a:rPr lang="da-DK" sz="1400" dirty="0"/>
              <a:t>/</a:t>
            </a:r>
            <a:r>
              <a:rPr lang="da-DK" sz="1400" dirty="0" err="1"/>
              <a:t>policies</a:t>
            </a:r>
            <a:r>
              <a:rPr lang="da-DK" sz="1400" dirty="0"/>
              <a:t> </a:t>
            </a:r>
          </a:p>
          <a:p>
            <a:r>
              <a:rPr lang="da-DK" sz="1400" dirty="0"/>
              <a:t>Martin T.  	</a:t>
            </a:r>
            <a:r>
              <a:rPr lang="da-DK" sz="1400" dirty="0" err="1"/>
              <a:t>Contribute</a:t>
            </a:r>
            <a:r>
              <a:rPr lang="da-DK" sz="1400" dirty="0"/>
              <a:t> to summary of event. Propose input to </a:t>
            </a:r>
            <a:r>
              <a:rPr lang="da-DK" sz="1400" dirty="0" err="1"/>
              <a:t>roadmap</a:t>
            </a:r>
            <a:r>
              <a:rPr lang="da-DK" sz="1400" dirty="0"/>
              <a:t>. 	</a:t>
            </a:r>
            <a:r>
              <a:rPr lang="da-DK" sz="1400" dirty="0" err="1"/>
              <a:t>Initiate</a:t>
            </a:r>
            <a:r>
              <a:rPr lang="da-DK" sz="1400" dirty="0"/>
              <a:t> the </a:t>
            </a:r>
            <a:r>
              <a:rPr lang="da-DK" sz="1400" dirty="0" err="1"/>
              <a:t>outcomes</a:t>
            </a:r>
            <a:r>
              <a:rPr lang="da-DK" sz="1400" dirty="0"/>
              <a:t> template. </a:t>
            </a:r>
            <a:r>
              <a:rPr lang="da-DK" sz="1400" dirty="0" err="1"/>
              <a:t>Contribute</a:t>
            </a:r>
            <a:r>
              <a:rPr lang="da-DK" sz="1400" dirty="0"/>
              <a:t> to </a:t>
            </a:r>
            <a:r>
              <a:rPr lang="da-DK" sz="1400" dirty="0" err="1"/>
              <a:t>topics</a:t>
            </a:r>
            <a:r>
              <a:rPr lang="da-DK" sz="1400" dirty="0"/>
              <a:t> coordination</a:t>
            </a:r>
          </a:p>
          <a:p>
            <a:r>
              <a:rPr lang="da-DK" sz="1400" dirty="0"/>
              <a:t>Juliana  	Talk with </a:t>
            </a:r>
            <a:r>
              <a:rPr lang="da-DK" sz="1400" dirty="0" err="1"/>
              <a:t>colleagues</a:t>
            </a:r>
            <a:r>
              <a:rPr lang="da-DK" sz="1400" dirty="0"/>
              <a:t> for more </a:t>
            </a:r>
            <a:r>
              <a:rPr lang="da-DK" sz="1400" dirty="0" err="1"/>
              <a:t>ideas</a:t>
            </a:r>
            <a:r>
              <a:rPr lang="da-DK" sz="1400" dirty="0"/>
              <a:t> on </a:t>
            </a:r>
            <a:r>
              <a:rPr lang="da-DK" sz="1400" dirty="0" err="1"/>
              <a:t>this</a:t>
            </a:r>
            <a:r>
              <a:rPr lang="da-DK" sz="1400" dirty="0"/>
              <a:t> </a:t>
            </a:r>
            <a:r>
              <a:rPr lang="da-DK" sz="1400" dirty="0" err="1"/>
              <a:t>topic</a:t>
            </a:r>
            <a:endParaRPr lang="da-DK" sz="1400" dirty="0"/>
          </a:p>
          <a:p>
            <a:r>
              <a:rPr lang="da-DK" sz="1400" dirty="0"/>
              <a:t>Stephen (IE)     </a:t>
            </a:r>
            <a:r>
              <a:rPr lang="da-DK" sz="1400" dirty="0" err="1"/>
              <a:t>Identify</a:t>
            </a:r>
            <a:r>
              <a:rPr lang="da-DK" sz="1400" dirty="0"/>
              <a:t> the </a:t>
            </a:r>
            <a:r>
              <a:rPr lang="da-DK" sz="1400" dirty="0" err="1"/>
              <a:t>toles</a:t>
            </a:r>
            <a:r>
              <a:rPr lang="da-DK" sz="1400" dirty="0"/>
              <a:t>/</a:t>
            </a:r>
            <a:r>
              <a:rPr lang="da-DK" sz="1400" dirty="0" err="1"/>
              <a:t>levels</a:t>
            </a:r>
            <a:r>
              <a:rPr lang="da-DK" sz="1400" dirty="0"/>
              <a:t> in the organisation relevant to the 	</a:t>
            </a:r>
            <a:r>
              <a:rPr lang="da-DK" sz="1400" dirty="0" err="1"/>
              <a:t>governance</a:t>
            </a:r>
            <a:r>
              <a:rPr lang="da-DK" sz="1400" dirty="0"/>
              <a:t>/</a:t>
            </a:r>
            <a:r>
              <a:rPr lang="da-DK" sz="1400" dirty="0" err="1"/>
              <a:t>oversight</a:t>
            </a:r>
            <a:r>
              <a:rPr lang="da-DK" sz="1400" dirty="0"/>
              <a:t> of AI and stat to </a:t>
            </a:r>
            <a:r>
              <a:rPr lang="da-DK" sz="1400" dirty="0" err="1"/>
              <a:t>collect</a:t>
            </a:r>
            <a:r>
              <a:rPr lang="da-DK" sz="1400" dirty="0"/>
              <a:t> info from </a:t>
            </a:r>
            <a:r>
              <a:rPr lang="da-DK" sz="1400" dirty="0" err="1"/>
              <a:t>Member</a:t>
            </a:r>
            <a:r>
              <a:rPr lang="da-DK" sz="1400" dirty="0"/>
              <a:t> States</a:t>
            </a:r>
          </a:p>
          <a:p>
            <a:r>
              <a:rPr lang="da-DK" sz="1400" dirty="0"/>
              <a:t>Sune 	Provide support to Group and </a:t>
            </a:r>
            <a:r>
              <a:rPr lang="da-DK" sz="1400" dirty="0" err="1"/>
              <a:t>share</a:t>
            </a:r>
            <a:r>
              <a:rPr lang="da-DK" sz="1400" dirty="0"/>
              <a:t> </a:t>
            </a:r>
            <a:r>
              <a:rPr lang="da-DK" sz="1400" dirty="0" err="1"/>
              <a:t>knowledge</a:t>
            </a:r>
            <a:endParaRPr lang="da-DK" sz="1400" dirty="0"/>
          </a:p>
          <a:p>
            <a:r>
              <a:rPr lang="da-DK" sz="1400" dirty="0"/>
              <a:t>Stephan</a:t>
            </a:r>
          </a:p>
          <a:p>
            <a:r>
              <a:rPr lang="da-DK" sz="1400" dirty="0"/>
              <a:t>Davide 	</a:t>
            </a:r>
            <a:r>
              <a:rPr lang="da-DK" sz="1400" dirty="0" err="1"/>
              <a:t>Share</a:t>
            </a:r>
            <a:r>
              <a:rPr lang="da-DK" sz="1400" dirty="0"/>
              <a:t> </a:t>
            </a:r>
            <a:r>
              <a:rPr lang="da-DK" sz="1400" dirty="0" err="1"/>
              <a:t>experiences</a:t>
            </a:r>
            <a:r>
              <a:rPr lang="da-DK" sz="1400" dirty="0"/>
              <a:t> in </a:t>
            </a:r>
            <a:r>
              <a:rPr lang="da-DK" sz="1400" dirty="0" err="1"/>
              <a:t>other</a:t>
            </a:r>
            <a:r>
              <a:rPr lang="da-DK" sz="1400" dirty="0"/>
              <a:t> </a:t>
            </a:r>
            <a:r>
              <a:rPr lang="da-DK" sz="1400" dirty="0" err="1"/>
              <a:t>networks</a:t>
            </a:r>
            <a:r>
              <a:rPr lang="da-DK" sz="1400" dirty="0"/>
              <a:t> and </a:t>
            </a:r>
            <a:r>
              <a:rPr lang="da-DK" sz="1400" dirty="0" err="1"/>
              <a:t>coalitions</a:t>
            </a:r>
            <a:r>
              <a:rPr lang="da-DK" sz="1400" dirty="0"/>
              <a:t> on AI</a:t>
            </a:r>
          </a:p>
          <a:p>
            <a:r>
              <a:rPr lang="da-DK" sz="1400" dirty="0"/>
              <a:t>Alberto</a:t>
            </a:r>
          </a:p>
          <a:p>
            <a:r>
              <a:rPr lang="da-DK" sz="1400" dirty="0"/>
              <a:t>Erkki 	</a:t>
            </a:r>
            <a:r>
              <a:rPr lang="da-DK" sz="1400" dirty="0" err="1"/>
              <a:t>Identify</a:t>
            </a:r>
            <a:r>
              <a:rPr lang="da-DK" sz="1400" dirty="0"/>
              <a:t> information </a:t>
            </a:r>
            <a:r>
              <a:rPr lang="da-DK" sz="1400" dirty="0" err="1"/>
              <a:t>needs</a:t>
            </a:r>
            <a:r>
              <a:rPr lang="da-DK" sz="1400" dirty="0"/>
              <a:t> for AI </a:t>
            </a:r>
            <a:r>
              <a:rPr lang="da-DK" sz="1400" dirty="0" err="1"/>
              <a:t>Env</a:t>
            </a:r>
            <a:r>
              <a:rPr lang="da-DK" sz="1400" dirty="0"/>
              <a:t>. </a:t>
            </a:r>
            <a:r>
              <a:rPr lang="da-DK" sz="1400" dirty="0" err="1"/>
              <a:t>Impact</a:t>
            </a:r>
            <a:endParaRPr lang="da-DK" sz="1400" dirty="0"/>
          </a:p>
          <a:p>
            <a:r>
              <a:rPr lang="da-DK" sz="1400" dirty="0"/>
              <a:t>Simon</a:t>
            </a:r>
          </a:p>
          <a:p>
            <a:endParaRPr lang="da-DK" sz="14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4886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6BDF0-48BF-C918-02DB-3551921C5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22722AB-0081-BCBB-4475-864F62F65435}"/>
              </a:ext>
            </a:extLst>
          </p:cNvPr>
          <p:cNvSpPr txBox="1"/>
          <p:nvPr/>
        </p:nvSpPr>
        <p:spPr>
          <a:xfrm>
            <a:off x="5557736" y="3956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T2: People, Skills and Ways of Working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BF0A87-E54E-9CFE-E0EA-EED32AA742B0}"/>
              </a:ext>
            </a:extLst>
          </p:cNvPr>
          <p:cNvSpPr txBox="1"/>
          <p:nvPr/>
        </p:nvSpPr>
        <p:spPr>
          <a:xfrm>
            <a:off x="5557736" y="1133549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GB" b="1" dirty="0"/>
              <a:t>TARGETS</a:t>
            </a:r>
            <a:endParaRPr lang="en-GB" dirty="0"/>
          </a:p>
          <a:p>
            <a:pPr marL="285750" lvl="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Establish AI literacy for different roles.</a:t>
            </a:r>
          </a:p>
          <a:p>
            <a:pPr marL="285750" lvl="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Risks, Opportunities, Myth Busting</a:t>
            </a:r>
          </a:p>
          <a:p>
            <a:pPr marL="285750" lvl="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Learning targets and journey defined per AI role + </a:t>
            </a:r>
          </a:p>
          <a:p>
            <a:pPr marL="285750" lvl="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Definition of new AI roles, including their needs and challenges.</a:t>
            </a:r>
          </a:p>
          <a:p>
            <a:pPr marL="285750" lvl="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Develop a common learning platform supporting EEA-Eionet workflows and filling identified gaps.</a:t>
            </a:r>
          </a:p>
          <a:p>
            <a:pPr marL="285750" lvl="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Map the landscape of AI skills, roles and needs in national administrations.</a:t>
            </a:r>
          </a:p>
          <a:p>
            <a:pPr marL="285750" lvl="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Establishment of AI department with  skills, vision and regulation. More </a:t>
            </a:r>
            <a:r>
              <a:rPr lang="en-GB" dirty="0" err="1"/>
              <a:t>skillfull</a:t>
            </a:r>
            <a:r>
              <a:rPr lang="en-GB" dirty="0"/>
              <a:t> organisations support others</a:t>
            </a:r>
            <a:endParaRPr lang="en-GB" sz="1050" b="0" i="0" dirty="0">
              <a:effectLst/>
              <a:latin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DD510F-E489-478F-9C21-8955BEA4AC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801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43FA7-BACD-303A-7804-92D4005FA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C6E5FD7-E02E-25D9-A2D8-9C74DFB60703}"/>
              </a:ext>
            </a:extLst>
          </p:cNvPr>
          <p:cNvSpPr txBox="1"/>
          <p:nvPr/>
        </p:nvSpPr>
        <p:spPr>
          <a:xfrm>
            <a:off x="5557736" y="3956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T2: People, Skills and Ways of Working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F46877-A0C8-D682-077B-1FF42C0A9209}"/>
              </a:ext>
            </a:extLst>
          </p:cNvPr>
          <p:cNvSpPr txBox="1"/>
          <p:nvPr/>
        </p:nvSpPr>
        <p:spPr>
          <a:xfrm>
            <a:off x="5557736" y="1133549"/>
            <a:ext cx="6096000" cy="2192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GB" b="1" dirty="0"/>
              <a:t>OUTCOMES</a:t>
            </a:r>
            <a:endParaRPr lang="en-GB" dirty="0"/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Defined roles and personas.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Literacy and need assessment identified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Have guidelines to develop and AI literate and resilient work force including board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An assessment matrix or test linking roles and needs.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Training sessions with certification  by and for Eionet.</a:t>
            </a:r>
          </a:p>
          <a:p>
            <a:pPr fontAlgn="t">
              <a:lnSpc>
                <a:spcPct val="100000"/>
              </a:lnSpc>
              <a:buNone/>
            </a:pPr>
            <a:endParaRPr lang="en-GB" sz="1050" b="0" i="0" dirty="0">
              <a:effectLst/>
              <a:latin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DE6B29-4E19-1F8B-0D4B-48EE7B2275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770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2FE93-A19A-862A-0342-CE49D9CE5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90A707E-B4CF-F05F-57C0-21D0170AAB68}"/>
              </a:ext>
            </a:extLst>
          </p:cNvPr>
          <p:cNvSpPr txBox="1"/>
          <p:nvPr/>
        </p:nvSpPr>
        <p:spPr>
          <a:xfrm>
            <a:off x="5557736" y="3956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T2: People, Skills and Ways of Working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73216B-F562-F2CF-3748-0892E2D32970}"/>
              </a:ext>
            </a:extLst>
          </p:cNvPr>
          <p:cNvSpPr txBox="1"/>
          <p:nvPr/>
        </p:nvSpPr>
        <p:spPr>
          <a:xfrm>
            <a:off x="5557736" y="1133549"/>
            <a:ext cx="6096000" cy="2192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GB" b="1" dirty="0"/>
              <a:t>ACTIONS</a:t>
            </a:r>
            <a:endParaRPr lang="en-GB" dirty="0"/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Conduct workshops to identify roles, personas and literacy needs.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Develop supporting guidelines and tools etc.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Assess existing and missing roles and skills across Eionet members.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Identify training already available within organisations.</a:t>
            </a:r>
          </a:p>
          <a:p>
            <a:pPr fontAlgn="t">
              <a:lnSpc>
                <a:spcPct val="100000"/>
              </a:lnSpc>
              <a:buNone/>
            </a:pPr>
            <a:endParaRPr lang="en-GB" sz="1050" b="0" i="0" dirty="0">
              <a:effectLst/>
              <a:latin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0D7F88-0FF5-500A-804C-9D391AFB85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411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A2F3F-C9FE-707C-6351-4C798281E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34E48A7-027F-C2D1-583E-6703E9F5E041}"/>
              </a:ext>
            </a:extLst>
          </p:cNvPr>
          <p:cNvSpPr txBox="1"/>
          <p:nvPr/>
        </p:nvSpPr>
        <p:spPr>
          <a:xfrm>
            <a:off x="5557736" y="3956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T2: People, Skills and Ways of Working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AFED2E-A42B-BE8F-2EDA-A179BE1BB319}"/>
              </a:ext>
            </a:extLst>
          </p:cNvPr>
          <p:cNvSpPr txBox="1"/>
          <p:nvPr/>
        </p:nvSpPr>
        <p:spPr>
          <a:xfrm>
            <a:off x="5557736" y="1133549"/>
            <a:ext cx="6096000" cy="527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GB" b="1" dirty="0"/>
              <a:t>OFFERS</a:t>
            </a:r>
            <a:endParaRPr lang="en-GB" dirty="0"/>
          </a:p>
          <a:p>
            <a:pPr fontAlgn="t">
              <a:lnSpc>
                <a:spcPct val="100000"/>
              </a:lnSpc>
              <a:buNone/>
            </a:pPr>
            <a:r>
              <a:rPr lang="en-GB" sz="1400" b="0" i="0" dirty="0">
                <a:effectLst/>
                <a:latin typeface="Segoe UI" panose="020B0502040204020203" pitchFamily="34" charset="0"/>
              </a:rPr>
              <a:t>Examples from my </a:t>
            </a:r>
            <a:r>
              <a:rPr lang="en-GB" sz="1400" b="0" i="0" dirty="0" err="1">
                <a:effectLst/>
                <a:latin typeface="Segoe UI" panose="020B0502040204020203" pitchFamily="34" charset="0"/>
              </a:rPr>
              <a:t>organsation</a:t>
            </a:r>
            <a:r>
              <a:rPr lang="en-GB" sz="1400" b="0" i="0" dirty="0">
                <a:effectLst/>
                <a:latin typeface="Segoe UI" panose="020B0502040204020203" pitchFamily="34" charset="0"/>
              </a:rPr>
              <a:t> on processes and </a:t>
            </a:r>
            <a:r>
              <a:rPr lang="en-GB" sz="1400" b="0" i="0" dirty="0" err="1">
                <a:effectLst/>
                <a:latin typeface="Segoe UI" panose="020B0502040204020203" pitchFamily="34" charset="0"/>
              </a:rPr>
              <a:t>matriels</a:t>
            </a:r>
            <a:endParaRPr lang="en-GB" sz="1400" b="0" i="0" dirty="0">
              <a:effectLst/>
              <a:latin typeface="Segoe UI" panose="020B0502040204020203" pitchFamily="34" charset="0"/>
            </a:endParaRPr>
          </a:p>
          <a:p>
            <a:pPr fontAlgn="t">
              <a:lnSpc>
                <a:spcPct val="100000"/>
              </a:lnSpc>
              <a:buNone/>
            </a:pPr>
            <a:r>
              <a:rPr lang="en-GB" sz="1400" dirty="0">
                <a:latin typeface="Segoe UI" panose="020B0502040204020203" pitchFamily="34" charset="0"/>
              </a:rPr>
              <a:t>My experience</a:t>
            </a:r>
          </a:p>
          <a:p>
            <a:pPr fontAlgn="t">
              <a:lnSpc>
                <a:spcPct val="100000"/>
              </a:lnSpc>
              <a:buNone/>
            </a:pPr>
            <a:r>
              <a:rPr lang="en-GB" sz="1400" b="0" i="0" dirty="0">
                <a:effectLst/>
                <a:latin typeface="Segoe UI" panose="020B0502040204020203" pitchFamily="34" charset="0"/>
              </a:rPr>
              <a:t>Experiences from different regional administrations</a:t>
            </a:r>
          </a:p>
          <a:p>
            <a:pPr fontAlgn="t">
              <a:lnSpc>
                <a:spcPct val="100000"/>
              </a:lnSpc>
              <a:buNone/>
            </a:pPr>
            <a:r>
              <a:rPr lang="en-GB" sz="1400" dirty="0">
                <a:latin typeface="Segoe UI" panose="020B0502040204020203" pitchFamily="34" charset="0"/>
              </a:rPr>
              <a:t>Experience in AI training</a:t>
            </a:r>
          </a:p>
          <a:p>
            <a:pPr fontAlgn="t">
              <a:lnSpc>
                <a:spcPct val="100000"/>
              </a:lnSpc>
              <a:buNone/>
            </a:pPr>
            <a:r>
              <a:rPr lang="en-GB" sz="1400" b="0" i="0" dirty="0">
                <a:effectLst/>
                <a:latin typeface="Segoe UI" panose="020B0502040204020203" pitchFamily="34" charset="0"/>
              </a:rPr>
              <a:t>Roles </a:t>
            </a:r>
            <a:r>
              <a:rPr lang="en-GB" sz="1400" b="0" i="0" dirty="0" err="1">
                <a:effectLst/>
                <a:latin typeface="Segoe UI" panose="020B0502040204020203" pitchFamily="34" charset="0"/>
              </a:rPr>
              <a:t>fro</a:t>
            </a:r>
            <a:r>
              <a:rPr lang="en-GB" sz="1400" b="0" i="0" dirty="0">
                <a:effectLst/>
                <a:latin typeface="Segoe UI" panose="020B0502040204020203" pitchFamily="34" charset="0"/>
              </a:rPr>
              <a:t> individuals, </a:t>
            </a:r>
            <a:r>
              <a:rPr lang="en-GB" sz="1400" b="0" i="0" dirty="0" err="1">
                <a:effectLst/>
                <a:latin typeface="Segoe UI" panose="020B0502040204020203" pitchFamily="34" charset="0"/>
              </a:rPr>
              <a:t>comittees</a:t>
            </a:r>
            <a:r>
              <a:rPr lang="en-GB" sz="1400" b="0" i="0" dirty="0">
                <a:effectLst/>
                <a:latin typeface="Segoe UI" panose="020B0502040204020203" pitchFamily="34" charset="0"/>
              </a:rPr>
              <a:t>, sub boards (KT)</a:t>
            </a:r>
          </a:p>
          <a:p>
            <a:pPr fontAlgn="t">
              <a:lnSpc>
                <a:spcPct val="100000"/>
              </a:lnSpc>
              <a:buNone/>
            </a:pPr>
            <a:r>
              <a:rPr lang="en-GB" sz="1400" dirty="0">
                <a:latin typeface="Segoe UI" panose="020B0502040204020203" pitchFamily="34" charset="0"/>
              </a:rPr>
              <a:t>Local LLM for research</a:t>
            </a:r>
          </a:p>
          <a:p>
            <a:pPr fontAlgn="t">
              <a:lnSpc>
                <a:spcPct val="100000"/>
              </a:lnSpc>
              <a:buNone/>
            </a:pPr>
            <a:r>
              <a:rPr lang="en-GB" sz="1400" b="0" i="0" dirty="0">
                <a:effectLst/>
                <a:latin typeface="Segoe UI" panose="020B0502040204020203" pitchFamily="34" charset="0"/>
              </a:rPr>
              <a:t>Connect Eionet to EEA AI learning</a:t>
            </a:r>
          </a:p>
          <a:p>
            <a:pPr fontAlgn="t">
              <a:lnSpc>
                <a:spcPct val="100000"/>
              </a:lnSpc>
              <a:buNone/>
            </a:pPr>
            <a:r>
              <a:rPr lang="en-GB" sz="1400" dirty="0">
                <a:latin typeface="Segoe UI" panose="020B0502040204020203" pitchFamily="34" charset="0"/>
              </a:rPr>
              <a:t>Use Cases</a:t>
            </a:r>
          </a:p>
          <a:p>
            <a:pPr fontAlgn="t">
              <a:lnSpc>
                <a:spcPct val="100000"/>
              </a:lnSpc>
              <a:buNone/>
            </a:pPr>
            <a:r>
              <a:rPr lang="en-GB" sz="1400" b="0" i="0" dirty="0">
                <a:effectLst/>
                <a:latin typeface="Segoe UI" panose="020B0502040204020203" pitchFamily="34" charset="0"/>
              </a:rPr>
              <a:t>Be more like Business company not like government</a:t>
            </a:r>
          </a:p>
          <a:p>
            <a:pPr fontAlgn="t">
              <a:lnSpc>
                <a:spcPct val="100000"/>
              </a:lnSpc>
              <a:buNone/>
            </a:pPr>
            <a:r>
              <a:rPr lang="en-GB" sz="1400" dirty="0">
                <a:latin typeface="Segoe UI" panose="020B0502040204020203" pitchFamily="34" charset="0"/>
              </a:rPr>
              <a:t>Not experienced in this</a:t>
            </a:r>
          </a:p>
          <a:p>
            <a:pPr fontAlgn="t">
              <a:lnSpc>
                <a:spcPct val="100000"/>
              </a:lnSpc>
              <a:buNone/>
            </a:pPr>
            <a:endParaRPr lang="en-GB" sz="1050" b="0" i="0" dirty="0">
              <a:effectLst/>
              <a:latin typeface="Segoe UI" panose="020B0502040204020203" pitchFamily="34" charset="0"/>
            </a:endParaRPr>
          </a:p>
          <a:p>
            <a:pPr fontAlgn="t">
              <a:lnSpc>
                <a:spcPct val="100000"/>
              </a:lnSpc>
              <a:buNone/>
            </a:pPr>
            <a:endParaRPr lang="en-GB" sz="1050" dirty="0">
              <a:latin typeface="Segoe UI" panose="020B0502040204020203" pitchFamily="34" charset="0"/>
            </a:endParaRPr>
          </a:p>
          <a:p>
            <a:pPr fontAlgn="t">
              <a:lnSpc>
                <a:spcPct val="100000"/>
              </a:lnSpc>
              <a:buNone/>
            </a:pPr>
            <a:r>
              <a:rPr lang="en-GB" b="1" dirty="0"/>
              <a:t>NEED</a:t>
            </a:r>
          </a:p>
          <a:p>
            <a:pPr fontAlgn="t">
              <a:lnSpc>
                <a:spcPct val="100000"/>
              </a:lnSpc>
              <a:buNone/>
            </a:pPr>
            <a:r>
              <a:rPr lang="en-GB" sz="1400" dirty="0">
                <a:latin typeface="Segoe UI" panose="020B0502040204020203" pitchFamily="34" charset="0"/>
              </a:rPr>
              <a:t>Local LLM Example</a:t>
            </a:r>
          </a:p>
          <a:p>
            <a:pPr fontAlgn="t">
              <a:lnSpc>
                <a:spcPct val="100000"/>
              </a:lnSpc>
              <a:buNone/>
            </a:pPr>
            <a:r>
              <a:rPr lang="en-GB" sz="1400" dirty="0">
                <a:latin typeface="Segoe UI" panose="020B0502040204020203" pitchFamily="34" charset="0"/>
              </a:rPr>
              <a:t>Sharing of best practices</a:t>
            </a:r>
          </a:p>
          <a:p>
            <a:pPr fontAlgn="t">
              <a:lnSpc>
                <a:spcPct val="100000"/>
              </a:lnSpc>
              <a:buNone/>
            </a:pPr>
            <a:r>
              <a:rPr lang="en-GB" sz="1400" dirty="0">
                <a:latin typeface="Segoe UI" panose="020B0502040204020203" pitchFamily="34" charset="0"/>
              </a:rPr>
              <a:t>Learning path for specific roles</a:t>
            </a:r>
          </a:p>
          <a:p>
            <a:pPr fontAlgn="t">
              <a:lnSpc>
                <a:spcPct val="100000"/>
              </a:lnSpc>
              <a:buNone/>
            </a:pPr>
            <a:r>
              <a:rPr lang="en-GB" sz="1400" dirty="0">
                <a:latin typeface="Segoe UI" panose="020B0502040204020203" pitchFamily="34" charset="0"/>
              </a:rPr>
              <a:t>To hear what others are doing</a:t>
            </a:r>
          </a:p>
          <a:p>
            <a:pPr fontAlgn="t">
              <a:lnSpc>
                <a:spcPct val="100000"/>
              </a:lnSpc>
              <a:buNone/>
            </a:pPr>
            <a:r>
              <a:rPr lang="en-GB" sz="1400" dirty="0">
                <a:latin typeface="Segoe UI" panose="020B0502040204020203" pitchFamily="34" charset="0"/>
              </a:rPr>
              <a:t>People/Department financing</a:t>
            </a:r>
          </a:p>
          <a:p>
            <a:pPr fontAlgn="t">
              <a:lnSpc>
                <a:spcPct val="100000"/>
              </a:lnSpc>
              <a:buNone/>
            </a:pPr>
            <a:r>
              <a:rPr lang="en-GB" sz="1400" dirty="0">
                <a:latin typeface="Segoe UI" panose="020B0502040204020203" pitchFamily="34" charset="0"/>
              </a:rPr>
              <a:t>Upskilling approach and needs assessment</a:t>
            </a:r>
          </a:p>
          <a:p>
            <a:pPr fontAlgn="t">
              <a:lnSpc>
                <a:spcPct val="100000"/>
              </a:lnSpc>
              <a:buNone/>
            </a:pPr>
            <a:r>
              <a:rPr lang="en-GB" sz="1400" dirty="0">
                <a:latin typeface="Segoe UI" panose="020B0502040204020203" pitchFamily="34" charset="0"/>
              </a:rPr>
              <a:t>Examples on Management Training</a:t>
            </a:r>
          </a:p>
          <a:p>
            <a:pPr fontAlgn="t">
              <a:lnSpc>
                <a:spcPct val="100000"/>
              </a:lnSpc>
              <a:buNone/>
            </a:pPr>
            <a:r>
              <a:rPr lang="en-GB" sz="1400" dirty="0">
                <a:latin typeface="Segoe UI" panose="020B0502040204020203" pitchFamily="34" charset="0"/>
              </a:rPr>
              <a:t>How to reach a national standard</a:t>
            </a:r>
          </a:p>
          <a:p>
            <a:pPr fontAlgn="t">
              <a:lnSpc>
                <a:spcPct val="100000"/>
              </a:lnSpc>
              <a:buNone/>
            </a:pPr>
            <a:r>
              <a:rPr lang="en-GB" sz="1400" dirty="0">
                <a:latin typeface="Segoe UI" panose="020B0502040204020203" pitchFamily="34" charset="0"/>
              </a:rPr>
              <a:t>AI tools evaluation grid, also considering their fairness to use for workers</a:t>
            </a:r>
          </a:p>
          <a:p>
            <a:pPr fontAlgn="t">
              <a:lnSpc>
                <a:spcPct val="100000"/>
              </a:lnSpc>
              <a:buNone/>
            </a:pPr>
            <a:r>
              <a:rPr lang="en-GB" sz="1400" dirty="0">
                <a:latin typeface="Segoe UI" panose="020B0502040204020203" pitchFamily="34" charset="0"/>
              </a:rPr>
              <a:t>Ways of learning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5C1754-08C6-14ED-D376-D99BB95CA8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39" t="2228" r="6618" b="-2228"/>
          <a:stretch>
            <a:fillRect/>
          </a:stretch>
        </p:blipFill>
        <p:spPr>
          <a:xfrm>
            <a:off x="142673" y="97277"/>
            <a:ext cx="5168630" cy="494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133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C0D3F-CA06-DBFF-CA43-A61110F41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A9EA2C-2C7D-F9EA-D54F-E16160DBB9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67" b="16863"/>
          <a:stretch>
            <a:fillRect/>
          </a:stretch>
        </p:blipFill>
        <p:spPr>
          <a:xfrm>
            <a:off x="6326221" y="220493"/>
            <a:ext cx="5395775" cy="284371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169DC12-7A5E-EDE0-A712-2187F660305B}"/>
              </a:ext>
            </a:extLst>
          </p:cNvPr>
          <p:cNvSpPr txBox="1"/>
          <p:nvPr/>
        </p:nvSpPr>
        <p:spPr>
          <a:xfrm>
            <a:off x="294906" y="285344"/>
            <a:ext cx="655336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 dirty="0"/>
              <a:t>Group: </a:t>
            </a:r>
            <a:r>
              <a:rPr lang="en-GB" b="1" dirty="0">
                <a:solidFill>
                  <a:prstClr val="black"/>
                </a:solidFill>
              </a:rPr>
              <a:t>T2 People, Skills and Ways of Working</a:t>
            </a:r>
          </a:p>
          <a:p>
            <a:endParaRPr lang="da-DK" sz="1400" dirty="0"/>
          </a:p>
          <a:p>
            <a:r>
              <a:rPr lang="da-DK" sz="1400" dirty="0"/>
              <a:t>Simon 	</a:t>
            </a:r>
            <a:r>
              <a:rPr lang="da-DK" sz="1400" dirty="0" err="1"/>
              <a:t>Share</a:t>
            </a:r>
            <a:r>
              <a:rPr lang="da-DK" sz="1400" dirty="0"/>
              <a:t> UBA </a:t>
            </a:r>
            <a:r>
              <a:rPr lang="da-DK" sz="1400" dirty="0" err="1"/>
              <a:t>concept</a:t>
            </a:r>
            <a:r>
              <a:rPr lang="da-DK" sz="1400" dirty="0"/>
              <a:t> for AI. Training + Data </a:t>
            </a:r>
            <a:r>
              <a:rPr lang="da-DK" sz="1400" dirty="0" err="1"/>
              <a:t>related</a:t>
            </a:r>
            <a:r>
              <a:rPr lang="da-DK" sz="1400" dirty="0"/>
              <a:t> </a:t>
            </a:r>
            <a:r>
              <a:rPr lang="da-DK" sz="1400" dirty="0" err="1"/>
              <a:t>roles</a:t>
            </a:r>
            <a:endParaRPr lang="da-DK" sz="1400" dirty="0"/>
          </a:p>
          <a:p>
            <a:r>
              <a:rPr lang="da-DK" sz="1400" dirty="0"/>
              <a:t>Annalisa  	</a:t>
            </a:r>
          </a:p>
          <a:p>
            <a:r>
              <a:rPr lang="da-DK" sz="1400" dirty="0"/>
              <a:t>Sune 	Provide support to Group and </a:t>
            </a:r>
            <a:r>
              <a:rPr lang="da-DK" sz="1400" dirty="0" err="1"/>
              <a:t>share</a:t>
            </a:r>
            <a:r>
              <a:rPr lang="da-DK" sz="1400" dirty="0"/>
              <a:t> </a:t>
            </a:r>
            <a:r>
              <a:rPr lang="da-DK" sz="1400" dirty="0" err="1"/>
              <a:t>knowledge</a:t>
            </a:r>
            <a:endParaRPr lang="da-DK" sz="1400" dirty="0"/>
          </a:p>
          <a:p>
            <a:r>
              <a:rPr lang="da-DK" sz="1400" dirty="0"/>
              <a:t>Stephan</a:t>
            </a:r>
          </a:p>
          <a:p>
            <a:r>
              <a:rPr lang="da-DK" sz="1400" dirty="0"/>
              <a:t>Davide 	</a:t>
            </a:r>
            <a:r>
              <a:rPr lang="da-DK" sz="1400" dirty="0" err="1"/>
              <a:t>Share</a:t>
            </a:r>
            <a:r>
              <a:rPr lang="da-DK" sz="1400" dirty="0"/>
              <a:t> </a:t>
            </a:r>
            <a:r>
              <a:rPr lang="da-DK" sz="1400" dirty="0" err="1"/>
              <a:t>experiences</a:t>
            </a:r>
            <a:r>
              <a:rPr lang="da-DK" sz="1400" dirty="0"/>
              <a:t> in </a:t>
            </a:r>
            <a:r>
              <a:rPr lang="da-DK" sz="1400" dirty="0" err="1"/>
              <a:t>other</a:t>
            </a:r>
            <a:r>
              <a:rPr lang="da-DK" sz="1400" dirty="0"/>
              <a:t> </a:t>
            </a:r>
            <a:r>
              <a:rPr lang="da-DK" sz="1400" dirty="0" err="1"/>
              <a:t>networks</a:t>
            </a:r>
            <a:r>
              <a:rPr lang="da-DK" sz="1400" dirty="0"/>
              <a:t> and </a:t>
            </a:r>
            <a:r>
              <a:rPr lang="da-DK" sz="1400" dirty="0" err="1"/>
              <a:t>coalitions</a:t>
            </a:r>
            <a:r>
              <a:rPr lang="da-DK" sz="1400" dirty="0"/>
              <a:t> on AI</a:t>
            </a:r>
          </a:p>
          <a:p>
            <a:r>
              <a:rPr lang="da-DK" sz="1400" dirty="0"/>
              <a:t>Alberto</a:t>
            </a:r>
          </a:p>
          <a:p>
            <a:r>
              <a:rPr lang="da-DK" sz="1400" dirty="0" err="1"/>
              <a:t>Matej</a:t>
            </a:r>
            <a:r>
              <a:rPr lang="da-DK" sz="1400" dirty="0"/>
              <a:t> 	</a:t>
            </a:r>
            <a:r>
              <a:rPr lang="da-DK" sz="1400" dirty="0" err="1"/>
              <a:t>Identify</a:t>
            </a:r>
            <a:r>
              <a:rPr lang="da-DK" sz="1400" dirty="0"/>
              <a:t> information </a:t>
            </a:r>
            <a:r>
              <a:rPr lang="da-DK" sz="1400" dirty="0" err="1"/>
              <a:t>needs</a:t>
            </a:r>
            <a:r>
              <a:rPr lang="da-DK" sz="1400" dirty="0"/>
              <a:t> for AI </a:t>
            </a:r>
            <a:r>
              <a:rPr lang="da-DK" sz="1400" dirty="0" err="1"/>
              <a:t>Env</a:t>
            </a:r>
            <a:r>
              <a:rPr lang="da-DK" sz="1400" dirty="0"/>
              <a:t>. </a:t>
            </a:r>
            <a:r>
              <a:rPr lang="da-DK" sz="1400" dirty="0" err="1"/>
              <a:t>Impact</a:t>
            </a:r>
            <a:endParaRPr lang="da-DK" sz="1400" dirty="0"/>
          </a:p>
          <a:p>
            <a:r>
              <a:rPr lang="da-DK" sz="1400" dirty="0"/>
              <a:t>Erkki	</a:t>
            </a:r>
            <a:r>
              <a:rPr lang="da-DK" sz="1400" dirty="0" err="1"/>
              <a:t>Idnetifying</a:t>
            </a:r>
            <a:r>
              <a:rPr lang="da-DK" sz="1400" dirty="0"/>
              <a:t> </a:t>
            </a:r>
            <a:r>
              <a:rPr lang="da-DK" sz="1400" dirty="0" err="1"/>
              <a:t>needs</a:t>
            </a:r>
            <a:r>
              <a:rPr lang="da-DK" sz="1400" dirty="0"/>
              <a:t> and </a:t>
            </a:r>
            <a:r>
              <a:rPr lang="da-DK" sz="1400" dirty="0" err="1"/>
              <a:t>roles</a:t>
            </a:r>
            <a:r>
              <a:rPr lang="da-DK" sz="1400" dirty="0"/>
              <a:t> in </a:t>
            </a:r>
            <a:r>
              <a:rPr lang="da-DK" sz="1400" dirty="0" err="1"/>
              <a:t>my</a:t>
            </a:r>
            <a:r>
              <a:rPr lang="da-DK" sz="1400" dirty="0"/>
              <a:t> </a:t>
            </a:r>
            <a:r>
              <a:rPr lang="da-DK" sz="1400" dirty="0" err="1"/>
              <a:t>opganisation</a:t>
            </a:r>
            <a:r>
              <a:rPr lang="da-DK" sz="1400" dirty="0"/>
              <a:t>/</a:t>
            </a:r>
            <a:r>
              <a:rPr lang="da-DK" sz="1400" dirty="0" err="1"/>
              <a:t>network</a:t>
            </a:r>
            <a:endParaRPr lang="da-DK" sz="1400" dirty="0"/>
          </a:p>
          <a:p>
            <a:endParaRPr lang="da-DK" sz="1400" dirty="0"/>
          </a:p>
          <a:p>
            <a:r>
              <a:rPr lang="da-DK" sz="1400" dirty="0"/>
              <a:t>-      Write </a:t>
            </a:r>
            <a:r>
              <a:rPr lang="da-DK" sz="1400" dirty="0" err="1"/>
              <a:t>personas</a:t>
            </a:r>
            <a:endParaRPr lang="da-DK" sz="1400" dirty="0"/>
          </a:p>
          <a:p>
            <a:pPr marL="285750" indent="-285750">
              <a:buFontTx/>
              <a:buChar char="-"/>
            </a:pPr>
            <a:r>
              <a:rPr lang="en-GB" sz="1400" dirty="0"/>
              <a:t>Sketch out workshop to identify roles and needs </a:t>
            </a:r>
          </a:p>
          <a:p>
            <a:pPr marL="285750" indent="-285750">
              <a:buFontTx/>
              <a:buChar char="-"/>
            </a:pP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93890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9E034-3966-72EA-E0AC-37029EA9E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D500EA3-C98E-60A3-4D39-2B38BBE3233C}"/>
              </a:ext>
            </a:extLst>
          </p:cNvPr>
          <p:cNvSpPr txBox="1"/>
          <p:nvPr/>
        </p:nvSpPr>
        <p:spPr>
          <a:xfrm>
            <a:off x="5557736" y="3956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T3: Data, Technologies and Infrastructure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5A78EA-8ED1-D4E6-7265-1B5F47A0F3B2}"/>
              </a:ext>
            </a:extLst>
          </p:cNvPr>
          <p:cNvSpPr txBox="1"/>
          <p:nvPr/>
        </p:nvSpPr>
        <p:spPr>
          <a:xfrm>
            <a:off x="5557736" y="1133549"/>
            <a:ext cx="609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TARGETS</a:t>
            </a:r>
          </a:p>
          <a:p>
            <a:pPr marL="342900" marR="0" lvl="0" indent="-34290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AI ready Environment data</a:t>
            </a:r>
          </a:p>
          <a:p>
            <a:pPr marL="342900" marR="0" lvl="0" indent="-34290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Reusable technology and infrastructure</a:t>
            </a:r>
            <a:endParaRPr lang="en-GB" dirty="0"/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dirty="0"/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Data + </a:t>
            </a:r>
            <a:r>
              <a:rPr lang="en-GB" dirty="0" err="1"/>
              <a:t>Platfom</a:t>
            </a:r>
            <a:r>
              <a:rPr lang="en-GB" dirty="0"/>
              <a:t> + Technology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Collecting as is + to be data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dirty="0"/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Establish an open AI hub for prototyping and development. HW + API – Platform, Common infrastructures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dirty="0"/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Establish a common understanding of  how to implement strategies and policies for data requirements for AI. AI connections such as MCPs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Open source by default (Tech)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Technology validation cost efficiency benchmarking.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How to improve AI readiness of data, ensure linkage to use cases</a:t>
            </a: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0BA35B-1FD0-E237-5C09-C2FF1053CF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288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B8EB2-78A7-1C08-B2A1-FCAA0ECEE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B0301FC-47A9-34D1-AD50-9158CEEA9D73}"/>
              </a:ext>
            </a:extLst>
          </p:cNvPr>
          <p:cNvSpPr txBox="1"/>
          <p:nvPr/>
        </p:nvSpPr>
        <p:spPr>
          <a:xfrm>
            <a:off x="5557736" y="3956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>
              <a:defRPr/>
            </a:pPr>
            <a:r>
              <a:rPr lang="en-GB" b="1" dirty="0">
                <a:solidFill>
                  <a:prstClr val="black"/>
                </a:solidFill>
              </a:rPr>
              <a:t>T3: Data, Technologies and Infrastructure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67773E-57FB-6F4C-185A-EE6FC85DCF96}"/>
              </a:ext>
            </a:extLst>
          </p:cNvPr>
          <p:cNvSpPr txBox="1"/>
          <p:nvPr/>
        </p:nvSpPr>
        <p:spPr>
          <a:xfrm>
            <a:off x="5557736" y="1133549"/>
            <a:ext cx="6096000" cy="3023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OUTCOMES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indent="-342900" fontAlgn="t">
              <a:lnSpc>
                <a:spcPct val="100000"/>
              </a:lnSpc>
              <a:buAutoNum type="arabicPeriod"/>
            </a:pPr>
            <a:r>
              <a:rPr lang="en-GB" dirty="0"/>
              <a:t>AI data readiness governance framework (+guidance)</a:t>
            </a:r>
          </a:p>
          <a:p>
            <a:pPr marL="342900" indent="-342900" fontAlgn="t">
              <a:lnSpc>
                <a:spcPct val="100000"/>
              </a:lnSpc>
              <a:buAutoNum type="arabicPeriod"/>
            </a:pPr>
            <a:r>
              <a:rPr lang="en-GB" dirty="0"/>
              <a:t>Technology and Infrastructure reference overview</a:t>
            </a:r>
          </a:p>
          <a:p>
            <a:pPr fontAlgn="t">
              <a:lnSpc>
                <a:spcPct val="100000"/>
              </a:lnSpc>
              <a:buNone/>
            </a:pPr>
            <a:endParaRPr lang="en-GB" dirty="0"/>
          </a:p>
          <a:p>
            <a:pPr fontAlgn="t">
              <a:lnSpc>
                <a:spcPct val="100000"/>
              </a:lnSpc>
              <a:buNone/>
            </a:pPr>
            <a:endParaRPr lang="en-GB" dirty="0"/>
          </a:p>
          <a:p>
            <a:pPr fontAlgn="t">
              <a:lnSpc>
                <a:spcPct val="100000"/>
              </a:lnSpc>
              <a:buNone/>
            </a:pPr>
            <a:r>
              <a:rPr lang="en-GB" dirty="0"/>
              <a:t>AI infrastructure adapted to different levels of confidentiality.</a:t>
            </a:r>
          </a:p>
          <a:p>
            <a:pPr fontAlgn="t">
              <a:lnSpc>
                <a:spcPct val="100000"/>
              </a:lnSpc>
              <a:buNone/>
            </a:pPr>
            <a:r>
              <a:rPr lang="en-GB" dirty="0"/>
              <a:t>Benchmark - &gt; </a:t>
            </a:r>
            <a:r>
              <a:rPr lang="en-GB" dirty="0" err="1"/>
              <a:t>Referance</a:t>
            </a:r>
            <a:r>
              <a:rPr lang="en-GB" dirty="0"/>
              <a:t> of AI platform recommendation for architecture standard</a:t>
            </a:r>
          </a:p>
          <a:p>
            <a:pPr fontAlgn="t">
              <a:lnSpc>
                <a:spcPct val="100000"/>
              </a:lnSpc>
              <a:buNone/>
            </a:pPr>
            <a:r>
              <a:rPr lang="en-GB" dirty="0"/>
              <a:t>Data prioritisation roadmap and AI Ready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0B97AD-167F-7270-3BFC-16AABC312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68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732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AF781-D41B-D55B-F71B-F1C2DE3E4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C33E95B-11AB-2CD6-6533-0B93E2D9A172}"/>
              </a:ext>
            </a:extLst>
          </p:cNvPr>
          <p:cNvSpPr txBox="1"/>
          <p:nvPr/>
        </p:nvSpPr>
        <p:spPr>
          <a:xfrm>
            <a:off x="5557736" y="3956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>
              <a:defRPr/>
            </a:pPr>
            <a:r>
              <a:rPr lang="en-GB" b="1" dirty="0">
                <a:solidFill>
                  <a:prstClr val="black"/>
                </a:solidFill>
              </a:rPr>
              <a:t>T3: Data, Technologies and Infrastructure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049248-8E1A-A0B3-5278-99DEDC89D6FF}"/>
              </a:ext>
            </a:extLst>
          </p:cNvPr>
          <p:cNvSpPr txBox="1"/>
          <p:nvPr/>
        </p:nvSpPr>
        <p:spPr>
          <a:xfrm>
            <a:off x="5557736" y="1133549"/>
            <a:ext cx="6096000" cy="2469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ACTIONS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fontAlgn="t">
              <a:lnSpc>
                <a:spcPct val="100000"/>
              </a:lnSpc>
              <a:buNone/>
            </a:pPr>
            <a:r>
              <a:rPr lang="en-GB" dirty="0"/>
              <a:t>Prepare AI data Reuse criteria + sample. </a:t>
            </a:r>
          </a:p>
          <a:p>
            <a:pPr fontAlgn="t">
              <a:lnSpc>
                <a:spcPct val="100000"/>
              </a:lnSpc>
              <a:buNone/>
            </a:pPr>
            <a:r>
              <a:rPr lang="en-GB" dirty="0"/>
              <a:t>Develop agentic capabilities – MCP protocol</a:t>
            </a:r>
          </a:p>
          <a:p>
            <a:pPr fontAlgn="t">
              <a:lnSpc>
                <a:spcPct val="100000"/>
              </a:lnSpc>
              <a:buNone/>
            </a:pPr>
            <a:r>
              <a:rPr lang="en-GB" dirty="0"/>
              <a:t>Prepare reference architecture pilots</a:t>
            </a:r>
          </a:p>
          <a:p>
            <a:pPr fontAlgn="t">
              <a:lnSpc>
                <a:spcPct val="100000"/>
              </a:lnSpc>
              <a:buNone/>
            </a:pPr>
            <a:r>
              <a:rPr lang="en-GB" dirty="0"/>
              <a:t>Collect as is – to be situation</a:t>
            </a:r>
          </a:p>
          <a:p>
            <a:pPr fontAlgn="t">
              <a:lnSpc>
                <a:spcPct val="100000"/>
              </a:lnSpc>
              <a:buNone/>
            </a:pPr>
            <a:r>
              <a:rPr lang="en-GB" dirty="0"/>
              <a:t>Best Practise</a:t>
            </a:r>
          </a:p>
          <a:p>
            <a:pPr fontAlgn="t">
              <a:lnSpc>
                <a:spcPct val="100000"/>
              </a:lnSpc>
              <a:buNone/>
            </a:pPr>
            <a:r>
              <a:rPr lang="en-GB" dirty="0"/>
              <a:t>Propagation of </a:t>
            </a:r>
            <a:r>
              <a:rPr lang="en-GB" dirty="0" err="1"/>
              <a:t>Souvreignity</a:t>
            </a:r>
            <a:r>
              <a:rPr lang="en-GB" dirty="0"/>
              <a:t> (ensure data access)</a:t>
            </a:r>
          </a:p>
          <a:p>
            <a:pPr fontAlgn="t">
              <a:lnSpc>
                <a:spcPct val="100000"/>
              </a:lnSpc>
              <a:buNone/>
            </a:pPr>
            <a:endParaRPr lang="en-GB" dirty="0"/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649108-DD0F-8179-4D90-D71C840B8C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135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72F50-D70A-BD92-BB1A-469743815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925685-2719-D098-120B-A042B4CB14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67" b="16863"/>
          <a:stretch>
            <a:fillRect/>
          </a:stretch>
        </p:blipFill>
        <p:spPr>
          <a:xfrm>
            <a:off x="6650476" y="311282"/>
            <a:ext cx="5395775" cy="284371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18FC4D5-2C91-1691-2ECB-93DB7ED4628D}"/>
              </a:ext>
            </a:extLst>
          </p:cNvPr>
          <p:cNvSpPr txBox="1"/>
          <p:nvPr/>
        </p:nvSpPr>
        <p:spPr>
          <a:xfrm>
            <a:off x="294906" y="285344"/>
            <a:ext cx="6553366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 dirty="0"/>
              <a:t>Group: </a:t>
            </a:r>
            <a:r>
              <a:rPr lang="en-GB" b="1" dirty="0">
                <a:solidFill>
                  <a:prstClr val="black"/>
                </a:solidFill>
              </a:rPr>
              <a:t>T3 Data, Technologies and Infrastructure</a:t>
            </a:r>
          </a:p>
          <a:p>
            <a:endParaRPr lang="en-GB" b="1" dirty="0">
              <a:solidFill>
                <a:prstClr val="black"/>
              </a:solidFill>
            </a:endParaRPr>
          </a:p>
          <a:p>
            <a:endParaRPr lang="da-DK" sz="1400" dirty="0"/>
          </a:p>
          <a:p>
            <a:r>
              <a:rPr lang="da-DK" sz="1400" dirty="0"/>
              <a:t>Martin T. 	</a:t>
            </a:r>
            <a:r>
              <a:rPr lang="da-DK" sz="1400" dirty="0" err="1"/>
              <a:t>Share</a:t>
            </a:r>
            <a:r>
              <a:rPr lang="da-DK" sz="1400" dirty="0"/>
              <a:t> UBA </a:t>
            </a:r>
            <a:r>
              <a:rPr lang="da-DK" sz="1400" dirty="0" err="1"/>
              <a:t>concept</a:t>
            </a:r>
            <a:r>
              <a:rPr lang="da-DK" sz="1400" dirty="0"/>
              <a:t> for AI. Training + Data </a:t>
            </a:r>
            <a:r>
              <a:rPr lang="da-DK" sz="1400" dirty="0" err="1"/>
              <a:t>related</a:t>
            </a:r>
            <a:r>
              <a:rPr lang="da-DK" sz="1400" dirty="0"/>
              <a:t> </a:t>
            </a:r>
            <a:r>
              <a:rPr lang="da-DK" sz="1400" dirty="0" err="1"/>
              <a:t>roles</a:t>
            </a:r>
            <a:endParaRPr lang="da-DK" sz="1400" dirty="0"/>
          </a:p>
          <a:p>
            <a:r>
              <a:rPr lang="da-DK" sz="1400" dirty="0"/>
              <a:t>Annalisa  	Start </a:t>
            </a:r>
            <a:r>
              <a:rPr lang="da-DK" sz="1400" dirty="0" err="1"/>
              <a:t>studying</a:t>
            </a:r>
            <a:r>
              <a:rPr lang="da-DK" sz="1400" dirty="0"/>
              <a:t> </a:t>
            </a:r>
            <a:r>
              <a:rPr lang="da-DK" sz="1400" dirty="0" err="1"/>
              <a:t>what</a:t>
            </a:r>
            <a:r>
              <a:rPr lang="da-DK" sz="1400" dirty="0"/>
              <a:t> IA-</a:t>
            </a:r>
            <a:r>
              <a:rPr lang="da-DK" sz="1400" dirty="0" err="1"/>
              <a:t>readiness</a:t>
            </a:r>
            <a:r>
              <a:rPr lang="da-DK" sz="1400" dirty="0"/>
              <a:t> </a:t>
            </a:r>
            <a:r>
              <a:rPr lang="da-DK" sz="1400" dirty="0" err="1"/>
              <a:t>implies</a:t>
            </a:r>
            <a:r>
              <a:rPr lang="da-DK" sz="1400" dirty="0"/>
              <a:t> for </a:t>
            </a:r>
            <a:r>
              <a:rPr lang="da-DK" sz="1400" dirty="0" err="1"/>
              <a:t>key</a:t>
            </a:r>
            <a:r>
              <a:rPr lang="da-DK" sz="1400" dirty="0"/>
              <a:t> institutions (ISPRA) 	data</a:t>
            </a:r>
          </a:p>
          <a:p>
            <a:r>
              <a:rPr lang="da-DK" sz="1400" dirty="0"/>
              <a:t>Sune 	Provide support to Group and </a:t>
            </a:r>
            <a:r>
              <a:rPr lang="da-DK" sz="1400" dirty="0" err="1"/>
              <a:t>share</a:t>
            </a:r>
            <a:r>
              <a:rPr lang="da-DK" sz="1400" dirty="0"/>
              <a:t> </a:t>
            </a:r>
            <a:r>
              <a:rPr lang="da-DK" sz="1400" dirty="0" err="1"/>
              <a:t>knowledge</a:t>
            </a:r>
            <a:endParaRPr lang="da-DK" sz="1400" dirty="0"/>
          </a:p>
          <a:p>
            <a:r>
              <a:rPr lang="da-DK" sz="1400" dirty="0"/>
              <a:t>Cecilia	</a:t>
            </a:r>
            <a:r>
              <a:rPr lang="da-DK" sz="1400" dirty="0" err="1"/>
              <a:t>Throw</a:t>
            </a:r>
            <a:r>
              <a:rPr lang="da-DK" sz="1400" dirty="0"/>
              <a:t> out a </a:t>
            </a:r>
            <a:r>
              <a:rPr lang="da-DK" sz="1400" dirty="0" err="1"/>
              <a:t>question</a:t>
            </a:r>
            <a:r>
              <a:rPr lang="da-DK" sz="1400" dirty="0"/>
              <a:t> to </a:t>
            </a:r>
            <a:r>
              <a:rPr lang="da-DK" sz="1400" dirty="0" err="1"/>
              <a:t>my</a:t>
            </a:r>
            <a:r>
              <a:rPr lang="da-DK" sz="1400" dirty="0"/>
              <a:t> national AI </a:t>
            </a:r>
            <a:r>
              <a:rPr lang="da-DK" sz="1400" dirty="0" err="1"/>
              <a:t>network</a:t>
            </a:r>
            <a:r>
              <a:rPr lang="da-DK" sz="1400" dirty="0"/>
              <a:t> </a:t>
            </a:r>
            <a:r>
              <a:rPr lang="da-DK" sz="1400" dirty="0" err="1"/>
              <a:t>if</a:t>
            </a:r>
            <a:r>
              <a:rPr lang="da-DK" sz="1400" dirty="0"/>
              <a:t> </a:t>
            </a:r>
            <a:r>
              <a:rPr lang="da-DK" sz="1400" dirty="0" err="1"/>
              <a:t>they</a:t>
            </a:r>
            <a:r>
              <a:rPr lang="da-DK" sz="1400" dirty="0"/>
              <a:t> have 	</a:t>
            </a:r>
            <a:r>
              <a:rPr lang="da-DK" sz="1400" dirty="0" err="1"/>
              <a:t>examples</a:t>
            </a:r>
            <a:r>
              <a:rPr lang="da-DK" sz="1400" dirty="0"/>
              <a:t>/templates of </a:t>
            </a:r>
            <a:r>
              <a:rPr lang="da-DK" sz="1400" dirty="0" err="1"/>
              <a:t>how</a:t>
            </a:r>
            <a:r>
              <a:rPr lang="da-DK" sz="1400" dirty="0"/>
              <a:t> </a:t>
            </a:r>
            <a:r>
              <a:rPr lang="da-DK" sz="1400" dirty="0" err="1"/>
              <a:t>they</a:t>
            </a:r>
            <a:r>
              <a:rPr lang="da-DK" sz="1400" dirty="0"/>
              <a:t> </a:t>
            </a:r>
            <a:r>
              <a:rPr lang="da-DK" sz="1400" dirty="0" err="1"/>
              <a:t>work</a:t>
            </a:r>
            <a:r>
              <a:rPr lang="da-DK" sz="1400" dirty="0"/>
              <a:t> with </a:t>
            </a:r>
            <a:r>
              <a:rPr lang="da-DK" sz="1400" dirty="0" err="1"/>
              <a:t>getting</a:t>
            </a:r>
            <a:r>
              <a:rPr lang="da-DK" sz="1400" dirty="0"/>
              <a:t> data AI-</a:t>
            </a:r>
            <a:r>
              <a:rPr lang="da-DK" sz="1400" dirty="0" err="1"/>
              <a:t>Ready</a:t>
            </a:r>
            <a:endParaRPr lang="da-DK" sz="1400" dirty="0"/>
          </a:p>
          <a:p>
            <a:r>
              <a:rPr lang="da-DK" sz="1400" dirty="0" err="1"/>
              <a:t>Taavi</a:t>
            </a:r>
            <a:r>
              <a:rPr lang="da-DK" sz="1400" dirty="0"/>
              <a:t> 	Write </a:t>
            </a:r>
            <a:r>
              <a:rPr lang="da-DK" sz="1400" dirty="0" err="1"/>
              <a:t>down</a:t>
            </a:r>
            <a:r>
              <a:rPr lang="da-DK" sz="1400" dirty="0"/>
              <a:t> </a:t>
            </a:r>
            <a:r>
              <a:rPr lang="da-DK" sz="1400" dirty="0" err="1"/>
              <a:t>Estonian</a:t>
            </a:r>
            <a:r>
              <a:rPr lang="da-DK" sz="1400" dirty="0"/>
              <a:t> </a:t>
            </a:r>
            <a:r>
              <a:rPr lang="da-DK" sz="1400" dirty="0" err="1"/>
              <a:t>requirements</a:t>
            </a:r>
            <a:endParaRPr lang="da-DK" sz="1400" dirty="0"/>
          </a:p>
          <a:p>
            <a:r>
              <a:rPr lang="da-DK" sz="1400" dirty="0"/>
              <a:t>Marco</a:t>
            </a:r>
          </a:p>
          <a:p>
            <a:r>
              <a:rPr lang="da-DK" sz="1400" dirty="0"/>
              <a:t>Alberto	</a:t>
            </a:r>
            <a:r>
              <a:rPr lang="da-DK" sz="1400" dirty="0" err="1"/>
              <a:t>Collect</a:t>
            </a:r>
            <a:r>
              <a:rPr lang="da-DK" sz="1400" dirty="0"/>
              <a:t> </a:t>
            </a:r>
            <a:r>
              <a:rPr lang="da-DK" sz="1400" dirty="0" err="1"/>
              <a:t>legislation</a:t>
            </a:r>
            <a:r>
              <a:rPr lang="da-DK" sz="1400" dirty="0"/>
              <a:t> </a:t>
            </a:r>
            <a:r>
              <a:rPr lang="da-DK" sz="1400" dirty="0" err="1"/>
              <a:t>about</a:t>
            </a:r>
            <a:r>
              <a:rPr lang="da-DK" sz="1400" dirty="0"/>
              <a:t> AI with </a:t>
            </a:r>
            <a:r>
              <a:rPr lang="da-DK" sz="1400" dirty="0" err="1"/>
              <a:t>affect</a:t>
            </a:r>
            <a:r>
              <a:rPr lang="da-DK" sz="1400" dirty="0"/>
              <a:t> to data</a:t>
            </a:r>
          </a:p>
          <a:p>
            <a:r>
              <a:rPr lang="da-DK" sz="1400" dirty="0"/>
              <a:t>Miro	First </a:t>
            </a:r>
            <a:r>
              <a:rPr lang="da-DK" sz="1400" dirty="0" err="1"/>
              <a:t>draft</a:t>
            </a:r>
            <a:r>
              <a:rPr lang="da-DK" sz="1400" dirty="0"/>
              <a:t> of data standard</a:t>
            </a:r>
          </a:p>
          <a:p>
            <a:r>
              <a:rPr lang="da-DK" sz="1400" dirty="0"/>
              <a:t>L. Baltazar	</a:t>
            </a:r>
            <a:r>
              <a:rPr lang="da-DK" sz="1400" dirty="0" err="1"/>
              <a:t>Gathering</a:t>
            </a:r>
            <a:r>
              <a:rPr lang="da-DK" sz="1400" dirty="0"/>
              <a:t> European data models</a:t>
            </a:r>
          </a:p>
          <a:p>
            <a:r>
              <a:rPr lang="da-DK" sz="1400" dirty="0" err="1"/>
              <a:t>Bino</a:t>
            </a:r>
            <a:endParaRPr lang="da-DK" sz="1400" dirty="0"/>
          </a:p>
          <a:p>
            <a:r>
              <a:rPr lang="da-DK" sz="1400" dirty="0" err="1"/>
              <a:t>Tayakout</a:t>
            </a:r>
            <a:r>
              <a:rPr lang="da-DK" sz="1400" dirty="0"/>
              <a:t> Karim   Test data </a:t>
            </a:r>
            <a:r>
              <a:rPr lang="da-DK" sz="1400" dirty="0" err="1"/>
              <a:t>processing</a:t>
            </a:r>
            <a:r>
              <a:rPr lang="da-DK" sz="1400" dirty="0"/>
              <a:t> automation with AI</a:t>
            </a:r>
          </a:p>
          <a:p>
            <a:pPr marL="285750" indent="-285750">
              <a:buFontTx/>
              <a:buChar char="-"/>
            </a:pP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61392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E59AA-18AB-14EB-5C6F-90B9EB4A4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B28F3E9-3C9B-1D96-BA8E-775BA462DB28}"/>
              </a:ext>
            </a:extLst>
          </p:cNvPr>
          <p:cNvSpPr txBox="1"/>
          <p:nvPr/>
        </p:nvSpPr>
        <p:spPr>
          <a:xfrm>
            <a:off x="5557736" y="3956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T4: AI Applications and Value Creation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113210-E108-EEFB-CA08-7FC4206AD50D}"/>
              </a:ext>
            </a:extLst>
          </p:cNvPr>
          <p:cNvSpPr txBox="1"/>
          <p:nvPr/>
        </p:nvSpPr>
        <p:spPr>
          <a:xfrm>
            <a:off x="5557736" y="1133549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TARGETS</a:t>
            </a:r>
            <a:endParaRPr lang="en-GB" dirty="0"/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Energy-efficient LLMs.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AI support to guide which app to use.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EEA teams environment help agent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Industry speed &gt;&gt; adoption speed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Map out AI app. Problems, obstacles and solutions</a:t>
            </a:r>
            <a:endParaRPr lang="en-GB" sz="1050" dirty="0">
              <a:solidFill>
                <a:prstClr val="black"/>
              </a:solidFill>
              <a:latin typeface="Segoe UI" panose="020B0502040204020203" pitchFamily="34" charset="0"/>
            </a:endParaRP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AI Support in the development of new legislation -&gt; no overlap or reuse of already existing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C48FC2-04C5-3976-5A73-759D18BB36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919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DBCDF-886B-6F8B-3885-274974FB6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BE03A29-145F-C905-8F70-7B3C0F3CAE05}"/>
              </a:ext>
            </a:extLst>
          </p:cNvPr>
          <p:cNvSpPr txBox="1"/>
          <p:nvPr/>
        </p:nvSpPr>
        <p:spPr>
          <a:xfrm>
            <a:off x="5557736" y="3956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>
              <a:defRPr/>
            </a:pPr>
            <a:r>
              <a:rPr lang="en-GB" b="1" dirty="0">
                <a:solidFill>
                  <a:prstClr val="black"/>
                </a:solidFill>
              </a:rPr>
              <a:t>T4: AI Applications and Value Creation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771454-F2DE-5383-04DF-5FE9759F0CBB}"/>
              </a:ext>
            </a:extLst>
          </p:cNvPr>
          <p:cNvSpPr txBox="1"/>
          <p:nvPr/>
        </p:nvSpPr>
        <p:spPr>
          <a:xfrm>
            <a:off x="5557736" y="1133549"/>
            <a:ext cx="6096000" cy="3577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OUTCOMES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Data Lake infrastructure integration across EEA-Eionet.</a:t>
            </a:r>
          </a:p>
          <a:p>
            <a:pPr marL="342900" indent="-342900" fontAlgn="t">
              <a:buFont typeface="Arial" panose="020B0604020202020204" pitchFamily="34" charset="0"/>
              <a:buChar char="•"/>
            </a:pPr>
            <a:r>
              <a:rPr lang="en-GB" dirty="0"/>
              <a:t>Common infrastructure HW, API, KB, Hub (Eionet AI Space)</a:t>
            </a:r>
          </a:p>
          <a:p>
            <a:pPr marL="342900" indent="-342900" fontAlgn="t">
              <a:buFont typeface="Arial" panose="020B0604020202020204" pitchFamily="34" charset="0"/>
              <a:buChar char="•"/>
            </a:pPr>
            <a:r>
              <a:rPr lang="en-GB" dirty="0"/>
              <a:t>AI for In-Situ data collections and analytics.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An open environment for prototyping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Collection of projects 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List of patterns </a:t>
            </a:r>
            <a:r>
              <a:rPr lang="en-GB" dirty="0" err="1"/>
              <a:t>patterns</a:t>
            </a:r>
            <a:r>
              <a:rPr lang="en-GB" dirty="0"/>
              <a:t> to use commonly.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Insights derived from satellite imagery.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Instability prediction on mountainous area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Co-designed/tested  how-to protocols and frameworks for data processing.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CF296F-2A55-F4B7-A5AD-C01C509B69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5105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90637-8DCC-EE92-58CD-79520500B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6DC187B-8524-8DCA-CD78-4A23317A6DCA}"/>
              </a:ext>
            </a:extLst>
          </p:cNvPr>
          <p:cNvSpPr txBox="1"/>
          <p:nvPr/>
        </p:nvSpPr>
        <p:spPr>
          <a:xfrm>
            <a:off x="5557736" y="3956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>
              <a:defRPr/>
            </a:pPr>
            <a:r>
              <a:rPr lang="en-GB" b="1" dirty="0">
                <a:solidFill>
                  <a:prstClr val="black"/>
                </a:solidFill>
              </a:rPr>
              <a:t>T4: AI Applications and Value Creation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1910C4-8670-9BE8-5E8A-9B5A3D948F17}"/>
              </a:ext>
            </a:extLst>
          </p:cNvPr>
          <p:cNvSpPr txBox="1"/>
          <p:nvPr/>
        </p:nvSpPr>
        <p:spPr>
          <a:xfrm>
            <a:off x="5557736" y="1133549"/>
            <a:ext cx="6096000" cy="1638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ACTIONS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Automate completion of dataset metadata.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Prioritise local, safe EU solutions. (not MS Co-pilot)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/>
              <a:t>Use value-driven prioritisation to identify the most suitable tasks for AI assistance or automation.</a:t>
            </a: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D224A4-84DD-4A12-43B6-E65DC610FD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0742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28F6B-847E-5CE6-896B-8EDE14101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C188707-59DA-E361-5A82-CF27C8EEE4CB}"/>
              </a:ext>
            </a:extLst>
          </p:cNvPr>
          <p:cNvSpPr txBox="1"/>
          <p:nvPr/>
        </p:nvSpPr>
        <p:spPr>
          <a:xfrm>
            <a:off x="363166" y="2854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>
              <a:defRPr/>
            </a:pPr>
            <a:r>
              <a:rPr lang="en-GB" b="1" dirty="0">
                <a:solidFill>
                  <a:prstClr val="black"/>
                </a:solidFill>
              </a:rPr>
              <a:t>T4: AI Applications and Value Creation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D71924-8CE6-730B-BD8C-A8CFF4300E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378" y="601495"/>
            <a:ext cx="7879403" cy="5909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2277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65C6E-542E-BB11-6421-9D245A20F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0AC643D-7A43-B796-38BF-FB10DC30143E}"/>
              </a:ext>
            </a:extLst>
          </p:cNvPr>
          <p:cNvSpPr txBox="1"/>
          <p:nvPr/>
        </p:nvSpPr>
        <p:spPr>
          <a:xfrm>
            <a:off x="363166" y="2854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>
              <a:defRPr/>
            </a:pPr>
            <a:r>
              <a:rPr lang="en-GB" b="1" dirty="0">
                <a:solidFill>
                  <a:prstClr val="black"/>
                </a:solidFill>
              </a:rPr>
              <a:t>T4: AI Applications and Value Creation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DF798D6-15B1-5813-2D9C-8DBE48C57807}"/>
              </a:ext>
            </a:extLst>
          </p:cNvPr>
          <p:cNvCxnSpPr>
            <a:cxnSpLocks/>
          </p:cNvCxnSpPr>
          <p:nvPr/>
        </p:nvCxnSpPr>
        <p:spPr>
          <a:xfrm>
            <a:off x="6050604" y="505838"/>
            <a:ext cx="0" cy="60311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AA91097-6481-85A5-0200-C43656D7B842}"/>
              </a:ext>
            </a:extLst>
          </p:cNvPr>
          <p:cNvCxnSpPr>
            <a:cxnSpLocks/>
          </p:cNvCxnSpPr>
          <p:nvPr/>
        </p:nvCxnSpPr>
        <p:spPr>
          <a:xfrm>
            <a:off x="1186774" y="3761362"/>
            <a:ext cx="98443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6785CD5-D3ED-F3CE-6859-E485A7362D02}"/>
              </a:ext>
            </a:extLst>
          </p:cNvPr>
          <p:cNvSpPr txBox="1"/>
          <p:nvPr/>
        </p:nvSpPr>
        <p:spPr>
          <a:xfrm>
            <a:off x="6096000" y="389106"/>
            <a:ext cx="2237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VALUE / IMPACT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28A207-0621-631F-AF2F-D66489FDDBA8}"/>
              </a:ext>
            </a:extLst>
          </p:cNvPr>
          <p:cNvSpPr txBox="1"/>
          <p:nvPr/>
        </p:nvSpPr>
        <p:spPr>
          <a:xfrm>
            <a:off x="10288621" y="3738345"/>
            <a:ext cx="2237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COST / RISK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62C2D2-04F5-257B-A442-36C6222727FD}"/>
              </a:ext>
            </a:extLst>
          </p:cNvPr>
          <p:cNvSpPr/>
          <p:nvPr/>
        </p:nvSpPr>
        <p:spPr>
          <a:xfrm>
            <a:off x="10583693" y="1050587"/>
            <a:ext cx="1154349" cy="22049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TARGET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549568-F9D9-01D9-4098-006F73DDD4DB}"/>
              </a:ext>
            </a:extLst>
          </p:cNvPr>
          <p:cNvSpPr/>
          <p:nvPr/>
        </p:nvSpPr>
        <p:spPr>
          <a:xfrm>
            <a:off x="10570723" y="1486391"/>
            <a:ext cx="1154347" cy="22049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OUTCOME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C69E26-58CC-318D-9D4E-C75DA6078863}"/>
              </a:ext>
            </a:extLst>
          </p:cNvPr>
          <p:cNvSpPr/>
          <p:nvPr/>
        </p:nvSpPr>
        <p:spPr>
          <a:xfrm>
            <a:off x="10570723" y="1906142"/>
            <a:ext cx="1167313" cy="220494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ACTION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ACBA773-D051-106F-EDE6-D02973B89488}"/>
              </a:ext>
            </a:extLst>
          </p:cNvPr>
          <p:cNvSpPr/>
          <p:nvPr/>
        </p:nvSpPr>
        <p:spPr>
          <a:xfrm>
            <a:off x="5531794" y="2133119"/>
            <a:ext cx="1212717" cy="60359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Identify illegal dumpsites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D0069F6-5369-EADF-5AAD-B656F812C840}"/>
              </a:ext>
            </a:extLst>
          </p:cNvPr>
          <p:cNvSpPr/>
          <p:nvPr/>
        </p:nvSpPr>
        <p:spPr>
          <a:xfrm>
            <a:off x="4773041" y="1377922"/>
            <a:ext cx="1167313" cy="369332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KB / Sematic Layer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5E28E08-4470-6844-8B96-CC9894EC82E6}"/>
              </a:ext>
            </a:extLst>
          </p:cNvPr>
          <p:cNvSpPr/>
          <p:nvPr/>
        </p:nvSpPr>
        <p:spPr>
          <a:xfrm>
            <a:off x="4231529" y="2133119"/>
            <a:ext cx="1212717" cy="60359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Land Use / Land Take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3BE78A-5693-06D0-C5AC-41FA3624FC7E}"/>
              </a:ext>
            </a:extLst>
          </p:cNvPr>
          <p:cNvSpPr/>
          <p:nvPr/>
        </p:nvSpPr>
        <p:spPr>
          <a:xfrm>
            <a:off x="5444246" y="2704447"/>
            <a:ext cx="1167313" cy="369332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AI skills for Env.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2B9558A-A856-2394-C588-75DAD9693A1A}"/>
              </a:ext>
            </a:extLst>
          </p:cNvPr>
          <p:cNvSpPr/>
          <p:nvPr/>
        </p:nvSpPr>
        <p:spPr>
          <a:xfrm>
            <a:off x="6207872" y="3176079"/>
            <a:ext cx="1379702" cy="81874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Level of Eutrophication of freshwater.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84DE85-A7E1-6261-34BB-2708055EAA0C}"/>
              </a:ext>
            </a:extLst>
          </p:cNvPr>
          <p:cNvSpPr/>
          <p:nvPr/>
        </p:nvSpPr>
        <p:spPr>
          <a:xfrm>
            <a:off x="1601821" y="3812763"/>
            <a:ext cx="1154347" cy="70086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POC for metadata completion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D601465-FF4D-689E-E083-5F90736D95BF}"/>
              </a:ext>
            </a:extLst>
          </p:cNvPr>
          <p:cNvSpPr/>
          <p:nvPr/>
        </p:nvSpPr>
        <p:spPr>
          <a:xfrm>
            <a:off x="2785352" y="3429000"/>
            <a:ext cx="1235412" cy="79280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Data Quality (validation) management with AI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EB65AA-4435-F7CA-25DC-3DCAF3ED3814}"/>
              </a:ext>
            </a:extLst>
          </p:cNvPr>
          <p:cNvSpPr/>
          <p:nvPr/>
        </p:nvSpPr>
        <p:spPr>
          <a:xfrm>
            <a:off x="4738991" y="4107677"/>
            <a:ext cx="1235412" cy="90693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European training data for Institutions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A64C88F-40E8-7185-458B-E91C7A060803}"/>
              </a:ext>
            </a:extLst>
          </p:cNvPr>
          <p:cNvSpPr/>
          <p:nvPr/>
        </p:nvSpPr>
        <p:spPr>
          <a:xfrm>
            <a:off x="6240293" y="4247423"/>
            <a:ext cx="1235412" cy="90693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Emissions from landfills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E05AC6A-C2AD-0EEB-7700-2F1E3B388925}"/>
              </a:ext>
            </a:extLst>
          </p:cNvPr>
          <p:cNvSpPr/>
          <p:nvPr/>
        </p:nvSpPr>
        <p:spPr>
          <a:xfrm>
            <a:off x="6884753" y="2446186"/>
            <a:ext cx="1448609" cy="60359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AI coding agent for env. Data processing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37E0190-603B-F8BB-05AC-D3E0E63B3A8D}"/>
              </a:ext>
            </a:extLst>
          </p:cNvPr>
          <p:cNvSpPr/>
          <p:nvPr/>
        </p:nvSpPr>
        <p:spPr>
          <a:xfrm>
            <a:off x="8454147" y="1747254"/>
            <a:ext cx="1834471" cy="105431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/>
              <a:t>Datawork</a:t>
            </a:r>
            <a:r>
              <a:rPr lang="en-GB" sz="1400"/>
              <a:t> flows </a:t>
            </a:r>
            <a:r>
              <a:rPr lang="en-GB" sz="1400" dirty="0"/>
              <a:t>with AI</a:t>
            </a:r>
          </a:p>
          <a:p>
            <a:pPr algn="ctr"/>
            <a:r>
              <a:rPr lang="en-GB" sz="1400" dirty="0"/>
              <a:t>-Help reporting</a:t>
            </a:r>
          </a:p>
          <a:p>
            <a:pPr algn="ctr"/>
            <a:r>
              <a:rPr lang="en-GB" sz="1400" dirty="0"/>
              <a:t>-QC validation</a:t>
            </a:r>
          </a:p>
          <a:p>
            <a:pPr algn="ctr"/>
            <a:r>
              <a:rPr lang="en-GB" sz="1400" dirty="0"/>
              <a:t>-Mapping automate</a:t>
            </a:r>
          </a:p>
        </p:txBody>
      </p:sp>
    </p:spTree>
    <p:extLst>
      <p:ext uri="{BB962C8B-B14F-4D97-AF65-F5344CB8AC3E}">
        <p14:creationId xmlns:p14="http://schemas.microsoft.com/office/powerpoint/2010/main" val="35210285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90463-5B32-88C9-43C0-25ADACBBA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CF1DA8-63A5-2BC1-1D17-CC73574EA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67" b="16863"/>
          <a:stretch>
            <a:fillRect/>
          </a:stretch>
        </p:blipFill>
        <p:spPr>
          <a:xfrm>
            <a:off x="6650476" y="311282"/>
            <a:ext cx="5395775" cy="284371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A6426BB-0E63-622B-BE10-141FAC921C37}"/>
              </a:ext>
            </a:extLst>
          </p:cNvPr>
          <p:cNvSpPr txBox="1"/>
          <p:nvPr/>
        </p:nvSpPr>
        <p:spPr>
          <a:xfrm>
            <a:off x="294906" y="285344"/>
            <a:ext cx="6553366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b="1" dirty="0"/>
              <a:t>Group: </a:t>
            </a:r>
            <a:r>
              <a:rPr lang="en-GB" b="1" dirty="0">
                <a:solidFill>
                  <a:prstClr val="black"/>
                </a:solidFill>
              </a:rPr>
              <a:t>T4 AI Applications and Value Creation</a:t>
            </a:r>
          </a:p>
          <a:p>
            <a:endParaRPr lang="en-GB" b="1" dirty="0">
              <a:solidFill>
                <a:prstClr val="black"/>
              </a:solidFill>
            </a:endParaRPr>
          </a:p>
          <a:p>
            <a:endParaRPr lang="da-DK" sz="1400" dirty="0"/>
          </a:p>
          <a:p>
            <a:r>
              <a:rPr lang="da-DK" sz="1400" dirty="0"/>
              <a:t>Gregor	</a:t>
            </a:r>
            <a:r>
              <a:rPr lang="da-DK" sz="1400" dirty="0" err="1"/>
              <a:t>Collect</a:t>
            </a:r>
            <a:r>
              <a:rPr lang="da-DK" sz="1400" dirty="0"/>
              <a:t> AI </a:t>
            </a:r>
            <a:r>
              <a:rPr lang="da-DK" sz="1400" dirty="0" err="1"/>
              <a:t>Use</a:t>
            </a:r>
            <a:r>
              <a:rPr lang="da-DK" sz="1400" dirty="0"/>
              <a:t> cases in </a:t>
            </a:r>
            <a:r>
              <a:rPr lang="da-DK" sz="1400" dirty="0" err="1"/>
              <a:t>text</a:t>
            </a:r>
            <a:r>
              <a:rPr lang="da-DK" sz="1400" dirty="0"/>
              <a:t> (</a:t>
            </a:r>
            <a:r>
              <a:rPr lang="da-DK" sz="1400" dirty="0" err="1"/>
              <a:t>struct</a:t>
            </a:r>
            <a:r>
              <a:rPr lang="da-DK" sz="1400" dirty="0"/>
              <a:t>.) </a:t>
            </a:r>
            <a:r>
              <a:rPr lang="da-DK" sz="1400" dirty="0" err="1"/>
              <a:t>Github</a:t>
            </a:r>
            <a:r>
              <a:rPr lang="da-DK" sz="1400" dirty="0"/>
              <a:t> templates + sample 	webpage</a:t>
            </a:r>
          </a:p>
          <a:p>
            <a:r>
              <a:rPr lang="da-DK" sz="1400" dirty="0"/>
              <a:t>Martin T. 	</a:t>
            </a:r>
            <a:r>
              <a:rPr lang="da-DK" sz="1400" dirty="0" err="1"/>
              <a:t>Share</a:t>
            </a:r>
            <a:r>
              <a:rPr lang="da-DK" sz="1400" dirty="0"/>
              <a:t> UBA </a:t>
            </a:r>
            <a:r>
              <a:rPr lang="da-DK" sz="1400" dirty="0" err="1"/>
              <a:t>concept</a:t>
            </a:r>
            <a:r>
              <a:rPr lang="da-DK" sz="1400" dirty="0"/>
              <a:t> for AI. Training + Data </a:t>
            </a:r>
            <a:r>
              <a:rPr lang="da-DK" sz="1400" dirty="0" err="1"/>
              <a:t>related</a:t>
            </a:r>
            <a:r>
              <a:rPr lang="da-DK" sz="1400" dirty="0"/>
              <a:t> </a:t>
            </a:r>
            <a:r>
              <a:rPr lang="da-DK" sz="1400" dirty="0" err="1"/>
              <a:t>roles</a:t>
            </a:r>
            <a:endParaRPr lang="da-DK" sz="1400" dirty="0"/>
          </a:p>
          <a:p>
            <a:r>
              <a:rPr lang="da-DK" sz="1400" dirty="0"/>
              <a:t>Ana	Talk </a:t>
            </a:r>
            <a:r>
              <a:rPr lang="da-DK" sz="1400" dirty="0" err="1"/>
              <a:t>about</a:t>
            </a:r>
            <a:r>
              <a:rPr lang="da-DK" sz="1400" dirty="0"/>
              <a:t> </a:t>
            </a:r>
            <a:r>
              <a:rPr lang="da-DK" sz="1400" dirty="0" err="1"/>
              <a:t>our</a:t>
            </a:r>
            <a:r>
              <a:rPr lang="da-DK" sz="1400" dirty="0"/>
              <a:t> </a:t>
            </a:r>
            <a:r>
              <a:rPr lang="da-DK" sz="1400" dirty="0" err="1"/>
              <a:t>own</a:t>
            </a:r>
            <a:r>
              <a:rPr lang="da-DK" sz="1400" dirty="0"/>
              <a:t> AI hub in </a:t>
            </a:r>
            <a:r>
              <a:rPr lang="da-DK" sz="1400" dirty="0" err="1"/>
              <a:t>our</a:t>
            </a:r>
            <a:r>
              <a:rPr lang="da-DK" sz="1400" dirty="0"/>
              <a:t> </a:t>
            </a:r>
            <a:r>
              <a:rPr lang="da-DK" sz="1400" dirty="0" err="1"/>
              <a:t>Ministry</a:t>
            </a:r>
            <a:endParaRPr lang="da-DK" sz="1400" dirty="0"/>
          </a:p>
          <a:p>
            <a:r>
              <a:rPr lang="da-DK" sz="1400" dirty="0"/>
              <a:t>Annalisa  	Start </a:t>
            </a:r>
            <a:r>
              <a:rPr lang="da-DK" sz="1400" dirty="0" err="1"/>
              <a:t>studying</a:t>
            </a:r>
            <a:r>
              <a:rPr lang="da-DK" sz="1400" dirty="0"/>
              <a:t> </a:t>
            </a:r>
            <a:r>
              <a:rPr lang="da-DK" sz="1400" dirty="0" err="1"/>
              <a:t>what</a:t>
            </a:r>
            <a:r>
              <a:rPr lang="da-DK" sz="1400" dirty="0"/>
              <a:t> IA-</a:t>
            </a:r>
            <a:r>
              <a:rPr lang="da-DK" sz="1400" dirty="0" err="1"/>
              <a:t>readiness</a:t>
            </a:r>
            <a:r>
              <a:rPr lang="da-DK" sz="1400" dirty="0"/>
              <a:t> </a:t>
            </a:r>
            <a:r>
              <a:rPr lang="da-DK" sz="1400" dirty="0" err="1"/>
              <a:t>implies</a:t>
            </a:r>
            <a:r>
              <a:rPr lang="da-DK" sz="1400" dirty="0"/>
              <a:t> for </a:t>
            </a:r>
            <a:r>
              <a:rPr lang="da-DK" sz="1400" dirty="0" err="1"/>
              <a:t>key</a:t>
            </a:r>
            <a:r>
              <a:rPr lang="da-DK" sz="1400" dirty="0"/>
              <a:t> institutions (ISPRA) 	data</a:t>
            </a:r>
          </a:p>
          <a:p>
            <a:r>
              <a:rPr lang="da-DK" sz="1400" dirty="0"/>
              <a:t>Sune 	Provide support to Group and </a:t>
            </a:r>
            <a:r>
              <a:rPr lang="da-DK" sz="1400" dirty="0" err="1"/>
              <a:t>share</a:t>
            </a:r>
            <a:r>
              <a:rPr lang="da-DK" sz="1400" dirty="0"/>
              <a:t> </a:t>
            </a:r>
            <a:r>
              <a:rPr lang="da-DK" sz="1400" dirty="0" err="1"/>
              <a:t>knowledge</a:t>
            </a:r>
            <a:endParaRPr lang="da-DK" sz="1400" dirty="0"/>
          </a:p>
          <a:p>
            <a:r>
              <a:rPr lang="da-DK" sz="1400" dirty="0"/>
              <a:t>Juliana</a:t>
            </a:r>
          </a:p>
          <a:p>
            <a:r>
              <a:rPr lang="da-DK" sz="1400" dirty="0"/>
              <a:t>Simon	</a:t>
            </a:r>
            <a:r>
              <a:rPr lang="da-DK" sz="1400" dirty="0" err="1"/>
              <a:t>Share</a:t>
            </a:r>
            <a:r>
              <a:rPr lang="da-DK" sz="1400" dirty="0"/>
              <a:t> ”purpose </a:t>
            </a:r>
            <a:r>
              <a:rPr lang="da-DK" sz="1400" dirty="0" err="1"/>
              <a:t>first</a:t>
            </a:r>
            <a:r>
              <a:rPr lang="da-DK" sz="1400" dirty="0"/>
              <a:t>” approach</a:t>
            </a:r>
          </a:p>
          <a:p>
            <a:r>
              <a:rPr lang="da-DK" sz="1400" dirty="0" err="1"/>
              <a:t>Bino</a:t>
            </a:r>
            <a:r>
              <a:rPr lang="da-DK" sz="1400" dirty="0"/>
              <a:t>	</a:t>
            </a:r>
            <a:r>
              <a:rPr lang="da-DK" sz="1400" dirty="0" err="1"/>
              <a:t>Further</a:t>
            </a:r>
            <a:r>
              <a:rPr lang="da-DK" sz="1400" dirty="0"/>
              <a:t> </a:t>
            </a:r>
            <a:r>
              <a:rPr lang="da-DK" sz="1400" dirty="0" err="1"/>
              <a:t>explore</a:t>
            </a:r>
            <a:r>
              <a:rPr lang="da-DK" sz="1400" dirty="0"/>
              <a:t> the MCP integration for </a:t>
            </a:r>
            <a:r>
              <a:rPr lang="da-DK" sz="1400" dirty="0" err="1"/>
              <a:t>hydrological</a:t>
            </a:r>
            <a:r>
              <a:rPr lang="da-DK" sz="1400" dirty="0"/>
              <a:t> </a:t>
            </a:r>
            <a:r>
              <a:rPr lang="da-DK" sz="1400" dirty="0" err="1"/>
              <a:t>db</a:t>
            </a:r>
            <a:r>
              <a:rPr lang="da-DK" sz="1400" dirty="0"/>
              <a:t>. and Api and 	</a:t>
            </a:r>
            <a:r>
              <a:rPr lang="da-DK" sz="1400" dirty="0" err="1"/>
              <a:t>report</a:t>
            </a:r>
            <a:r>
              <a:rPr lang="da-DK" sz="1400" dirty="0"/>
              <a:t> </a:t>
            </a:r>
            <a:r>
              <a:rPr lang="da-DK" sz="1400" dirty="0" err="1"/>
              <a:t>findings</a:t>
            </a:r>
            <a:r>
              <a:rPr lang="da-DK" sz="1400" dirty="0"/>
              <a:t> and </a:t>
            </a:r>
            <a:r>
              <a:rPr lang="da-DK" sz="1400" dirty="0" err="1"/>
              <a:t>lessons</a:t>
            </a:r>
            <a:r>
              <a:rPr lang="da-DK" sz="1400" dirty="0"/>
              <a:t> </a:t>
            </a:r>
            <a:r>
              <a:rPr lang="da-DK" sz="1400" dirty="0" err="1"/>
              <a:t>learned</a:t>
            </a:r>
            <a:r>
              <a:rPr lang="da-DK" sz="1400" dirty="0"/>
              <a:t> back to the </a:t>
            </a:r>
            <a:r>
              <a:rPr lang="da-DK" sz="1400" dirty="0" err="1"/>
              <a:t>group</a:t>
            </a:r>
            <a:endParaRPr lang="da-DK" sz="1400" dirty="0"/>
          </a:p>
          <a:p>
            <a:r>
              <a:rPr lang="da-DK" sz="1400" dirty="0"/>
              <a:t>Marco</a:t>
            </a:r>
          </a:p>
          <a:p>
            <a:r>
              <a:rPr lang="da-DK" sz="1400" dirty="0" err="1"/>
              <a:t>Tayakout</a:t>
            </a:r>
            <a:r>
              <a:rPr lang="da-DK" sz="1400" dirty="0"/>
              <a:t> Karim   Look for a </a:t>
            </a:r>
            <a:r>
              <a:rPr lang="da-DK" sz="1400" dirty="0" err="1"/>
              <a:t>use</a:t>
            </a:r>
            <a:r>
              <a:rPr lang="da-DK" sz="1400" dirty="0"/>
              <a:t> case with </a:t>
            </a:r>
            <a:r>
              <a:rPr lang="da-DK" sz="1400" dirty="0" err="1"/>
              <a:t>great</a:t>
            </a:r>
            <a:r>
              <a:rPr lang="da-DK" sz="1400" dirty="0"/>
              <a:t> </a:t>
            </a:r>
            <a:r>
              <a:rPr lang="da-DK" sz="1400" dirty="0" err="1"/>
              <a:t>value</a:t>
            </a:r>
            <a:endParaRPr lang="da-DK" sz="1400" dirty="0"/>
          </a:p>
          <a:p>
            <a:r>
              <a:rPr lang="da-DK" sz="1400" dirty="0"/>
              <a:t>Davide	</a:t>
            </a:r>
            <a:r>
              <a:rPr lang="da-DK" sz="1400" dirty="0" err="1"/>
              <a:t>Share</a:t>
            </a:r>
            <a:r>
              <a:rPr lang="da-DK" sz="1400" dirty="0"/>
              <a:t> </a:t>
            </a:r>
            <a:r>
              <a:rPr lang="da-DK" sz="1400" dirty="0" err="1"/>
              <a:t>some</a:t>
            </a:r>
            <a:r>
              <a:rPr lang="da-DK" sz="1400" dirty="0"/>
              <a:t> </a:t>
            </a:r>
            <a:r>
              <a:rPr lang="da-DK" sz="1400" dirty="0" err="1"/>
              <a:t>use</a:t>
            </a:r>
            <a:r>
              <a:rPr lang="da-DK" sz="1400" dirty="0"/>
              <a:t> cases</a:t>
            </a:r>
          </a:p>
          <a:p>
            <a:r>
              <a:rPr lang="da-DK" sz="1400" dirty="0" err="1"/>
              <a:t>Matej</a:t>
            </a:r>
            <a:r>
              <a:rPr lang="da-DK" sz="1400" dirty="0"/>
              <a:t> 	List of </a:t>
            </a:r>
            <a:r>
              <a:rPr lang="da-DK" sz="1400" dirty="0" err="1"/>
              <a:t>use</a:t>
            </a:r>
            <a:r>
              <a:rPr lang="da-DK" sz="1400" dirty="0"/>
              <a:t> cases from </a:t>
            </a:r>
            <a:r>
              <a:rPr lang="da-DK" sz="1400" dirty="0" err="1"/>
              <a:t>environment</a:t>
            </a:r>
            <a:r>
              <a:rPr lang="da-DK" sz="1400" dirty="0"/>
              <a:t> </a:t>
            </a:r>
            <a:r>
              <a:rPr lang="da-DK" sz="1400" dirty="0" err="1"/>
              <a:t>agency</a:t>
            </a:r>
            <a:endParaRPr lang="da-DK" sz="1400" dirty="0"/>
          </a:p>
          <a:p>
            <a:endParaRPr lang="da-DK" sz="1400" dirty="0"/>
          </a:p>
          <a:p>
            <a:endParaRPr lang="da-DK" sz="1400" dirty="0"/>
          </a:p>
          <a:p>
            <a:r>
              <a:rPr lang="da-DK" sz="1400" dirty="0" err="1"/>
              <a:t>Setting</a:t>
            </a:r>
            <a:r>
              <a:rPr lang="da-DK" sz="1400" dirty="0"/>
              <a:t> up a small template for a se case </a:t>
            </a:r>
            <a:r>
              <a:rPr lang="da-DK" sz="1400" dirty="0" err="1"/>
              <a:t>catalog</a:t>
            </a:r>
            <a:endParaRPr lang="da-DK" sz="1400" dirty="0"/>
          </a:p>
          <a:p>
            <a:pPr marL="285750" indent="-285750">
              <a:buFontTx/>
              <a:buChar char="-"/>
            </a:pP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6806562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58BB7D-908C-99ED-68A1-1C349FF29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C861C3-6FB0-D5C1-BBAE-8747427A55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67" b="16863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5246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F4888-EA93-91B3-D040-15981BAA8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6E4C0F-3EE4-DEF4-AFF4-6A955A9147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6858000"/>
          </a:xfrm>
          <a:prstGeom prst="rect">
            <a:avLst/>
          </a:prstGeom>
        </p:spPr>
      </p:pic>
      <p:sp>
        <p:nvSpPr>
          <p:cNvPr id="4" name="Word cloud: Inspired"/>
          <p:cNvSpPr txBox="1"/>
          <p:nvPr/>
        </p:nvSpPr>
        <p:spPr>
          <a:xfrm>
            <a:off x="7406639" y="1057132"/>
            <a:ext cx="2833343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800" b="1" dirty="0">
                <a:solidFill>
                  <a:srgbClr val="0E2841"/>
                </a:solidFill>
                <a:latin typeface="+mn-lt"/>
              </a:rPr>
              <a:t>Inspired</a:t>
            </a:r>
          </a:p>
        </p:txBody>
      </p:sp>
      <p:sp>
        <p:nvSpPr>
          <p:cNvPr id="5" name="Word cloud: Optimistic"/>
          <p:cNvSpPr txBox="1"/>
          <p:nvPr/>
        </p:nvSpPr>
        <p:spPr>
          <a:xfrm>
            <a:off x="6035040" y="178308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56082"/>
                </a:solidFill>
                <a:latin typeface="+mn-lt"/>
              </a:rPr>
              <a:t>Optimistic</a:t>
            </a:r>
          </a:p>
        </p:txBody>
      </p:sp>
      <p:sp>
        <p:nvSpPr>
          <p:cNvPr id="6" name="Word cloud: Positive"/>
          <p:cNvSpPr txBox="1"/>
          <p:nvPr/>
        </p:nvSpPr>
        <p:spPr>
          <a:xfrm>
            <a:off x="8823960" y="178308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E2841"/>
                </a:solidFill>
                <a:latin typeface="+mn-lt"/>
              </a:rPr>
              <a:t>Positive</a:t>
            </a:r>
          </a:p>
        </p:txBody>
      </p:sp>
      <p:sp>
        <p:nvSpPr>
          <p:cNvPr id="7" name="Word cloud: Curiosity"/>
          <p:cNvSpPr txBox="1"/>
          <p:nvPr/>
        </p:nvSpPr>
        <p:spPr>
          <a:xfrm>
            <a:off x="6144768" y="2331720"/>
            <a:ext cx="52578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0E2841"/>
                </a:solidFill>
                <a:latin typeface="+mn-lt"/>
              </a:rPr>
              <a:t>Curiosity</a:t>
            </a:r>
          </a:p>
        </p:txBody>
      </p:sp>
      <p:sp>
        <p:nvSpPr>
          <p:cNvPr id="8" name="Word cloud: Tired"/>
          <p:cNvSpPr txBox="1"/>
          <p:nvPr/>
        </p:nvSpPr>
        <p:spPr>
          <a:xfrm>
            <a:off x="5870448" y="347472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56082"/>
                </a:solidFill>
                <a:latin typeface="+mn-lt"/>
              </a:rPr>
              <a:t>Tired</a:t>
            </a:r>
          </a:p>
        </p:txBody>
      </p:sp>
      <p:sp>
        <p:nvSpPr>
          <p:cNvPr id="9" name="Word cloud: Hungry"/>
          <p:cNvSpPr txBox="1"/>
          <p:nvPr/>
        </p:nvSpPr>
        <p:spPr>
          <a:xfrm>
            <a:off x="7360920" y="3355848"/>
            <a:ext cx="310896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800" b="1" dirty="0">
                <a:solidFill>
                  <a:srgbClr val="E97132"/>
                </a:solidFill>
                <a:latin typeface="+mn-lt"/>
              </a:rPr>
              <a:t>Hungry</a:t>
            </a:r>
          </a:p>
        </p:txBody>
      </p:sp>
      <p:sp>
        <p:nvSpPr>
          <p:cNvPr id="10" name="Word cloud: Aligned"/>
          <p:cNvSpPr txBox="1"/>
          <p:nvPr/>
        </p:nvSpPr>
        <p:spPr>
          <a:xfrm>
            <a:off x="9802368" y="4123944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56082"/>
                </a:solidFill>
                <a:latin typeface="+mn-lt"/>
              </a:rPr>
              <a:t>Aligned</a:t>
            </a:r>
          </a:p>
        </p:txBody>
      </p:sp>
      <p:sp>
        <p:nvSpPr>
          <p:cNvPr id="11" name="Word cloud: Connection"/>
          <p:cNvSpPr txBox="1"/>
          <p:nvPr/>
        </p:nvSpPr>
        <p:spPr>
          <a:xfrm>
            <a:off x="5779008" y="4160520"/>
            <a:ext cx="257860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E2841"/>
                </a:solidFill>
                <a:latin typeface="+mn-lt"/>
              </a:rPr>
              <a:t>Connection</a:t>
            </a:r>
          </a:p>
        </p:txBody>
      </p:sp>
      <p:sp>
        <p:nvSpPr>
          <p:cNvPr id="12" name="Word cloud: Progress"/>
          <p:cNvSpPr txBox="1"/>
          <p:nvPr/>
        </p:nvSpPr>
        <p:spPr>
          <a:xfrm>
            <a:off x="8275320" y="452628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56082"/>
                </a:solidFill>
                <a:latin typeface="+mn-lt"/>
              </a:rPr>
              <a:t>Progress</a:t>
            </a:r>
          </a:p>
        </p:txBody>
      </p:sp>
      <p:sp>
        <p:nvSpPr>
          <p:cNvPr id="13" name="Word cloud: Interested"/>
          <p:cNvSpPr txBox="1"/>
          <p:nvPr/>
        </p:nvSpPr>
        <p:spPr>
          <a:xfrm>
            <a:off x="6309360" y="4718304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E2841"/>
                </a:solidFill>
                <a:latin typeface="+mn-lt"/>
              </a:rPr>
              <a:t>Interested</a:t>
            </a:r>
          </a:p>
        </p:txBody>
      </p:sp>
      <p:sp>
        <p:nvSpPr>
          <p:cNvPr id="14" name="Word cloud: Productive"/>
          <p:cNvSpPr txBox="1"/>
          <p:nvPr/>
        </p:nvSpPr>
        <p:spPr>
          <a:xfrm>
            <a:off x="8887968" y="507492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E2841"/>
                </a:solidFill>
                <a:latin typeface="+mn-lt"/>
              </a:rPr>
              <a:t>Productive</a:t>
            </a:r>
          </a:p>
        </p:txBody>
      </p:sp>
      <p:sp>
        <p:nvSpPr>
          <p:cNvPr id="15" name="Word cloud: Motivated"/>
          <p:cNvSpPr txBox="1"/>
          <p:nvPr/>
        </p:nvSpPr>
        <p:spPr>
          <a:xfrm>
            <a:off x="6611112" y="530352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56082"/>
                </a:solidFill>
                <a:latin typeface="+mn-lt"/>
              </a:rPr>
              <a:t>Motivated</a:t>
            </a:r>
          </a:p>
        </p:txBody>
      </p:sp>
      <p:sp>
        <p:nvSpPr>
          <p:cNvPr id="16" name="Word cloud: Overwhelmed"/>
          <p:cNvSpPr txBox="1"/>
          <p:nvPr/>
        </p:nvSpPr>
        <p:spPr>
          <a:xfrm>
            <a:off x="7562088" y="694944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56082"/>
                </a:solidFill>
                <a:latin typeface="+mn-lt"/>
              </a:rPr>
              <a:t>Overwhelmed</a:t>
            </a:r>
          </a:p>
        </p:txBody>
      </p:sp>
    </p:spTree>
    <p:extLst>
      <p:ext uri="{BB962C8B-B14F-4D97-AF65-F5344CB8AC3E}">
        <p14:creationId xmlns:p14="http://schemas.microsoft.com/office/powerpoint/2010/main" val="767419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8_Section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Sans">
      <a:majorFont>
        <a:latin typeface="Open Sans Semi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4F3A3E2BB1DA4AB1BFDBF3956E9014" ma:contentTypeVersion="20" ma:contentTypeDescription="Create a new document." ma:contentTypeScope="" ma:versionID="aa21d7ddcdc218bc2f98124c0ce3910a">
  <xsd:schema xmlns:xsd="http://www.w3.org/2001/XMLSchema" xmlns:xs="http://www.w3.org/2001/XMLSchema" xmlns:p="http://schemas.microsoft.com/office/2006/metadata/properties" xmlns:ns2="0f6cf646-3f47-4639-ab1a-910193be0788" xmlns:ns3="ce9c421d-e5c4-4d07-9374-0aa16904a551" targetNamespace="http://schemas.microsoft.com/office/2006/metadata/properties" ma:root="true" ma:fieldsID="49be3fc9677335d879a559f9a0b852b6" ns2:_="" ns3:_="">
    <xsd:import namespace="0f6cf646-3f47-4639-ab1a-910193be0788"/>
    <xsd:import namespace="ce9c421d-e5c4-4d07-9374-0aa16904a551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2:SharedWithUsers" minOccurs="0"/>
                <xsd:element ref="ns2:SharedWithDetails" minOccurs="0"/>
                <xsd:element ref="ns3:MediaServiceAutoKeyPoints" minOccurs="0"/>
                <xsd:element ref="ns3:MediaServiceKeyPoint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Location" minOccurs="0"/>
                <xsd:element ref="ns3:Statusofdocument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6cf646-3f47-4639-ab1a-910193be0788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1d843f02-7b13-4fe8-8847-fcb649af8a5e}" ma:internalName="TaxCatchAll" ma:showField="CatchAllData" ma:web="0f6cf646-3f47-4639-ab1a-910193be078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9c421d-e5c4-4d07-9374-0aa16904a55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de42cbc-566b-46c9-aea5-a71cdcd36d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7" nillable="true" ma:displayName="Location" ma:indexed="true" ma:internalName="MediaServiceLocation" ma:readOnly="true">
      <xsd:simpleType>
        <xsd:restriction base="dms:Text"/>
      </xsd:simpleType>
    </xsd:element>
    <xsd:element name="Statusofdocument" ma:index="28" nillable="true" ma:displayName="Status of document" ma:format="Dropdown" ma:internalName="Statusofdocument">
      <xsd:simpleType>
        <xsd:restriction base="dms:Text">
          <xsd:maxLength value="255"/>
        </xsd:restriction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f6cf646-3f47-4639-ab1a-910193be0788" xsi:nil="true"/>
    <lcf76f155ced4ddcb4097134ff3c332f xmlns="ce9c421d-e5c4-4d07-9374-0aa16904a551">
      <Terms xmlns="http://schemas.microsoft.com/office/infopath/2007/PartnerControls"/>
    </lcf76f155ced4ddcb4097134ff3c332f>
    <Statusofdocument xmlns="ce9c421d-e5c4-4d07-9374-0aa16904a551" xsi:nil="true"/>
    <_dlc_DocId xmlns="0f6cf646-3f47-4639-ab1a-910193be0788">EIONET-1333827832-65663</_dlc_DocId>
    <_dlc_DocIdUrl xmlns="0f6cf646-3f47-4639-ab1a-910193be0788">
      <Url>https://eea1.sharepoint.com/teams/-EXT-Eionet/_layouts/15/DocIdRedir.aspx?ID=EIONET-1333827832-65663</Url>
      <Description>EIONET-1333827832-65663</Description>
    </_dlc_DocIdUrl>
  </documentManagement>
</p:properties>
</file>

<file path=customXml/itemProps1.xml><?xml version="1.0" encoding="utf-8"?>
<ds:datastoreItem xmlns:ds="http://schemas.openxmlformats.org/officeDocument/2006/customXml" ds:itemID="{FDEC44D1-8E04-420F-84E1-EB89F231DD8A}"/>
</file>

<file path=customXml/itemProps2.xml><?xml version="1.0" encoding="utf-8"?>
<ds:datastoreItem xmlns:ds="http://schemas.openxmlformats.org/officeDocument/2006/customXml" ds:itemID="{ED9598C0-9510-472C-87BB-B451C97C7747}"/>
</file>

<file path=customXml/itemProps3.xml><?xml version="1.0" encoding="utf-8"?>
<ds:datastoreItem xmlns:ds="http://schemas.openxmlformats.org/officeDocument/2006/customXml" ds:itemID="{A3FD3FD6-1D3C-4C84-BF45-716E2D04D9A6}"/>
</file>

<file path=customXml/itemProps4.xml><?xml version="1.0" encoding="utf-8"?>
<ds:datastoreItem xmlns:ds="http://schemas.openxmlformats.org/officeDocument/2006/customXml" ds:itemID="{6185D0A3-FF0F-49D3-945C-9897907D9487}"/>
</file>

<file path=docProps/app.xml><?xml version="1.0" encoding="utf-8"?>
<Properties xmlns="http://schemas.openxmlformats.org/officeDocument/2006/extended-properties" xmlns:vt="http://schemas.openxmlformats.org/officeDocument/2006/docPropsVTypes">
  <TotalTime>741</TotalTime>
  <Words>1525</Words>
  <Application>Microsoft Office PowerPoint</Application>
  <PresentationFormat>Widescreen</PresentationFormat>
  <Paragraphs>236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Segoe UI</vt:lpstr>
      <vt:lpstr>Office Theme</vt:lpstr>
      <vt:lpstr>18_Sections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European Environment Agency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Sune Djurhuus</dc:creator>
  <cp:lastModifiedBy>Sune Djurhuus</cp:lastModifiedBy>
  <cp:revision>7</cp:revision>
  <dcterms:created xsi:type="dcterms:W3CDTF">2026-10-07T11:33:10Z</dcterms:created>
  <dcterms:modified xsi:type="dcterms:W3CDTF">2026-10-21T14:28:40Z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1f08a4a-3048-4b8f-8eeb-74c828f94533_Enabled">
    <vt:lpwstr>true</vt:lpwstr>
  </property>
  <property fmtid="{D5CDD505-2E9C-101B-9397-08002B2CF9AE}" pid="3" name="MSIP_Label_b1f08a4a-3048-4b8f-8eeb-74c828f94533_SetDate">
    <vt:lpwstr>2026-10-07T12:00:21Z</vt:lpwstr>
  </property>
  <property fmtid="{D5CDD505-2E9C-101B-9397-08002B2CF9AE}" pid="4" name="MSIP_Label_b1f08a4a-3048-4b8f-8eeb-74c828f94533_Method">
    <vt:lpwstr>Standard</vt:lpwstr>
  </property>
  <property fmtid="{D5CDD505-2E9C-101B-9397-08002B2CF9AE}" pid="5" name="MSIP_Label_b1f08a4a-3048-4b8f-8eeb-74c828f94533_Name">
    <vt:lpwstr>NORMAL</vt:lpwstr>
  </property>
  <property fmtid="{D5CDD505-2E9C-101B-9397-08002B2CF9AE}" pid="6" name="MSIP_Label_b1f08a4a-3048-4b8f-8eeb-74c828f94533_SiteId">
    <vt:lpwstr>be2e7bea-b493-4de5-bbc5-8b4a6a235600</vt:lpwstr>
  </property>
  <property fmtid="{D5CDD505-2E9C-101B-9397-08002B2CF9AE}" pid="7" name="MSIP_Label_b1f08a4a-3048-4b8f-8eeb-74c828f94533_ActionId">
    <vt:lpwstr>e8b8f4eb-5f51-4019-9634-a44c406f5f76</vt:lpwstr>
  </property>
  <property fmtid="{D5CDD505-2E9C-101B-9397-08002B2CF9AE}" pid="8" name="MSIP_Label_b1f08a4a-3048-4b8f-8eeb-74c828f94533_ContentBits">
    <vt:lpwstr>0</vt:lpwstr>
  </property>
  <property fmtid="{D5CDD505-2E9C-101B-9397-08002B2CF9AE}" pid="9" name="MSIP_Label_b1f08a4a-3048-4b8f-8eeb-74c828f94533_Tag">
    <vt:lpwstr>10, 3, 0, 1</vt:lpwstr>
  </property>
  <property fmtid="{D5CDD505-2E9C-101B-9397-08002B2CF9AE}" pid="10" name="ContentTypeId">
    <vt:lpwstr>0x010100B04F3A3E2BB1DA4AB1BFDBF3956E9014</vt:lpwstr>
  </property>
  <property fmtid="{D5CDD505-2E9C-101B-9397-08002B2CF9AE}" pid="11" name="_dlc_DocIdItemGuid">
    <vt:lpwstr>63deb039-d4ce-4998-ab78-2a3fa1650c90</vt:lpwstr>
  </property>
  <property fmtid="{D5CDD505-2E9C-101B-9397-08002B2CF9AE}" pid="12" name="MediaServiceImageTags">
    <vt:lpwstr/>
  </property>
</Properties>
</file>