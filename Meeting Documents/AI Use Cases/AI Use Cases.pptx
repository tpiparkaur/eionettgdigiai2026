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147475063" r:id="rId2"/>
    <p:sldId id="267" r:id="rId3"/>
    <p:sldId id="2147473431" r:id="rId4"/>
    <p:sldId id="2147475064" r:id="rId5"/>
    <p:sldId id="270" r:id="rId6"/>
    <p:sldId id="269" r:id="rId7"/>
    <p:sldId id="2147474765" r:id="rId8"/>
    <p:sldId id="2147473436" r:id="rId9"/>
    <p:sldId id="2147475065" r:id="rId10"/>
    <p:sldId id="258" r:id="rId11"/>
    <p:sldId id="264" r:id="rId12"/>
    <p:sldId id="2147474821" r:id="rId13"/>
    <p:sldId id="2147474974" r:id="rId14"/>
    <p:sldId id="395" r:id="rId15"/>
    <p:sldId id="2147475066" r:id="rId16"/>
    <p:sldId id="256" r:id="rId17"/>
    <p:sldId id="257" r:id="rId18"/>
    <p:sldId id="259" r:id="rId19"/>
    <p:sldId id="260" r:id="rId20"/>
    <p:sldId id="261" r:id="rId21"/>
    <p:sldId id="262" r:id="rId22"/>
    <p:sldId id="263" r:id="rId23"/>
    <p:sldId id="265" r:id="rId24"/>
    <p:sldId id="266" r:id="rId25"/>
    <p:sldId id="268" r:id="rId26"/>
    <p:sldId id="271"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20B135-BDB7-4C11-9CBA-3B77D1F6874A}" v="43" dt="2026-10-22T07:43:23.3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0" y="1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38" Type="http://schemas.openxmlformats.org/officeDocument/2006/relationships/customXml" Target="../customXml/item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37"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35"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ne Djurhuus" userId="0bcb62a1-eba1-4abb-82ee-8067ef961803" providerId="ADAL" clId="{A66B22BF-3ECB-440B-84D1-C93321C9DD49}"/>
    <pc:docChg chg="undo custSel addSld delSld modSld sldOrd addMainMaster delMainMaster modMainMaster modNotesMaster">
      <pc:chgData name="Sune Djurhuus" userId="0bcb62a1-eba1-4abb-82ee-8067ef961803" providerId="ADAL" clId="{A66B22BF-3ECB-440B-84D1-C93321C9DD49}" dt="2026-10-22T07:44:40.109" v="1141" actId="47"/>
      <pc:docMkLst>
        <pc:docMk/>
      </pc:docMkLst>
      <pc:sldChg chg="addSp delSp modSp mod setBg modClrScheme chgLayout modNotes">
        <pc:chgData name="Sune Djurhuus" userId="0bcb62a1-eba1-4abb-82ee-8067ef961803" providerId="ADAL" clId="{A66B22BF-3ECB-440B-84D1-C93321C9DD49}" dt="2026-10-22T07:30:10.550" v="936"/>
        <pc:sldMkLst>
          <pc:docMk/>
          <pc:sldMk cId="0" sldId="256"/>
        </pc:sldMkLst>
        <pc:spChg chg="mod">
          <ac:chgData name="Sune Djurhuus" userId="0bcb62a1-eba1-4abb-82ee-8067ef961803" providerId="ADAL" clId="{A66B22BF-3ECB-440B-84D1-C93321C9DD49}" dt="2026-09-28T21:07:25.006" v="262" actId="255"/>
          <ac:spMkLst>
            <pc:docMk/>
            <pc:sldMk cId="0" sldId="256"/>
            <ac:spMk id="3" creationId="{00000000-0000-0000-0000-000000000000}"/>
          </ac:spMkLst>
        </pc:spChg>
        <pc:spChg chg="add del mod">
          <ac:chgData name="Sune Djurhuus" userId="0bcb62a1-eba1-4abb-82ee-8067ef961803" providerId="ADAL" clId="{A66B22BF-3ECB-440B-84D1-C93321C9DD49}" dt="2026-10-22T07:29:50.748" v="935"/>
          <ac:spMkLst>
            <pc:docMk/>
            <pc:sldMk cId="0" sldId="256"/>
            <ac:spMk id="5" creationId="{B15572A2-CF87-E253-1CB6-55BF249F054E}"/>
          </ac:spMkLst>
        </pc:spChg>
        <pc:spChg chg="mod">
          <ac:chgData name="Sune Djurhuus" userId="0bcb62a1-eba1-4abb-82ee-8067ef961803" providerId="ADAL" clId="{A66B22BF-3ECB-440B-84D1-C93321C9DD49}" dt="2026-09-28T21:19:12.240" v="674" actId="26606"/>
          <ac:spMkLst>
            <pc:docMk/>
            <pc:sldMk cId="0" sldId="256"/>
            <ac:spMk id="8" creationId="{00000000-0000-0000-0000-000000000000}"/>
          </ac:spMkLst>
        </pc:spChg>
        <pc:spChg chg="mod">
          <ac:chgData name="Sune Djurhuus" userId="0bcb62a1-eba1-4abb-82ee-8067ef961803" providerId="ADAL" clId="{A66B22BF-3ECB-440B-84D1-C93321C9DD49}" dt="2026-09-28T21:22:10.157" v="743" actId="255"/>
          <ac:spMkLst>
            <pc:docMk/>
            <pc:sldMk cId="0" sldId="256"/>
            <ac:spMk id="11" creationId="{00000000-0000-0000-0000-000000000000}"/>
          </ac:spMkLst>
        </pc:spChg>
        <pc:spChg chg="mod">
          <ac:chgData name="Sune Djurhuus" userId="0bcb62a1-eba1-4abb-82ee-8067ef961803" providerId="ADAL" clId="{A66B22BF-3ECB-440B-84D1-C93321C9DD49}" dt="2026-09-28T21:19:12.240" v="674" actId="26606"/>
          <ac:spMkLst>
            <pc:docMk/>
            <pc:sldMk cId="0" sldId="256"/>
            <ac:spMk id="13" creationId="{00000000-0000-0000-0000-000000000000}"/>
          </ac:spMkLst>
        </pc:spChg>
        <pc:spChg chg="mod">
          <ac:chgData name="Sune Djurhuus" userId="0bcb62a1-eba1-4abb-82ee-8067ef961803" providerId="ADAL" clId="{A66B22BF-3ECB-440B-84D1-C93321C9DD49}" dt="2026-09-28T21:22:36.583" v="745" actId="27636"/>
          <ac:spMkLst>
            <pc:docMk/>
            <pc:sldMk cId="0" sldId="256"/>
            <ac:spMk id="16" creationId="{00000000-0000-0000-0000-000000000000}"/>
          </ac:spMkLst>
        </pc:spChg>
        <pc:spChg chg="mod">
          <ac:chgData name="Sune Djurhuus" userId="0bcb62a1-eba1-4abb-82ee-8067ef961803" providerId="ADAL" clId="{A66B22BF-3ECB-440B-84D1-C93321C9DD49}" dt="2026-09-28T21:19:12.240" v="674" actId="26606"/>
          <ac:spMkLst>
            <pc:docMk/>
            <pc:sldMk cId="0" sldId="256"/>
            <ac:spMk id="18" creationId="{00000000-0000-0000-0000-000000000000}"/>
          </ac:spMkLst>
        </pc:spChg>
        <pc:spChg chg="mod">
          <ac:chgData name="Sune Djurhuus" userId="0bcb62a1-eba1-4abb-82ee-8067ef961803" providerId="ADAL" clId="{A66B22BF-3ECB-440B-84D1-C93321C9DD49}" dt="2026-09-28T21:22:40.726" v="747" actId="27636"/>
          <ac:spMkLst>
            <pc:docMk/>
            <pc:sldMk cId="0" sldId="256"/>
            <ac:spMk id="21" creationId="{00000000-0000-0000-0000-000000000000}"/>
          </ac:spMkLst>
        </pc:spChg>
        <pc:spChg chg="mod">
          <ac:chgData name="Sune Djurhuus" userId="0bcb62a1-eba1-4abb-82ee-8067ef961803" providerId="ADAL" clId="{A66B22BF-3ECB-440B-84D1-C93321C9DD49}" dt="2026-09-28T21:19:12.240" v="674" actId="26606"/>
          <ac:spMkLst>
            <pc:docMk/>
            <pc:sldMk cId="0" sldId="256"/>
            <ac:spMk id="23" creationId="{00000000-0000-0000-0000-000000000000}"/>
          </ac:spMkLst>
        </pc:spChg>
        <pc:spChg chg="mod">
          <ac:chgData name="Sune Djurhuus" userId="0bcb62a1-eba1-4abb-82ee-8067ef961803" providerId="ADAL" clId="{A66B22BF-3ECB-440B-84D1-C93321C9DD49}" dt="2026-09-28T21:22:49.479" v="751" actId="27636"/>
          <ac:spMkLst>
            <pc:docMk/>
            <pc:sldMk cId="0" sldId="256"/>
            <ac:spMk id="26" creationId="{00000000-0000-0000-0000-000000000000}"/>
          </ac:spMkLst>
        </pc:spChg>
        <pc:spChg chg="mod">
          <ac:chgData name="Sune Djurhuus" userId="0bcb62a1-eba1-4abb-82ee-8067ef961803" providerId="ADAL" clId="{A66B22BF-3ECB-440B-84D1-C93321C9DD49}" dt="2026-09-28T21:19:12.240" v="674" actId="26606"/>
          <ac:spMkLst>
            <pc:docMk/>
            <pc:sldMk cId="0" sldId="256"/>
            <ac:spMk id="28" creationId="{00000000-0000-0000-0000-000000000000}"/>
          </ac:spMkLst>
        </pc:spChg>
        <pc:spChg chg="mod">
          <ac:chgData name="Sune Djurhuus" userId="0bcb62a1-eba1-4abb-82ee-8067ef961803" providerId="ADAL" clId="{A66B22BF-3ECB-440B-84D1-C93321C9DD49}" dt="2026-09-28T21:22:53.044" v="753" actId="27636"/>
          <ac:spMkLst>
            <pc:docMk/>
            <pc:sldMk cId="0" sldId="256"/>
            <ac:spMk id="31" creationId="{00000000-0000-0000-0000-000000000000}"/>
          </ac:spMkLst>
        </pc:spChg>
        <pc:spChg chg="mod">
          <ac:chgData name="Sune Djurhuus" userId="0bcb62a1-eba1-4abb-82ee-8067ef961803" providerId="ADAL" clId="{A66B22BF-3ECB-440B-84D1-C93321C9DD49}" dt="2026-09-28T21:19:12.240" v="674" actId="26606"/>
          <ac:spMkLst>
            <pc:docMk/>
            <pc:sldMk cId="0" sldId="256"/>
            <ac:spMk id="33" creationId="{00000000-0000-0000-0000-000000000000}"/>
          </ac:spMkLst>
        </pc:spChg>
        <pc:spChg chg="mod">
          <ac:chgData name="Sune Djurhuus" userId="0bcb62a1-eba1-4abb-82ee-8067ef961803" providerId="ADAL" clId="{A66B22BF-3ECB-440B-84D1-C93321C9DD49}" dt="2026-09-28T21:22:57.734" v="755" actId="27636"/>
          <ac:spMkLst>
            <pc:docMk/>
            <pc:sldMk cId="0" sldId="256"/>
            <ac:spMk id="36" creationId="{00000000-0000-0000-0000-000000000000}"/>
          </ac:spMkLst>
        </pc:spChg>
        <pc:spChg chg="mod">
          <ac:chgData name="Sune Djurhuus" userId="0bcb62a1-eba1-4abb-82ee-8067ef961803" providerId="ADAL" clId="{A66B22BF-3ECB-440B-84D1-C93321C9DD49}" dt="2026-09-28T21:05:11.718" v="10" actId="27636"/>
          <ac:spMkLst>
            <pc:docMk/>
            <pc:sldMk cId="0" sldId="256"/>
            <ac:spMk id="39" creationId="{00000000-0000-0000-0000-000000000000}"/>
          </ac:spMkLst>
        </pc:spChg>
        <pc:spChg chg="mod">
          <ac:chgData name="Sune Djurhuus" userId="0bcb62a1-eba1-4abb-82ee-8067ef961803" providerId="ADAL" clId="{A66B22BF-3ECB-440B-84D1-C93321C9DD49}" dt="2026-09-28T21:05:11.695" v="2" actId="27636"/>
          <ac:spMkLst>
            <pc:docMk/>
            <pc:sldMk cId="0" sldId="256"/>
            <ac:spMk id="50" creationId="{00000000-0000-0000-0000-000000000000}"/>
          </ac:spMkLst>
        </pc:spChg>
        <pc:spChg chg="add mod">
          <ac:chgData name="Sune Djurhuus" userId="0bcb62a1-eba1-4abb-82ee-8067ef961803" providerId="ADAL" clId="{A66B22BF-3ECB-440B-84D1-C93321C9DD49}" dt="2026-09-28T21:19:12.240" v="674" actId="26606"/>
          <ac:spMkLst>
            <pc:docMk/>
            <pc:sldMk cId="0" sldId="256"/>
            <ac:spMk id="56" creationId="{00000000-0000-0000-0000-000000000000}"/>
          </ac:spMkLst>
        </pc:spChg>
        <pc:spChg chg="add">
          <ac:chgData name="Sune Djurhuus" userId="0bcb62a1-eba1-4abb-82ee-8067ef961803" providerId="ADAL" clId="{A66B22BF-3ECB-440B-84D1-C93321C9DD49}" dt="2026-09-28T21:21:57.863" v="742" actId="22"/>
          <ac:spMkLst>
            <pc:docMk/>
            <pc:sldMk cId="0" sldId="256"/>
            <ac:spMk id="58" creationId="{1EFC9539-B19E-5715-2F10-540E790C810C}"/>
          </ac:spMkLst>
        </pc:spChg>
      </pc:sldChg>
      <pc:sldChg chg="addSp delSp modSp mod setBg modClrScheme chgLayout modNotes">
        <pc:chgData name="Sune Djurhuus" userId="0bcb62a1-eba1-4abb-82ee-8067ef961803" providerId="ADAL" clId="{A66B22BF-3ECB-440B-84D1-C93321C9DD49}" dt="2026-10-22T07:30:17.268" v="937"/>
        <pc:sldMkLst>
          <pc:docMk/>
          <pc:sldMk cId="3141273525" sldId="257"/>
        </pc:sldMkLst>
        <pc:spChg chg="mod">
          <ac:chgData name="Sune Djurhuus" userId="0bcb62a1-eba1-4abb-82ee-8067ef961803" providerId="ADAL" clId="{A66B22BF-3ECB-440B-84D1-C93321C9DD49}" dt="2026-09-28T21:07:37.470" v="264" actId="1076"/>
          <ac:spMkLst>
            <pc:docMk/>
            <pc:sldMk cId="3141273525" sldId="257"/>
            <ac:spMk id="3" creationId="{00000000-0000-0000-0000-000000000000}"/>
          </ac:spMkLst>
        </pc:spChg>
        <pc:spChg chg="mod">
          <ac:chgData name="Sune Djurhuus" userId="0bcb62a1-eba1-4abb-82ee-8067ef961803" providerId="ADAL" clId="{A66B22BF-3ECB-440B-84D1-C93321C9DD49}" dt="2026-09-28T21:19:12.240" v="674" actId="26606"/>
          <ac:spMkLst>
            <pc:docMk/>
            <pc:sldMk cId="3141273525" sldId="257"/>
            <ac:spMk id="8" creationId="{00000000-0000-0000-0000-000000000000}"/>
          </ac:spMkLst>
        </pc:spChg>
        <pc:spChg chg="mod">
          <ac:chgData name="Sune Djurhuus" userId="0bcb62a1-eba1-4abb-82ee-8067ef961803" providerId="ADAL" clId="{A66B22BF-3ECB-440B-84D1-C93321C9DD49}" dt="2026-09-28T21:05:11.823" v="14" actId="27636"/>
          <ac:spMkLst>
            <pc:docMk/>
            <pc:sldMk cId="3141273525" sldId="257"/>
            <ac:spMk id="9" creationId="{00000000-0000-0000-0000-000000000000}"/>
          </ac:spMkLst>
        </pc:spChg>
        <pc:spChg chg="mod">
          <ac:chgData name="Sune Djurhuus" userId="0bcb62a1-eba1-4abb-82ee-8067ef961803" providerId="ADAL" clId="{A66B22BF-3ECB-440B-84D1-C93321C9DD49}" dt="2026-09-28T21:05:11.601" v="1" actId="26606"/>
          <ac:spMkLst>
            <pc:docMk/>
            <pc:sldMk cId="3141273525" sldId="257"/>
            <ac:spMk id="10" creationId="{00000000-0000-0000-0000-000000000000}"/>
          </ac:spMkLst>
        </pc:spChg>
        <pc:spChg chg="mod">
          <ac:chgData name="Sune Djurhuus" userId="0bcb62a1-eba1-4abb-82ee-8067ef961803" providerId="ADAL" clId="{A66B22BF-3ECB-440B-84D1-C93321C9DD49}" dt="2026-09-28T21:23:08.349" v="756" actId="255"/>
          <ac:spMkLst>
            <pc:docMk/>
            <pc:sldMk cId="3141273525" sldId="257"/>
            <ac:spMk id="11" creationId="{00000000-0000-0000-0000-000000000000}"/>
          </ac:spMkLst>
        </pc:spChg>
        <pc:spChg chg="mod">
          <ac:chgData name="Sune Djurhuus" userId="0bcb62a1-eba1-4abb-82ee-8067ef961803" providerId="ADAL" clId="{A66B22BF-3ECB-440B-84D1-C93321C9DD49}" dt="2026-09-28T21:19:12.240" v="674" actId="26606"/>
          <ac:spMkLst>
            <pc:docMk/>
            <pc:sldMk cId="3141273525" sldId="257"/>
            <ac:spMk id="13" creationId="{00000000-0000-0000-0000-000000000000}"/>
          </ac:spMkLst>
        </pc:spChg>
        <pc:spChg chg="mod">
          <ac:chgData name="Sune Djurhuus" userId="0bcb62a1-eba1-4abb-82ee-8067ef961803" providerId="ADAL" clId="{A66B22BF-3ECB-440B-84D1-C93321C9DD49}" dt="2026-09-28T21:05:11.813" v="11" actId="27636"/>
          <ac:spMkLst>
            <pc:docMk/>
            <pc:sldMk cId="3141273525" sldId="257"/>
            <ac:spMk id="14" creationId="{00000000-0000-0000-0000-000000000000}"/>
          </ac:spMkLst>
        </pc:spChg>
        <pc:spChg chg="mod">
          <ac:chgData name="Sune Djurhuus" userId="0bcb62a1-eba1-4abb-82ee-8067ef961803" providerId="ADAL" clId="{A66B22BF-3ECB-440B-84D1-C93321C9DD49}" dt="2026-09-28T21:23:20.933" v="759" actId="255"/>
          <ac:spMkLst>
            <pc:docMk/>
            <pc:sldMk cId="3141273525" sldId="257"/>
            <ac:spMk id="16" creationId="{00000000-0000-0000-0000-000000000000}"/>
          </ac:spMkLst>
        </pc:spChg>
        <pc:spChg chg="mod">
          <ac:chgData name="Sune Djurhuus" userId="0bcb62a1-eba1-4abb-82ee-8067ef961803" providerId="ADAL" clId="{A66B22BF-3ECB-440B-84D1-C93321C9DD49}" dt="2026-09-28T21:19:12.240" v="674" actId="26606"/>
          <ac:spMkLst>
            <pc:docMk/>
            <pc:sldMk cId="3141273525" sldId="257"/>
            <ac:spMk id="18" creationId="{00000000-0000-0000-0000-000000000000}"/>
          </ac:spMkLst>
        </pc:spChg>
        <pc:spChg chg="mod">
          <ac:chgData name="Sune Djurhuus" userId="0bcb62a1-eba1-4abb-82ee-8067ef961803" providerId="ADAL" clId="{A66B22BF-3ECB-440B-84D1-C93321C9DD49}" dt="2026-09-28T21:05:11.837" v="21" actId="27636"/>
          <ac:spMkLst>
            <pc:docMk/>
            <pc:sldMk cId="3141273525" sldId="257"/>
            <ac:spMk id="19" creationId="{00000000-0000-0000-0000-000000000000}"/>
          </ac:spMkLst>
        </pc:spChg>
        <pc:spChg chg="mod">
          <ac:chgData name="Sune Djurhuus" userId="0bcb62a1-eba1-4abb-82ee-8067ef961803" providerId="ADAL" clId="{A66B22BF-3ECB-440B-84D1-C93321C9DD49}" dt="2026-09-28T21:23:35.859" v="761" actId="108"/>
          <ac:spMkLst>
            <pc:docMk/>
            <pc:sldMk cId="3141273525" sldId="257"/>
            <ac:spMk id="21" creationId="{00000000-0000-0000-0000-000000000000}"/>
          </ac:spMkLst>
        </pc:spChg>
        <pc:spChg chg="mod">
          <ac:chgData name="Sune Djurhuus" userId="0bcb62a1-eba1-4abb-82ee-8067ef961803" providerId="ADAL" clId="{A66B22BF-3ECB-440B-84D1-C93321C9DD49}" dt="2026-09-28T21:05:11.601" v="1" actId="26606"/>
          <ac:spMkLst>
            <pc:docMk/>
            <pc:sldMk cId="3141273525" sldId="257"/>
            <ac:spMk id="22" creationId="{00000000-0000-0000-0000-000000000000}"/>
          </ac:spMkLst>
        </pc:spChg>
        <pc:spChg chg="mod">
          <ac:chgData name="Sune Djurhuus" userId="0bcb62a1-eba1-4abb-82ee-8067ef961803" providerId="ADAL" clId="{A66B22BF-3ECB-440B-84D1-C93321C9DD49}" dt="2026-09-28T21:19:12.240" v="674" actId="26606"/>
          <ac:spMkLst>
            <pc:docMk/>
            <pc:sldMk cId="3141273525" sldId="257"/>
            <ac:spMk id="23" creationId="{00000000-0000-0000-0000-000000000000}"/>
          </ac:spMkLst>
        </pc:spChg>
        <pc:spChg chg="mod">
          <ac:chgData name="Sune Djurhuus" userId="0bcb62a1-eba1-4abb-82ee-8067ef961803" providerId="ADAL" clId="{A66B22BF-3ECB-440B-84D1-C93321C9DD49}" dt="2026-09-28T21:05:11.823" v="15" actId="27636"/>
          <ac:spMkLst>
            <pc:docMk/>
            <pc:sldMk cId="3141273525" sldId="257"/>
            <ac:spMk id="24" creationId="{00000000-0000-0000-0000-000000000000}"/>
          </ac:spMkLst>
        </pc:spChg>
        <pc:spChg chg="mod">
          <ac:chgData name="Sune Djurhuus" userId="0bcb62a1-eba1-4abb-82ee-8067ef961803" providerId="ADAL" clId="{A66B22BF-3ECB-440B-84D1-C93321C9DD49}" dt="2026-09-28T21:23:53.244" v="764" actId="255"/>
          <ac:spMkLst>
            <pc:docMk/>
            <pc:sldMk cId="3141273525" sldId="257"/>
            <ac:spMk id="26" creationId="{00000000-0000-0000-0000-000000000000}"/>
          </ac:spMkLst>
        </pc:spChg>
        <pc:spChg chg="mod">
          <ac:chgData name="Sune Djurhuus" userId="0bcb62a1-eba1-4abb-82ee-8067ef961803" providerId="ADAL" clId="{A66B22BF-3ECB-440B-84D1-C93321C9DD49}" dt="2026-09-28T21:19:12.240" v="674" actId="26606"/>
          <ac:spMkLst>
            <pc:docMk/>
            <pc:sldMk cId="3141273525" sldId="257"/>
            <ac:spMk id="28" creationId="{00000000-0000-0000-0000-000000000000}"/>
          </ac:spMkLst>
        </pc:spChg>
        <pc:spChg chg="mod">
          <ac:chgData name="Sune Djurhuus" userId="0bcb62a1-eba1-4abb-82ee-8067ef961803" providerId="ADAL" clId="{A66B22BF-3ECB-440B-84D1-C93321C9DD49}" dt="2026-09-28T21:05:11.841" v="23" actId="27636"/>
          <ac:spMkLst>
            <pc:docMk/>
            <pc:sldMk cId="3141273525" sldId="257"/>
            <ac:spMk id="29" creationId="{00000000-0000-0000-0000-000000000000}"/>
          </ac:spMkLst>
        </pc:spChg>
        <pc:spChg chg="mod">
          <ac:chgData name="Sune Djurhuus" userId="0bcb62a1-eba1-4abb-82ee-8067ef961803" providerId="ADAL" clId="{A66B22BF-3ECB-440B-84D1-C93321C9DD49}" dt="2026-09-28T21:05:11.601" v="1" actId="26606"/>
          <ac:spMkLst>
            <pc:docMk/>
            <pc:sldMk cId="3141273525" sldId="257"/>
            <ac:spMk id="30" creationId="{00000000-0000-0000-0000-000000000000}"/>
          </ac:spMkLst>
        </pc:spChg>
        <pc:spChg chg="mod">
          <ac:chgData name="Sune Djurhuus" userId="0bcb62a1-eba1-4abb-82ee-8067ef961803" providerId="ADAL" clId="{A66B22BF-3ECB-440B-84D1-C93321C9DD49}" dt="2026-09-28T21:23:58.141" v="765" actId="255"/>
          <ac:spMkLst>
            <pc:docMk/>
            <pc:sldMk cId="3141273525" sldId="257"/>
            <ac:spMk id="31" creationId="{00000000-0000-0000-0000-000000000000}"/>
          </ac:spMkLst>
        </pc:spChg>
        <pc:spChg chg="mod">
          <ac:chgData name="Sune Djurhuus" userId="0bcb62a1-eba1-4abb-82ee-8067ef961803" providerId="ADAL" clId="{A66B22BF-3ECB-440B-84D1-C93321C9DD49}" dt="2026-09-28T21:19:12.240" v="674" actId="26606"/>
          <ac:spMkLst>
            <pc:docMk/>
            <pc:sldMk cId="3141273525" sldId="257"/>
            <ac:spMk id="33" creationId="{00000000-0000-0000-0000-000000000000}"/>
          </ac:spMkLst>
        </pc:spChg>
        <pc:spChg chg="mod">
          <ac:chgData name="Sune Djurhuus" userId="0bcb62a1-eba1-4abb-82ee-8067ef961803" providerId="ADAL" clId="{A66B22BF-3ECB-440B-84D1-C93321C9DD49}" dt="2026-09-28T21:05:11.829" v="17" actId="27636"/>
          <ac:spMkLst>
            <pc:docMk/>
            <pc:sldMk cId="3141273525" sldId="257"/>
            <ac:spMk id="34" creationId="{00000000-0000-0000-0000-000000000000}"/>
          </ac:spMkLst>
        </pc:spChg>
        <pc:spChg chg="mod">
          <ac:chgData name="Sune Djurhuus" userId="0bcb62a1-eba1-4abb-82ee-8067ef961803" providerId="ADAL" clId="{A66B22BF-3ECB-440B-84D1-C93321C9DD49}" dt="2026-09-28T21:05:11.601" v="1" actId="26606"/>
          <ac:spMkLst>
            <pc:docMk/>
            <pc:sldMk cId="3141273525" sldId="257"/>
            <ac:spMk id="35" creationId="{00000000-0000-0000-0000-000000000000}"/>
          </ac:spMkLst>
        </pc:spChg>
        <pc:spChg chg="mod">
          <ac:chgData name="Sune Djurhuus" userId="0bcb62a1-eba1-4abb-82ee-8067ef961803" providerId="ADAL" clId="{A66B22BF-3ECB-440B-84D1-C93321C9DD49}" dt="2026-09-28T21:24:06.600" v="766" actId="255"/>
          <ac:spMkLst>
            <pc:docMk/>
            <pc:sldMk cId="3141273525" sldId="257"/>
            <ac:spMk id="36" creationId="{00000000-0000-0000-0000-000000000000}"/>
          </ac:spMkLst>
        </pc:spChg>
        <pc:spChg chg="mod">
          <ac:chgData name="Sune Djurhuus" userId="0bcb62a1-eba1-4abb-82ee-8067ef961803" providerId="ADAL" clId="{A66B22BF-3ECB-440B-84D1-C93321C9DD49}" dt="2026-09-28T21:05:11.815" v="12" actId="27636"/>
          <ac:spMkLst>
            <pc:docMk/>
            <pc:sldMk cId="3141273525" sldId="257"/>
            <ac:spMk id="39" creationId="{00000000-0000-0000-0000-000000000000}"/>
          </ac:spMkLst>
        </pc:spChg>
        <pc:spChg chg="mod">
          <ac:chgData name="Sune Djurhuus" userId="0bcb62a1-eba1-4abb-82ee-8067ef961803" providerId="ADAL" clId="{A66B22BF-3ECB-440B-84D1-C93321C9DD49}" dt="2026-09-28T21:05:11.601" v="1" actId="26606"/>
          <ac:spMkLst>
            <pc:docMk/>
            <pc:sldMk cId="3141273525" sldId="257"/>
            <ac:spMk id="47" creationId="{00000000-0000-0000-0000-000000000000}"/>
          </ac:spMkLst>
        </pc:spChg>
        <pc:spChg chg="mod">
          <ac:chgData name="Sune Djurhuus" userId="0bcb62a1-eba1-4abb-82ee-8067ef961803" providerId="ADAL" clId="{A66B22BF-3ECB-440B-84D1-C93321C9DD49}" dt="2026-09-28T21:05:11.848" v="25" actId="27636"/>
          <ac:spMkLst>
            <pc:docMk/>
            <pc:sldMk cId="3141273525" sldId="257"/>
            <ac:spMk id="50" creationId="{00000000-0000-0000-0000-000000000000}"/>
          </ac:spMkLst>
        </pc:spChg>
        <pc:spChg chg="mod">
          <ac:chgData name="Sune Djurhuus" userId="0bcb62a1-eba1-4abb-82ee-8067ef961803" providerId="ADAL" clId="{A66B22BF-3ECB-440B-84D1-C93321C9DD49}" dt="2026-09-28T21:05:11.601" v="1" actId="26606"/>
          <ac:spMkLst>
            <pc:docMk/>
            <pc:sldMk cId="3141273525" sldId="257"/>
            <ac:spMk id="52" creationId="{00000000-0000-0000-0000-000000000000}"/>
          </ac:spMkLst>
        </pc:spChg>
        <pc:spChg chg="add mod">
          <ac:chgData name="Sune Djurhuus" userId="0bcb62a1-eba1-4abb-82ee-8067ef961803" providerId="ADAL" clId="{A66B22BF-3ECB-440B-84D1-C93321C9DD49}" dt="2026-09-28T21:19:12.240" v="674" actId="26606"/>
          <ac:spMkLst>
            <pc:docMk/>
            <pc:sldMk cId="3141273525" sldId="257"/>
            <ac:spMk id="56" creationId="{00000000-0000-0000-0000-000000000000}"/>
          </ac:spMkLst>
        </pc:spChg>
        <pc:spChg chg="add">
          <ac:chgData name="Sune Djurhuus" userId="0bcb62a1-eba1-4abb-82ee-8067ef961803" providerId="ADAL" clId="{A66B22BF-3ECB-440B-84D1-C93321C9DD49}" dt="2026-09-28T21:21:27.938" v="738" actId="22"/>
          <ac:spMkLst>
            <pc:docMk/>
            <pc:sldMk cId="3141273525" sldId="257"/>
            <ac:spMk id="58" creationId="{BE8CA6B6-6F3D-232B-8561-1C175AA9288A}"/>
          </ac:spMkLst>
        </pc:spChg>
      </pc:sldChg>
      <pc:sldChg chg="delSp modSp mod ord setBg modClrScheme chgLayout modNotes">
        <pc:chgData name="Sune Djurhuus" userId="0bcb62a1-eba1-4abb-82ee-8067ef961803" providerId="ADAL" clId="{A66B22BF-3ECB-440B-84D1-C93321C9DD49}" dt="2026-10-22T07:32:46.402" v="965"/>
        <pc:sldMkLst>
          <pc:docMk/>
          <pc:sldMk cId="148308270" sldId="258"/>
        </pc:sldMkLst>
        <pc:spChg chg="mod">
          <ac:chgData name="Sune Djurhuus" userId="0bcb62a1-eba1-4abb-82ee-8067ef961803" providerId="ADAL" clId="{A66B22BF-3ECB-440B-84D1-C93321C9DD49}" dt="2026-09-28T21:07:51.885" v="267" actId="1076"/>
          <ac:spMkLst>
            <pc:docMk/>
            <pc:sldMk cId="148308270" sldId="258"/>
            <ac:spMk id="3" creationId="{00000000-0000-0000-0000-000000000000}"/>
          </ac:spMkLst>
        </pc:spChg>
        <pc:spChg chg="mod">
          <ac:chgData name="Sune Djurhuus" userId="0bcb62a1-eba1-4abb-82ee-8067ef961803" providerId="ADAL" clId="{A66B22BF-3ECB-440B-84D1-C93321C9DD49}" dt="2026-09-28T21:19:53.996" v="724" actId="1036"/>
          <ac:spMkLst>
            <pc:docMk/>
            <pc:sldMk cId="148308270" sldId="258"/>
            <ac:spMk id="6" creationId="{00000000-0000-0000-0000-000000000000}"/>
          </ac:spMkLst>
        </pc:spChg>
        <pc:spChg chg="mod">
          <ac:chgData name="Sune Djurhuus" userId="0bcb62a1-eba1-4abb-82ee-8067ef961803" providerId="ADAL" clId="{A66B22BF-3ECB-440B-84D1-C93321C9DD49}" dt="2026-09-28T21:19:12.240" v="674" actId="26606"/>
          <ac:spMkLst>
            <pc:docMk/>
            <pc:sldMk cId="148308270" sldId="258"/>
            <ac:spMk id="8" creationId="{00000000-0000-0000-0000-000000000000}"/>
          </ac:spMkLst>
        </pc:spChg>
        <pc:spChg chg="mod">
          <ac:chgData name="Sune Djurhuus" userId="0bcb62a1-eba1-4abb-82ee-8067ef961803" providerId="ADAL" clId="{A66B22BF-3ECB-440B-84D1-C93321C9DD49}" dt="2026-09-28T21:05:11.878" v="33" actId="27636"/>
          <ac:spMkLst>
            <pc:docMk/>
            <pc:sldMk cId="148308270" sldId="258"/>
            <ac:spMk id="9" creationId="{00000000-0000-0000-0000-000000000000}"/>
          </ac:spMkLst>
        </pc:spChg>
        <pc:spChg chg="mod">
          <ac:chgData name="Sune Djurhuus" userId="0bcb62a1-eba1-4abb-82ee-8067ef961803" providerId="ADAL" clId="{A66B22BF-3ECB-440B-84D1-C93321C9DD49}" dt="2026-09-28T21:05:11.601" v="1" actId="26606"/>
          <ac:spMkLst>
            <pc:docMk/>
            <pc:sldMk cId="148308270" sldId="258"/>
            <ac:spMk id="10" creationId="{00000000-0000-0000-0000-000000000000}"/>
          </ac:spMkLst>
        </pc:spChg>
        <pc:spChg chg="mod">
          <ac:chgData name="Sune Djurhuus" userId="0bcb62a1-eba1-4abb-82ee-8067ef961803" providerId="ADAL" clId="{A66B22BF-3ECB-440B-84D1-C93321C9DD49}" dt="2026-09-28T21:24:23.616" v="767" actId="255"/>
          <ac:spMkLst>
            <pc:docMk/>
            <pc:sldMk cId="148308270" sldId="258"/>
            <ac:spMk id="11" creationId="{00000000-0000-0000-0000-000000000000}"/>
          </ac:spMkLst>
        </pc:spChg>
        <pc:spChg chg="mod">
          <ac:chgData name="Sune Djurhuus" userId="0bcb62a1-eba1-4abb-82ee-8067ef961803" providerId="ADAL" clId="{A66B22BF-3ECB-440B-84D1-C93321C9DD49}" dt="2026-09-28T21:19:12.240" v="674" actId="26606"/>
          <ac:spMkLst>
            <pc:docMk/>
            <pc:sldMk cId="148308270" sldId="258"/>
            <ac:spMk id="13" creationId="{00000000-0000-0000-0000-000000000000}"/>
          </ac:spMkLst>
        </pc:spChg>
        <pc:spChg chg="mod">
          <ac:chgData name="Sune Djurhuus" userId="0bcb62a1-eba1-4abb-82ee-8067ef961803" providerId="ADAL" clId="{A66B22BF-3ECB-440B-84D1-C93321C9DD49}" dt="2026-09-28T21:05:11.878" v="34" actId="27636"/>
          <ac:spMkLst>
            <pc:docMk/>
            <pc:sldMk cId="148308270" sldId="258"/>
            <ac:spMk id="14" creationId="{00000000-0000-0000-0000-000000000000}"/>
          </ac:spMkLst>
        </pc:spChg>
        <pc:spChg chg="mod">
          <ac:chgData name="Sune Djurhuus" userId="0bcb62a1-eba1-4abb-82ee-8067ef961803" providerId="ADAL" clId="{A66B22BF-3ECB-440B-84D1-C93321C9DD49}" dt="2026-09-28T21:24:30.881" v="768" actId="255"/>
          <ac:spMkLst>
            <pc:docMk/>
            <pc:sldMk cId="148308270" sldId="258"/>
            <ac:spMk id="16" creationId="{00000000-0000-0000-0000-000000000000}"/>
          </ac:spMkLst>
        </pc:spChg>
        <pc:spChg chg="mod">
          <ac:chgData name="Sune Djurhuus" userId="0bcb62a1-eba1-4abb-82ee-8067ef961803" providerId="ADAL" clId="{A66B22BF-3ECB-440B-84D1-C93321C9DD49}" dt="2026-09-28T21:19:12.240" v="674" actId="26606"/>
          <ac:spMkLst>
            <pc:docMk/>
            <pc:sldMk cId="148308270" sldId="258"/>
            <ac:spMk id="18" creationId="{00000000-0000-0000-0000-000000000000}"/>
          </ac:spMkLst>
        </pc:spChg>
        <pc:spChg chg="mod">
          <ac:chgData name="Sune Djurhuus" userId="0bcb62a1-eba1-4abb-82ee-8067ef961803" providerId="ADAL" clId="{A66B22BF-3ECB-440B-84D1-C93321C9DD49}" dt="2026-09-28T21:05:11.873" v="30" actId="27636"/>
          <ac:spMkLst>
            <pc:docMk/>
            <pc:sldMk cId="148308270" sldId="258"/>
            <ac:spMk id="19" creationId="{00000000-0000-0000-0000-000000000000}"/>
          </ac:spMkLst>
        </pc:spChg>
        <pc:spChg chg="mod">
          <ac:chgData name="Sune Djurhuus" userId="0bcb62a1-eba1-4abb-82ee-8067ef961803" providerId="ADAL" clId="{A66B22BF-3ECB-440B-84D1-C93321C9DD49}" dt="2026-09-28T21:24:38.230" v="769" actId="255"/>
          <ac:spMkLst>
            <pc:docMk/>
            <pc:sldMk cId="148308270" sldId="258"/>
            <ac:spMk id="21" creationId="{00000000-0000-0000-0000-000000000000}"/>
          </ac:spMkLst>
        </pc:spChg>
        <pc:spChg chg="mod">
          <ac:chgData name="Sune Djurhuus" userId="0bcb62a1-eba1-4abb-82ee-8067ef961803" providerId="ADAL" clId="{A66B22BF-3ECB-440B-84D1-C93321C9DD49}" dt="2026-09-28T21:19:12.240" v="674" actId="26606"/>
          <ac:spMkLst>
            <pc:docMk/>
            <pc:sldMk cId="148308270" sldId="258"/>
            <ac:spMk id="23" creationId="{00000000-0000-0000-0000-000000000000}"/>
          </ac:spMkLst>
        </pc:spChg>
        <pc:spChg chg="mod">
          <ac:chgData name="Sune Djurhuus" userId="0bcb62a1-eba1-4abb-82ee-8067ef961803" providerId="ADAL" clId="{A66B22BF-3ECB-440B-84D1-C93321C9DD49}" dt="2026-09-28T21:05:11.871" v="29" actId="27636"/>
          <ac:spMkLst>
            <pc:docMk/>
            <pc:sldMk cId="148308270" sldId="258"/>
            <ac:spMk id="24" creationId="{00000000-0000-0000-0000-000000000000}"/>
          </ac:spMkLst>
        </pc:spChg>
        <pc:spChg chg="mod">
          <ac:chgData name="Sune Djurhuus" userId="0bcb62a1-eba1-4abb-82ee-8067ef961803" providerId="ADAL" clId="{A66B22BF-3ECB-440B-84D1-C93321C9DD49}" dt="2026-09-28T21:24:43.584" v="770" actId="255"/>
          <ac:spMkLst>
            <pc:docMk/>
            <pc:sldMk cId="148308270" sldId="258"/>
            <ac:spMk id="26" creationId="{00000000-0000-0000-0000-000000000000}"/>
          </ac:spMkLst>
        </pc:spChg>
        <pc:spChg chg="mod">
          <ac:chgData name="Sune Djurhuus" userId="0bcb62a1-eba1-4abb-82ee-8067ef961803" providerId="ADAL" clId="{A66B22BF-3ECB-440B-84D1-C93321C9DD49}" dt="2026-09-28T21:19:12.240" v="674" actId="26606"/>
          <ac:spMkLst>
            <pc:docMk/>
            <pc:sldMk cId="148308270" sldId="258"/>
            <ac:spMk id="28" creationId="{00000000-0000-0000-0000-000000000000}"/>
          </ac:spMkLst>
        </pc:spChg>
        <pc:spChg chg="mod">
          <ac:chgData name="Sune Djurhuus" userId="0bcb62a1-eba1-4abb-82ee-8067ef961803" providerId="ADAL" clId="{A66B22BF-3ECB-440B-84D1-C93321C9DD49}" dt="2026-09-28T21:05:11.873" v="31" actId="27636"/>
          <ac:spMkLst>
            <pc:docMk/>
            <pc:sldMk cId="148308270" sldId="258"/>
            <ac:spMk id="29" creationId="{00000000-0000-0000-0000-000000000000}"/>
          </ac:spMkLst>
        </pc:spChg>
        <pc:spChg chg="mod">
          <ac:chgData name="Sune Djurhuus" userId="0bcb62a1-eba1-4abb-82ee-8067ef961803" providerId="ADAL" clId="{A66B22BF-3ECB-440B-84D1-C93321C9DD49}" dt="2026-09-28T21:05:11.601" v="1" actId="26606"/>
          <ac:spMkLst>
            <pc:docMk/>
            <pc:sldMk cId="148308270" sldId="258"/>
            <ac:spMk id="30" creationId="{00000000-0000-0000-0000-000000000000}"/>
          </ac:spMkLst>
        </pc:spChg>
        <pc:spChg chg="mod">
          <ac:chgData name="Sune Djurhuus" userId="0bcb62a1-eba1-4abb-82ee-8067ef961803" providerId="ADAL" clId="{A66B22BF-3ECB-440B-84D1-C93321C9DD49}" dt="2026-09-28T21:24:48.909" v="771" actId="255"/>
          <ac:spMkLst>
            <pc:docMk/>
            <pc:sldMk cId="148308270" sldId="258"/>
            <ac:spMk id="31" creationId="{00000000-0000-0000-0000-000000000000}"/>
          </ac:spMkLst>
        </pc:spChg>
        <pc:spChg chg="mod">
          <ac:chgData name="Sune Djurhuus" userId="0bcb62a1-eba1-4abb-82ee-8067ef961803" providerId="ADAL" clId="{A66B22BF-3ECB-440B-84D1-C93321C9DD49}" dt="2026-09-28T21:19:12.240" v="674" actId="26606"/>
          <ac:spMkLst>
            <pc:docMk/>
            <pc:sldMk cId="148308270" sldId="258"/>
            <ac:spMk id="33" creationId="{00000000-0000-0000-0000-000000000000}"/>
          </ac:spMkLst>
        </pc:spChg>
        <pc:spChg chg="mod">
          <ac:chgData name="Sune Djurhuus" userId="0bcb62a1-eba1-4abb-82ee-8067ef961803" providerId="ADAL" clId="{A66B22BF-3ECB-440B-84D1-C93321C9DD49}" dt="2026-09-28T21:05:11.869" v="28" actId="27636"/>
          <ac:spMkLst>
            <pc:docMk/>
            <pc:sldMk cId="148308270" sldId="258"/>
            <ac:spMk id="34" creationId="{00000000-0000-0000-0000-000000000000}"/>
          </ac:spMkLst>
        </pc:spChg>
        <pc:spChg chg="mod">
          <ac:chgData name="Sune Djurhuus" userId="0bcb62a1-eba1-4abb-82ee-8067ef961803" providerId="ADAL" clId="{A66B22BF-3ECB-440B-84D1-C93321C9DD49}" dt="2026-09-28T21:24:54.223" v="772" actId="255"/>
          <ac:spMkLst>
            <pc:docMk/>
            <pc:sldMk cId="148308270" sldId="258"/>
            <ac:spMk id="36" creationId="{00000000-0000-0000-0000-000000000000}"/>
          </ac:spMkLst>
        </pc:spChg>
        <pc:spChg chg="mod">
          <ac:chgData name="Sune Djurhuus" userId="0bcb62a1-eba1-4abb-82ee-8067ef961803" providerId="ADAL" clId="{A66B22BF-3ECB-440B-84D1-C93321C9DD49}" dt="2026-09-28T21:05:11.884" v="36" actId="27636"/>
          <ac:spMkLst>
            <pc:docMk/>
            <pc:sldMk cId="148308270" sldId="258"/>
            <ac:spMk id="39" creationId="{00000000-0000-0000-0000-000000000000}"/>
          </ac:spMkLst>
        </pc:spChg>
        <pc:spChg chg="mod">
          <ac:chgData name="Sune Djurhuus" userId="0bcb62a1-eba1-4abb-82ee-8067ef961803" providerId="ADAL" clId="{A66B22BF-3ECB-440B-84D1-C93321C9DD49}" dt="2026-09-28T21:05:11.601" v="1" actId="26606"/>
          <ac:spMkLst>
            <pc:docMk/>
            <pc:sldMk cId="148308270" sldId="258"/>
            <ac:spMk id="40" creationId="{00000000-0000-0000-0000-000000000000}"/>
          </ac:spMkLst>
        </pc:spChg>
        <pc:spChg chg="mod">
          <ac:chgData name="Sune Djurhuus" userId="0bcb62a1-eba1-4abb-82ee-8067ef961803" providerId="ADAL" clId="{A66B22BF-3ECB-440B-84D1-C93321C9DD49}" dt="2026-09-28T21:05:11.601" v="1" actId="26606"/>
          <ac:spMkLst>
            <pc:docMk/>
            <pc:sldMk cId="148308270" sldId="258"/>
            <ac:spMk id="48" creationId="{00000000-0000-0000-0000-000000000000}"/>
          </ac:spMkLst>
        </pc:spChg>
        <pc:spChg chg="add mod">
          <ac:chgData name="Sune Djurhuus" userId="0bcb62a1-eba1-4abb-82ee-8067ef961803" providerId="ADAL" clId="{A66B22BF-3ECB-440B-84D1-C93321C9DD49}" dt="2026-09-28T21:19:12.240" v="674" actId="26606"/>
          <ac:spMkLst>
            <pc:docMk/>
            <pc:sldMk cId="148308270" sldId="258"/>
            <ac:spMk id="56" creationId="{00000000-0000-0000-0000-000000000000}"/>
          </ac:spMkLst>
        </pc:spChg>
      </pc:sldChg>
      <pc:sldChg chg="addSp delSp modSp mod setBg modClrScheme chgLayout modNotes">
        <pc:chgData name="Sune Djurhuus" userId="0bcb62a1-eba1-4abb-82ee-8067ef961803" providerId="ADAL" clId="{A66B22BF-3ECB-440B-84D1-C93321C9DD49}" dt="2026-10-22T07:30:23.034" v="939"/>
        <pc:sldMkLst>
          <pc:docMk/>
          <pc:sldMk cId="1992947815" sldId="259"/>
        </pc:sldMkLst>
        <pc:spChg chg="mod">
          <ac:chgData name="Sune Djurhuus" userId="0bcb62a1-eba1-4abb-82ee-8067ef961803" providerId="ADAL" clId="{A66B22BF-3ECB-440B-84D1-C93321C9DD49}" dt="2026-09-28T21:08:06.558" v="270" actId="1076"/>
          <ac:spMkLst>
            <pc:docMk/>
            <pc:sldMk cId="1992947815" sldId="259"/>
            <ac:spMk id="3" creationId="{00000000-0000-0000-0000-000000000000}"/>
          </ac:spMkLst>
        </pc:spChg>
        <pc:spChg chg="mod">
          <ac:chgData name="Sune Djurhuus" userId="0bcb62a1-eba1-4abb-82ee-8067ef961803" providerId="ADAL" clId="{A66B22BF-3ECB-440B-84D1-C93321C9DD49}" dt="2026-09-28T21:19:38.256" v="703" actId="1035"/>
          <ac:spMkLst>
            <pc:docMk/>
            <pc:sldMk cId="1992947815" sldId="259"/>
            <ac:spMk id="6" creationId="{00000000-0000-0000-0000-000000000000}"/>
          </ac:spMkLst>
        </pc:spChg>
        <pc:spChg chg="mod">
          <ac:chgData name="Sune Djurhuus" userId="0bcb62a1-eba1-4abb-82ee-8067ef961803" providerId="ADAL" clId="{A66B22BF-3ECB-440B-84D1-C93321C9DD49}" dt="2026-09-28T21:19:12.240" v="674" actId="26606"/>
          <ac:spMkLst>
            <pc:docMk/>
            <pc:sldMk cId="1992947815" sldId="259"/>
            <ac:spMk id="8" creationId="{00000000-0000-0000-0000-000000000000}"/>
          </ac:spMkLst>
        </pc:spChg>
        <pc:spChg chg="mod">
          <ac:chgData name="Sune Djurhuus" userId="0bcb62a1-eba1-4abb-82ee-8067ef961803" providerId="ADAL" clId="{A66B22BF-3ECB-440B-84D1-C93321C9DD49}" dt="2026-09-28T21:05:11.915" v="44" actId="27636"/>
          <ac:spMkLst>
            <pc:docMk/>
            <pc:sldMk cId="1992947815" sldId="259"/>
            <ac:spMk id="9" creationId="{00000000-0000-0000-0000-000000000000}"/>
          </ac:spMkLst>
        </pc:spChg>
        <pc:spChg chg="mod">
          <ac:chgData name="Sune Djurhuus" userId="0bcb62a1-eba1-4abb-82ee-8067ef961803" providerId="ADAL" clId="{A66B22BF-3ECB-440B-84D1-C93321C9DD49}" dt="2026-09-28T21:05:11.601" v="1" actId="26606"/>
          <ac:spMkLst>
            <pc:docMk/>
            <pc:sldMk cId="1992947815" sldId="259"/>
            <ac:spMk id="10" creationId="{00000000-0000-0000-0000-000000000000}"/>
          </ac:spMkLst>
        </pc:spChg>
        <pc:spChg chg="mod">
          <ac:chgData name="Sune Djurhuus" userId="0bcb62a1-eba1-4abb-82ee-8067ef961803" providerId="ADAL" clId="{A66B22BF-3ECB-440B-84D1-C93321C9DD49}" dt="2026-09-28T21:25:03.534" v="773" actId="255"/>
          <ac:spMkLst>
            <pc:docMk/>
            <pc:sldMk cId="1992947815" sldId="259"/>
            <ac:spMk id="11" creationId="{00000000-0000-0000-0000-000000000000}"/>
          </ac:spMkLst>
        </pc:spChg>
        <pc:spChg chg="mod">
          <ac:chgData name="Sune Djurhuus" userId="0bcb62a1-eba1-4abb-82ee-8067ef961803" providerId="ADAL" clId="{A66B22BF-3ECB-440B-84D1-C93321C9DD49}" dt="2026-09-28T21:19:12.240" v="674" actId="26606"/>
          <ac:spMkLst>
            <pc:docMk/>
            <pc:sldMk cId="1992947815" sldId="259"/>
            <ac:spMk id="13" creationId="{00000000-0000-0000-0000-000000000000}"/>
          </ac:spMkLst>
        </pc:spChg>
        <pc:spChg chg="mod">
          <ac:chgData name="Sune Djurhuus" userId="0bcb62a1-eba1-4abb-82ee-8067ef961803" providerId="ADAL" clId="{A66B22BF-3ECB-440B-84D1-C93321C9DD49}" dt="2026-09-28T21:05:11.925" v="48" actId="27636"/>
          <ac:spMkLst>
            <pc:docMk/>
            <pc:sldMk cId="1992947815" sldId="259"/>
            <ac:spMk id="14" creationId="{00000000-0000-0000-0000-000000000000}"/>
          </ac:spMkLst>
        </pc:spChg>
        <pc:spChg chg="mod">
          <ac:chgData name="Sune Djurhuus" userId="0bcb62a1-eba1-4abb-82ee-8067ef961803" providerId="ADAL" clId="{A66B22BF-3ECB-440B-84D1-C93321C9DD49}" dt="2026-09-28T21:25:12.121" v="774" actId="255"/>
          <ac:spMkLst>
            <pc:docMk/>
            <pc:sldMk cId="1992947815" sldId="259"/>
            <ac:spMk id="16" creationId="{00000000-0000-0000-0000-000000000000}"/>
          </ac:spMkLst>
        </pc:spChg>
        <pc:spChg chg="mod">
          <ac:chgData name="Sune Djurhuus" userId="0bcb62a1-eba1-4abb-82ee-8067ef961803" providerId="ADAL" clId="{A66B22BF-3ECB-440B-84D1-C93321C9DD49}" dt="2026-09-28T21:19:12.240" v="674" actId="26606"/>
          <ac:spMkLst>
            <pc:docMk/>
            <pc:sldMk cId="1992947815" sldId="259"/>
            <ac:spMk id="18" creationId="{00000000-0000-0000-0000-000000000000}"/>
          </ac:spMkLst>
        </pc:spChg>
        <pc:spChg chg="mod">
          <ac:chgData name="Sune Djurhuus" userId="0bcb62a1-eba1-4abb-82ee-8067ef961803" providerId="ADAL" clId="{A66B22BF-3ECB-440B-84D1-C93321C9DD49}" dt="2026-09-28T21:05:11.903" v="40" actId="27636"/>
          <ac:spMkLst>
            <pc:docMk/>
            <pc:sldMk cId="1992947815" sldId="259"/>
            <ac:spMk id="19" creationId="{00000000-0000-0000-0000-000000000000}"/>
          </ac:spMkLst>
        </pc:spChg>
        <pc:spChg chg="mod">
          <ac:chgData name="Sune Djurhuus" userId="0bcb62a1-eba1-4abb-82ee-8067ef961803" providerId="ADAL" clId="{A66B22BF-3ECB-440B-84D1-C93321C9DD49}" dt="2026-09-28T21:25:18.133" v="775" actId="255"/>
          <ac:spMkLst>
            <pc:docMk/>
            <pc:sldMk cId="1992947815" sldId="259"/>
            <ac:spMk id="21" creationId="{00000000-0000-0000-0000-000000000000}"/>
          </ac:spMkLst>
        </pc:spChg>
        <pc:spChg chg="mod">
          <ac:chgData name="Sune Djurhuus" userId="0bcb62a1-eba1-4abb-82ee-8067ef961803" providerId="ADAL" clId="{A66B22BF-3ECB-440B-84D1-C93321C9DD49}" dt="2026-09-28T21:19:12.240" v="674" actId="26606"/>
          <ac:spMkLst>
            <pc:docMk/>
            <pc:sldMk cId="1992947815" sldId="259"/>
            <ac:spMk id="23" creationId="{00000000-0000-0000-0000-000000000000}"/>
          </ac:spMkLst>
        </pc:spChg>
        <pc:spChg chg="mod">
          <ac:chgData name="Sune Djurhuus" userId="0bcb62a1-eba1-4abb-82ee-8067ef961803" providerId="ADAL" clId="{A66B22BF-3ECB-440B-84D1-C93321C9DD49}" dt="2026-09-28T21:05:11.922" v="47" actId="27636"/>
          <ac:spMkLst>
            <pc:docMk/>
            <pc:sldMk cId="1992947815" sldId="259"/>
            <ac:spMk id="24" creationId="{00000000-0000-0000-0000-000000000000}"/>
          </ac:spMkLst>
        </pc:spChg>
        <pc:spChg chg="mod">
          <ac:chgData name="Sune Djurhuus" userId="0bcb62a1-eba1-4abb-82ee-8067ef961803" providerId="ADAL" clId="{A66B22BF-3ECB-440B-84D1-C93321C9DD49}" dt="2026-09-28T21:25:25.165" v="776" actId="255"/>
          <ac:spMkLst>
            <pc:docMk/>
            <pc:sldMk cId="1992947815" sldId="259"/>
            <ac:spMk id="26" creationId="{00000000-0000-0000-0000-000000000000}"/>
          </ac:spMkLst>
        </pc:spChg>
        <pc:spChg chg="mod">
          <ac:chgData name="Sune Djurhuus" userId="0bcb62a1-eba1-4abb-82ee-8067ef961803" providerId="ADAL" clId="{A66B22BF-3ECB-440B-84D1-C93321C9DD49}" dt="2026-09-28T21:19:12.240" v="674" actId="26606"/>
          <ac:spMkLst>
            <pc:docMk/>
            <pc:sldMk cId="1992947815" sldId="259"/>
            <ac:spMk id="28" creationId="{00000000-0000-0000-0000-000000000000}"/>
          </ac:spMkLst>
        </pc:spChg>
        <pc:spChg chg="mod">
          <ac:chgData name="Sune Djurhuus" userId="0bcb62a1-eba1-4abb-82ee-8067ef961803" providerId="ADAL" clId="{A66B22BF-3ECB-440B-84D1-C93321C9DD49}" dt="2026-09-28T21:05:11.907" v="42" actId="27636"/>
          <ac:spMkLst>
            <pc:docMk/>
            <pc:sldMk cId="1992947815" sldId="259"/>
            <ac:spMk id="29" creationId="{00000000-0000-0000-0000-000000000000}"/>
          </ac:spMkLst>
        </pc:spChg>
        <pc:spChg chg="mod">
          <ac:chgData name="Sune Djurhuus" userId="0bcb62a1-eba1-4abb-82ee-8067ef961803" providerId="ADAL" clId="{A66B22BF-3ECB-440B-84D1-C93321C9DD49}" dt="2026-09-28T21:25:30.253" v="777" actId="255"/>
          <ac:spMkLst>
            <pc:docMk/>
            <pc:sldMk cId="1992947815" sldId="259"/>
            <ac:spMk id="31" creationId="{00000000-0000-0000-0000-000000000000}"/>
          </ac:spMkLst>
        </pc:spChg>
        <pc:spChg chg="mod">
          <ac:chgData name="Sune Djurhuus" userId="0bcb62a1-eba1-4abb-82ee-8067ef961803" providerId="ADAL" clId="{A66B22BF-3ECB-440B-84D1-C93321C9DD49}" dt="2026-09-28T21:19:12.240" v="674" actId="26606"/>
          <ac:spMkLst>
            <pc:docMk/>
            <pc:sldMk cId="1992947815" sldId="259"/>
            <ac:spMk id="33" creationId="{00000000-0000-0000-0000-000000000000}"/>
          </ac:spMkLst>
        </pc:spChg>
        <pc:spChg chg="mod">
          <ac:chgData name="Sune Djurhuus" userId="0bcb62a1-eba1-4abb-82ee-8067ef961803" providerId="ADAL" clId="{A66B22BF-3ECB-440B-84D1-C93321C9DD49}" dt="2026-09-28T21:05:11.905" v="41" actId="27636"/>
          <ac:spMkLst>
            <pc:docMk/>
            <pc:sldMk cId="1992947815" sldId="259"/>
            <ac:spMk id="34" creationId="{00000000-0000-0000-0000-000000000000}"/>
          </ac:spMkLst>
        </pc:spChg>
        <pc:spChg chg="mod">
          <ac:chgData name="Sune Djurhuus" userId="0bcb62a1-eba1-4abb-82ee-8067ef961803" providerId="ADAL" clId="{A66B22BF-3ECB-440B-84D1-C93321C9DD49}" dt="2026-09-28T21:25:35.627" v="778" actId="255"/>
          <ac:spMkLst>
            <pc:docMk/>
            <pc:sldMk cId="1992947815" sldId="259"/>
            <ac:spMk id="36" creationId="{00000000-0000-0000-0000-000000000000}"/>
          </ac:spMkLst>
        </pc:spChg>
        <pc:spChg chg="mod">
          <ac:chgData name="Sune Djurhuus" userId="0bcb62a1-eba1-4abb-82ee-8067ef961803" providerId="ADAL" clId="{A66B22BF-3ECB-440B-84D1-C93321C9DD49}" dt="2026-09-28T21:05:11.601" v="1" actId="26606"/>
          <ac:spMkLst>
            <pc:docMk/>
            <pc:sldMk cId="1992947815" sldId="259"/>
            <ac:spMk id="37" creationId="{00000000-0000-0000-0000-000000000000}"/>
          </ac:spMkLst>
        </pc:spChg>
        <pc:spChg chg="mod">
          <ac:chgData name="Sune Djurhuus" userId="0bcb62a1-eba1-4abb-82ee-8067ef961803" providerId="ADAL" clId="{A66B22BF-3ECB-440B-84D1-C93321C9DD49}" dt="2026-09-28T21:05:11.918" v="45" actId="27636"/>
          <ac:spMkLst>
            <pc:docMk/>
            <pc:sldMk cId="1992947815" sldId="259"/>
            <ac:spMk id="40" creationId="{00000000-0000-0000-0000-000000000000}"/>
          </ac:spMkLst>
        </pc:spChg>
        <pc:spChg chg="mod">
          <ac:chgData name="Sune Djurhuus" userId="0bcb62a1-eba1-4abb-82ee-8067ef961803" providerId="ADAL" clId="{A66B22BF-3ECB-440B-84D1-C93321C9DD49}" dt="2026-09-28T21:05:11.601" v="1" actId="26606"/>
          <ac:spMkLst>
            <pc:docMk/>
            <pc:sldMk cId="1992947815" sldId="259"/>
            <ac:spMk id="43" creationId="{00000000-0000-0000-0000-000000000000}"/>
          </ac:spMkLst>
        </pc:spChg>
        <pc:spChg chg="mod">
          <ac:chgData name="Sune Djurhuus" userId="0bcb62a1-eba1-4abb-82ee-8067ef961803" providerId="ADAL" clId="{A66B22BF-3ECB-440B-84D1-C93321C9DD49}" dt="2026-09-28T21:05:11.601" v="1" actId="26606"/>
          <ac:spMkLst>
            <pc:docMk/>
            <pc:sldMk cId="1992947815" sldId="259"/>
            <ac:spMk id="47" creationId="{00000000-0000-0000-0000-000000000000}"/>
          </ac:spMkLst>
        </pc:spChg>
        <pc:spChg chg="add mod">
          <ac:chgData name="Sune Djurhuus" userId="0bcb62a1-eba1-4abb-82ee-8067ef961803" providerId="ADAL" clId="{A66B22BF-3ECB-440B-84D1-C93321C9DD49}" dt="2026-09-28T21:19:12.240" v="674" actId="26606"/>
          <ac:spMkLst>
            <pc:docMk/>
            <pc:sldMk cId="1992947815" sldId="259"/>
            <ac:spMk id="56" creationId="{00000000-0000-0000-0000-000000000000}"/>
          </ac:spMkLst>
        </pc:spChg>
      </pc:sldChg>
      <pc:sldChg chg="delSp modSp mod setBg modClrScheme chgLayout modNotes">
        <pc:chgData name="Sune Djurhuus" userId="0bcb62a1-eba1-4abb-82ee-8067ef961803" providerId="ADAL" clId="{A66B22BF-3ECB-440B-84D1-C93321C9DD49}" dt="2026-10-22T07:30:29.039" v="940"/>
        <pc:sldMkLst>
          <pc:docMk/>
          <pc:sldMk cId="3776328043" sldId="260"/>
        </pc:sldMkLst>
        <pc:spChg chg="mod">
          <ac:chgData name="Sune Djurhuus" userId="0bcb62a1-eba1-4abb-82ee-8067ef961803" providerId="ADAL" clId="{A66B22BF-3ECB-440B-84D1-C93321C9DD49}" dt="2026-09-28T21:05:11.601" v="1" actId="26606"/>
          <ac:spMkLst>
            <pc:docMk/>
            <pc:sldMk cId="3776328043" sldId="260"/>
            <ac:spMk id="2" creationId="{00000000-0000-0000-0000-000000000000}"/>
          </ac:spMkLst>
        </pc:spChg>
        <pc:spChg chg="mod">
          <ac:chgData name="Sune Djurhuus" userId="0bcb62a1-eba1-4abb-82ee-8067ef961803" providerId="ADAL" clId="{A66B22BF-3ECB-440B-84D1-C93321C9DD49}" dt="2026-09-28T21:08:17.287" v="272" actId="14100"/>
          <ac:spMkLst>
            <pc:docMk/>
            <pc:sldMk cId="3776328043" sldId="260"/>
            <ac:spMk id="3" creationId="{00000000-0000-0000-0000-000000000000}"/>
          </ac:spMkLst>
        </pc:spChg>
        <pc:spChg chg="mod">
          <ac:chgData name="Sune Djurhuus" userId="0bcb62a1-eba1-4abb-82ee-8067ef961803" providerId="ADAL" clId="{A66B22BF-3ECB-440B-84D1-C93321C9DD49}" dt="2026-09-28T21:19:14.137" v="684" actId="1038"/>
          <ac:spMkLst>
            <pc:docMk/>
            <pc:sldMk cId="3776328043" sldId="260"/>
            <ac:spMk id="6" creationId="{00000000-0000-0000-0000-000000000000}"/>
          </ac:spMkLst>
        </pc:spChg>
        <pc:spChg chg="mod">
          <ac:chgData name="Sune Djurhuus" userId="0bcb62a1-eba1-4abb-82ee-8067ef961803" providerId="ADAL" clId="{A66B22BF-3ECB-440B-84D1-C93321C9DD49}" dt="2026-09-28T21:19:12.240" v="674" actId="26606"/>
          <ac:spMkLst>
            <pc:docMk/>
            <pc:sldMk cId="3776328043" sldId="260"/>
            <ac:spMk id="8" creationId="{00000000-0000-0000-0000-000000000000}"/>
          </ac:spMkLst>
        </pc:spChg>
        <pc:spChg chg="mod">
          <ac:chgData name="Sune Djurhuus" userId="0bcb62a1-eba1-4abb-82ee-8067ef961803" providerId="ADAL" clId="{A66B22BF-3ECB-440B-84D1-C93321C9DD49}" dt="2026-09-28T21:05:11.995" v="66" actId="27636"/>
          <ac:spMkLst>
            <pc:docMk/>
            <pc:sldMk cId="3776328043" sldId="260"/>
            <ac:spMk id="9" creationId="{00000000-0000-0000-0000-000000000000}"/>
          </ac:spMkLst>
        </pc:spChg>
        <pc:spChg chg="mod">
          <ac:chgData name="Sune Djurhuus" userId="0bcb62a1-eba1-4abb-82ee-8067ef961803" providerId="ADAL" clId="{A66B22BF-3ECB-440B-84D1-C93321C9DD49}" dt="2026-09-28T21:25:44.423" v="779" actId="255"/>
          <ac:spMkLst>
            <pc:docMk/>
            <pc:sldMk cId="3776328043" sldId="260"/>
            <ac:spMk id="11" creationId="{00000000-0000-0000-0000-000000000000}"/>
          </ac:spMkLst>
        </pc:spChg>
        <pc:spChg chg="mod">
          <ac:chgData name="Sune Djurhuus" userId="0bcb62a1-eba1-4abb-82ee-8067ef961803" providerId="ADAL" clId="{A66B22BF-3ECB-440B-84D1-C93321C9DD49}" dt="2026-09-28T21:19:12.240" v="674" actId="26606"/>
          <ac:spMkLst>
            <pc:docMk/>
            <pc:sldMk cId="3776328043" sldId="260"/>
            <ac:spMk id="13" creationId="{00000000-0000-0000-0000-000000000000}"/>
          </ac:spMkLst>
        </pc:spChg>
        <pc:spChg chg="mod">
          <ac:chgData name="Sune Djurhuus" userId="0bcb62a1-eba1-4abb-82ee-8067ef961803" providerId="ADAL" clId="{A66B22BF-3ECB-440B-84D1-C93321C9DD49}" dt="2026-09-28T21:05:11.966" v="56" actId="27636"/>
          <ac:spMkLst>
            <pc:docMk/>
            <pc:sldMk cId="3776328043" sldId="260"/>
            <ac:spMk id="14" creationId="{00000000-0000-0000-0000-000000000000}"/>
          </ac:spMkLst>
        </pc:spChg>
        <pc:spChg chg="mod">
          <ac:chgData name="Sune Djurhuus" userId="0bcb62a1-eba1-4abb-82ee-8067ef961803" providerId="ADAL" clId="{A66B22BF-3ECB-440B-84D1-C93321C9DD49}" dt="2026-09-28T21:25:49.078" v="780" actId="255"/>
          <ac:spMkLst>
            <pc:docMk/>
            <pc:sldMk cId="3776328043" sldId="260"/>
            <ac:spMk id="16" creationId="{00000000-0000-0000-0000-000000000000}"/>
          </ac:spMkLst>
        </pc:spChg>
        <pc:spChg chg="mod">
          <ac:chgData name="Sune Djurhuus" userId="0bcb62a1-eba1-4abb-82ee-8067ef961803" providerId="ADAL" clId="{A66B22BF-3ECB-440B-84D1-C93321C9DD49}" dt="2026-09-28T21:19:12.240" v="674" actId="26606"/>
          <ac:spMkLst>
            <pc:docMk/>
            <pc:sldMk cId="3776328043" sldId="260"/>
            <ac:spMk id="18" creationId="{00000000-0000-0000-0000-000000000000}"/>
          </ac:spMkLst>
        </pc:spChg>
        <pc:spChg chg="mod">
          <ac:chgData name="Sune Djurhuus" userId="0bcb62a1-eba1-4abb-82ee-8067ef961803" providerId="ADAL" clId="{A66B22BF-3ECB-440B-84D1-C93321C9DD49}" dt="2026-09-28T21:05:12.009" v="71" actId="27636"/>
          <ac:spMkLst>
            <pc:docMk/>
            <pc:sldMk cId="3776328043" sldId="260"/>
            <ac:spMk id="19" creationId="{00000000-0000-0000-0000-000000000000}"/>
          </ac:spMkLst>
        </pc:spChg>
        <pc:spChg chg="mod">
          <ac:chgData name="Sune Djurhuus" userId="0bcb62a1-eba1-4abb-82ee-8067ef961803" providerId="ADAL" clId="{A66B22BF-3ECB-440B-84D1-C93321C9DD49}" dt="2026-09-28T21:25:56.376" v="781" actId="255"/>
          <ac:spMkLst>
            <pc:docMk/>
            <pc:sldMk cId="3776328043" sldId="260"/>
            <ac:spMk id="21" creationId="{00000000-0000-0000-0000-000000000000}"/>
          </ac:spMkLst>
        </pc:spChg>
        <pc:spChg chg="mod">
          <ac:chgData name="Sune Djurhuus" userId="0bcb62a1-eba1-4abb-82ee-8067ef961803" providerId="ADAL" clId="{A66B22BF-3ECB-440B-84D1-C93321C9DD49}" dt="2026-09-28T21:19:12.240" v="674" actId="26606"/>
          <ac:spMkLst>
            <pc:docMk/>
            <pc:sldMk cId="3776328043" sldId="260"/>
            <ac:spMk id="23" creationId="{00000000-0000-0000-0000-000000000000}"/>
          </ac:spMkLst>
        </pc:spChg>
        <pc:spChg chg="mod">
          <ac:chgData name="Sune Djurhuus" userId="0bcb62a1-eba1-4abb-82ee-8067ef961803" providerId="ADAL" clId="{A66B22BF-3ECB-440B-84D1-C93321C9DD49}" dt="2026-09-28T21:05:11.961" v="54" actId="27636"/>
          <ac:spMkLst>
            <pc:docMk/>
            <pc:sldMk cId="3776328043" sldId="260"/>
            <ac:spMk id="24" creationId="{00000000-0000-0000-0000-000000000000}"/>
          </ac:spMkLst>
        </pc:spChg>
        <pc:spChg chg="mod">
          <ac:chgData name="Sune Djurhuus" userId="0bcb62a1-eba1-4abb-82ee-8067ef961803" providerId="ADAL" clId="{A66B22BF-3ECB-440B-84D1-C93321C9DD49}" dt="2026-09-28T21:26:01.680" v="782" actId="255"/>
          <ac:spMkLst>
            <pc:docMk/>
            <pc:sldMk cId="3776328043" sldId="260"/>
            <ac:spMk id="26" creationId="{00000000-0000-0000-0000-000000000000}"/>
          </ac:spMkLst>
        </pc:spChg>
        <pc:spChg chg="mod">
          <ac:chgData name="Sune Djurhuus" userId="0bcb62a1-eba1-4abb-82ee-8067ef961803" providerId="ADAL" clId="{A66B22BF-3ECB-440B-84D1-C93321C9DD49}" dt="2026-09-28T21:19:12.240" v="674" actId="26606"/>
          <ac:spMkLst>
            <pc:docMk/>
            <pc:sldMk cId="3776328043" sldId="260"/>
            <ac:spMk id="28" creationId="{00000000-0000-0000-0000-000000000000}"/>
          </ac:spMkLst>
        </pc:spChg>
        <pc:spChg chg="mod">
          <ac:chgData name="Sune Djurhuus" userId="0bcb62a1-eba1-4abb-82ee-8067ef961803" providerId="ADAL" clId="{A66B22BF-3ECB-440B-84D1-C93321C9DD49}" dt="2026-09-28T21:05:11.968" v="58" actId="27636"/>
          <ac:spMkLst>
            <pc:docMk/>
            <pc:sldMk cId="3776328043" sldId="260"/>
            <ac:spMk id="29" creationId="{00000000-0000-0000-0000-000000000000}"/>
          </ac:spMkLst>
        </pc:spChg>
        <pc:spChg chg="mod">
          <ac:chgData name="Sune Djurhuus" userId="0bcb62a1-eba1-4abb-82ee-8067ef961803" providerId="ADAL" clId="{A66B22BF-3ECB-440B-84D1-C93321C9DD49}" dt="2026-09-28T21:05:11.601" v="1" actId="26606"/>
          <ac:spMkLst>
            <pc:docMk/>
            <pc:sldMk cId="3776328043" sldId="260"/>
            <ac:spMk id="30" creationId="{00000000-0000-0000-0000-000000000000}"/>
          </ac:spMkLst>
        </pc:spChg>
        <pc:spChg chg="mod">
          <ac:chgData name="Sune Djurhuus" userId="0bcb62a1-eba1-4abb-82ee-8067ef961803" providerId="ADAL" clId="{A66B22BF-3ECB-440B-84D1-C93321C9DD49}" dt="2026-09-28T21:26:06.419" v="783" actId="255"/>
          <ac:spMkLst>
            <pc:docMk/>
            <pc:sldMk cId="3776328043" sldId="260"/>
            <ac:spMk id="31" creationId="{00000000-0000-0000-0000-000000000000}"/>
          </ac:spMkLst>
        </pc:spChg>
        <pc:spChg chg="mod">
          <ac:chgData name="Sune Djurhuus" userId="0bcb62a1-eba1-4abb-82ee-8067ef961803" providerId="ADAL" clId="{A66B22BF-3ECB-440B-84D1-C93321C9DD49}" dt="2026-09-28T21:05:11.601" v="1" actId="26606"/>
          <ac:spMkLst>
            <pc:docMk/>
            <pc:sldMk cId="3776328043" sldId="260"/>
            <ac:spMk id="32" creationId="{00000000-0000-0000-0000-000000000000}"/>
          </ac:spMkLst>
        </pc:spChg>
        <pc:spChg chg="mod">
          <ac:chgData name="Sune Djurhuus" userId="0bcb62a1-eba1-4abb-82ee-8067ef961803" providerId="ADAL" clId="{A66B22BF-3ECB-440B-84D1-C93321C9DD49}" dt="2026-09-28T21:19:12.240" v="674" actId="26606"/>
          <ac:spMkLst>
            <pc:docMk/>
            <pc:sldMk cId="3776328043" sldId="260"/>
            <ac:spMk id="33" creationId="{00000000-0000-0000-0000-000000000000}"/>
          </ac:spMkLst>
        </pc:spChg>
        <pc:spChg chg="mod">
          <ac:chgData name="Sune Djurhuus" userId="0bcb62a1-eba1-4abb-82ee-8067ef961803" providerId="ADAL" clId="{A66B22BF-3ECB-440B-84D1-C93321C9DD49}" dt="2026-09-28T21:05:11.984" v="63" actId="27636"/>
          <ac:spMkLst>
            <pc:docMk/>
            <pc:sldMk cId="3776328043" sldId="260"/>
            <ac:spMk id="34" creationId="{00000000-0000-0000-0000-000000000000}"/>
          </ac:spMkLst>
        </pc:spChg>
        <pc:spChg chg="mod">
          <ac:chgData name="Sune Djurhuus" userId="0bcb62a1-eba1-4abb-82ee-8067ef961803" providerId="ADAL" clId="{A66B22BF-3ECB-440B-84D1-C93321C9DD49}" dt="2026-09-28T21:26:11.790" v="784" actId="255"/>
          <ac:spMkLst>
            <pc:docMk/>
            <pc:sldMk cId="3776328043" sldId="260"/>
            <ac:spMk id="36" creationId="{00000000-0000-0000-0000-000000000000}"/>
          </ac:spMkLst>
        </pc:spChg>
        <pc:spChg chg="mod">
          <ac:chgData name="Sune Djurhuus" userId="0bcb62a1-eba1-4abb-82ee-8067ef961803" providerId="ADAL" clId="{A66B22BF-3ECB-440B-84D1-C93321C9DD49}" dt="2026-09-28T21:08:33.319" v="276" actId="14100"/>
          <ac:spMkLst>
            <pc:docMk/>
            <pc:sldMk cId="3776328043" sldId="260"/>
            <ac:spMk id="37" creationId="{00000000-0000-0000-0000-000000000000}"/>
          </ac:spMkLst>
        </pc:spChg>
        <pc:spChg chg="mod">
          <ac:chgData name="Sune Djurhuus" userId="0bcb62a1-eba1-4abb-82ee-8067ef961803" providerId="ADAL" clId="{A66B22BF-3ECB-440B-84D1-C93321C9DD49}" dt="2026-09-28T21:05:11.601" v="1" actId="26606"/>
          <ac:spMkLst>
            <pc:docMk/>
            <pc:sldMk cId="3776328043" sldId="260"/>
            <ac:spMk id="41" creationId="{00000000-0000-0000-0000-000000000000}"/>
          </ac:spMkLst>
        </pc:spChg>
        <pc:spChg chg="mod">
          <ac:chgData name="Sune Djurhuus" userId="0bcb62a1-eba1-4abb-82ee-8067ef961803" providerId="ADAL" clId="{A66B22BF-3ECB-440B-84D1-C93321C9DD49}" dt="2026-09-28T21:05:11.976" v="60" actId="27636"/>
          <ac:spMkLst>
            <pc:docMk/>
            <pc:sldMk cId="3776328043" sldId="260"/>
            <ac:spMk id="43" creationId="{00000000-0000-0000-0000-000000000000}"/>
          </ac:spMkLst>
        </pc:spChg>
        <pc:spChg chg="mod">
          <ac:chgData name="Sune Djurhuus" userId="0bcb62a1-eba1-4abb-82ee-8067ef961803" providerId="ADAL" clId="{A66B22BF-3ECB-440B-84D1-C93321C9DD49}" dt="2026-09-28T21:05:11.978" v="61" actId="27636"/>
          <ac:spMkLst>
            <pc:docMk/>
            <pc:sldMk cId="3776328043" sldId="260"/>
            <ac:spMk id="44" creationId="{00000000-0000-0000-0000-000000000000}"/>
          </ac:spMkLst>
        </pc:spChg>
        <pc:spChg chg="mod">
          <ac:chgData name="Sune Djurhuus" userId="0bcb62a1-eba1-4abb-82ee-8067ef961803" providerId="ADAL" clId="{A66B22BF-3ECB-440B-84D1-C93321C9DD49}" dt="2026-09-28T21:05:11.992" v="65" actId="27636"/>
          <ac:spMkLst>
            <pc:docMk/>
            <pc:sldMk cId="3776328043" sldId="260"/>
            <ac:spMk id="49" creationId="{00000000-0000-0000-0000-000000000000}"/>
          </ac:spMkLst>
        </pc:spChg>
        <pc:spChg chg="mod">
          <ac:chgData name="Sune Djurhuus" userId="0bcb62a1-eba1-4abb-82ee-8067ef961803" providerId="ADAL" clId="{A66B22BF-3ECB-440B-84D1-C93321C9DD49}" dt="2026-09-28T21:05:11.601" v="1" actId="26606"/>
          <ac:spMkLst>
            <pc:docMk/>
            <pc:sldMk cId="3776328043" sldId="260"/>
            <ac:spMk id="51" creationId="{00000000-0000-0000-0000-000000000000}"/>
          </ac:spMkLst>
        </pc:spChg>
        <pc:spChg chg="mod">
          <ac:chgData name="Sune Djurhuus" userId="0bcb62a1-eba1-4abb-82ee-8067ef961803" providerId="ADAL" clId="{A66B22BF-3ECB-440B-84D1-C93321C9DD49}" dt="2026-09-28T21:05:11.978" v="62" actId="27636"/>
          <ac:spMkLst>
            <pc:docMk/>
            <pc:sldMk cId="3776328043" sldId="260"/>
            <ac:spMk id="52" creationId="{00000000-0000-0000-0000-000000000000}"/>
          </ac:spMkLst>
        </pc:spChg>
        <pc:spChg chg="mod">
          <ac:chgData name="Sune Djurhuus" userId="0bcb62a1-eba1-4abb-82ee-8067ef961803" providerId="ADAL" clId="{A66B22BF-3ECB-440B-84D1-C93321C9DD49}" dt="2026-09-28T21:05:11.968" v="59" actId="27636"/>
          <ac:spMkLst>
            <pc:docMk/>
            <pc:sldMk cId="3776328043" sldId="260"/>
            <ac:spMk id="55" creationId="{00000000-0000-0000-0000-000000000000}"/>
          </ac:spMkLst>
        </pc:spChg>
        <pc:spChg chg="add mod">
          <ac:chgData name="Sune Djurhuus" userId="0bcb62a1-eba1-4abb-82ee-8067ef961803" providerId="ADAL" clId="{A66B22BF-3ECB-440B-84D1-C93321C9DD49}" dt="2026-09-28T21:19:12.240" v="674" actId="26606"/>
          <ac:spMkLst>
            <pc:docMk/>
            <pc:sldMk cId="3776328043" sldId="260"/>
            <ac:spMk id="57" creationId="{00000000-0000-0000-0000-000000000000}"/>
          </ac:spMkLst>
        </pc:spChg>
      </pc:sldChg>
      <pc:sldChg chg="delSp modSp mod setBg modClrScheme chgLayout modNotes">
        <pc:chgData name="Sune Djurhuus" userId="0bcb62a1-eba1-4abb-82ee-8067ef961803" providerId="ADAL" clId="{A66B22BF-3ECB-440B-84D1-C93321C9DD49}" dt="2026-10-22T07:30:29.039" v="940"/>
        <pc:sldMkLst>
          <pc:docMk/>
          <pc:sldMk cId="3396062415" sldId="261"/>
        </pc:sldMkLst>
        <pc:spChg chg="mod">
          <ac:chgData name="Sune Djurhuus" userId="0bcb62a1-eba1-4abb-82ee-8067ef961803" providerId="ADAL" clId="{A66B22BF-3ECB-440B-84D1-C93321C9DD49}" dt="2026-09-28T21:08:44.684" v="304" actId="1035"/>
          <ac:spMkLst>
            <pc:docMk/>
            <pc:sldMk cId="3396062415" sldId="261"/>
            <ac:spMk id="3" creationId="{00000000-0000-0000-0000-000000000000}"/>
          </ac:spMkLst>
        </pc:spChg>
        <pc:spChg chg="mod">
          <ac:chgData name="Sune Djurhuus" userId="0bcb62a1-eba1-4abb-82ee-8067ef961803" providerId="ADAL" clId="{A66B22BF-3ECB-440B-84D1-C93321C9DD49}" dt="2026-09-28T21:19:00.554" v="668" actId="1038"/>
          <ac:spMkLst>
            <pc:docMk/>
            <pc:sldMk cId="3396062415" sldId="261"/>
            <ac:spMk id="6" creationId="{00000000-0000-0000-0000-000000000000}"/>
          </ac:spMkLst>
        </pc:spChg>
        <pc:spChg chg="mod">
          <ac:chgData name="Sune Djurhuus" userId="0bcb62a1-eba1-4abb-82ee-8067ef961803" providerId="ADAL" clId="{A66B22BF-3ECB-440B-84D1-C93321C9DD49}" dt="2026-09-28T21:19:12.240" v="674" actId="26606"/>
          <ac:spMkLst>
            <pc:docMk/>
            <pc:sldMk cId="3396062415" sldId="261"/>
            <ac:spMk id="8" creationId="{00000000-0000-0000-0000-000000000000}"/>
          </ac:spMkLst>
        </pc:spChg>
        <pc:spChg chg="mod">
          <ac:chgData name="Sune Djurhuus" userId="0bcb62a1-eba1-4abb-82ee-8067ef961803" providerId="ADAL" clId="{A66B22BF-3ECB-440B-84D1-C93321C9DD49}" dt="2026-09-28T21:05:12.052" v="77" actId="27636"/>
          <ac:spMkLst>
            <pc:docMk/>
            <pc:sldMk cId="3396062415" sldId="261"/>
            <ac:spMk id="9" creationId="{00000000-0000-0000-0000-000000000000}"/>
          </ac:spMkLst>
        </pc:spChg>
        <pc:spChg chg="mod">
          <ac:chgData name="Sune Djurhuus" userId="0bcb62a1-eba1-4abb-82ee-8067ef961803" providerId="ADAL" clId="{A66B22BF-3ECB-440B-84D1-C93321C9DD49}" dt="2026-09-28T21:26:20.631" v="785" actId="255"/>
          <ac:spMkLst>
            <pc:docMk/>
            <pc:sldMk cId="3396062415" sldId="261"/>
            <ac:spMk id="11" creationId="{00000000-0000-0000-0000-000000000000}"/>
          </ac:spMkLst>
        </pc:spChg>
        <pc:spChg chg="mod">
          <ac:chgData name="Sune Djurhuus" userId="0bcb62a1-eba1-4abb-82ee-8067ef961803" providerId="ADAL" clId="{A66B22BF-3ECB-440B-84D1-C93321C9DD49}" dt="2026-09-28T21:05:11.601" v="1" actId="26606"/>
          <ac:spMkLst>
            <pc:docMk/>
            <pc:sldMk cId="3396062415" sldId="261"/>
            <ac:spMk id="12" creationId="{00000000-0000-0000-0000-000000000000}"/>
          </ac:spMkLst>
        </pc:spChg>
        <pc:spChg chg="mod">
          <ac:chgData name="Sune Djurhuus" userId="0bcb62a1-eba1-4abb-82ee-8067ef961803" providerId="ADAL" clId="{A66B22BF-3ECB-440B-84D1-C93321C9DD49}" dt="2026-09-28T21:19:12.240" v="674" actId="26606"/>
          <ac:spMkLst>
            <pc:docMk/>
            <pc:sldMk cId="3396062415" sldId="261"/>
            <ac:spMk id="13" creationId="{00000000-0000-0000-0000-000000000000}"/>
          </ac:spMkLst>
        </pc:spChg>
        <pc:spChg chg="mod">
          <ac:chgData name="Sune Djurhuus" userId="0bcb62a1-eba1-4abb-82ee-8067ef961803" providerId="ADAL" clId="{A66B22BF-3ECB-440B-84D1-C93321C9DD49}" dt="2026-09-28T21:05:12.035" v="74" actId="27636"/>
          <ac:spMkLst>
            <pc:docMk/>
            <pc:sldMk cId="3396062415" sldId="261"/>
            <ac:spMk id="14" creationId="{00000000-0000-0000-0000-000000000000}"/>
          </ac:spMkLst>
        </pc:spChg>
        <pc:spChg chg="mod">
          <ac:chgData name="Sune Djurhuus" userId="0bcb62a1-eba1-4abb-82ee-8067ef961803" providerId="ADAL" clId="{A66B22BF-3ECB-440B-84D1-C93321C9DD49}" dt="2026-09-28T21:05:11.601" v="1" actId="26606"/>
          <ac:spMkLst>
            <pc:docMk/>
            <pc:sldMk cId="3396062415" sldId="261"/>
            <ac:spMk id="15" creationId="{00000000-0000-0000-0000-000000000000}"/>
          </ac:spMkLst>
        </pc:spChg>
        <pc:spChg chg="mod">
          <ac:chgData name="Sune Djurhuus" userId="0bcb62a1-eba1-4abb-82ee-8067ef961803" providerId="ADAL" clId="{A66B22BF-3ECB-440B-84D1-C93321C9DD49}" dt="2026-09-28T21:26:25.153" v="786" actId="255"/>
          <ac:spMkLst>
            <pc:docMk/>
            <pc:sldMk cId="3396062415" sldId="261"/>
            <ac:spMk id="16" creationId="{00000000-0000-0000-0000-000000000000}"/>
          </ac:spMkLst>
        </pc:spChg>
        <pc:spChg chg="mod">
          <ac:chgData name="Sune Djurhuus" userId="0bcb62a1-eba1-4abb-82ee-8067ef961803" providerId="ADAL" clId="{A66B22BF-3ECB-440B-84D1-C93321C9DD49}" dt="2026-09-28T21:19:12.240" v="674" actId="26606"/>
          <ac:spMkLst>
            <pc:docMk/>
            <pc:sldMk cId="3396062415" sldId="261"/>
            <ac:spMk id="18" creationId="{00000000-0000-0000-0000-000000000000}"/>
          </ac:spMkLst>
        </pc:spChg>
        <pc:spChg chg="mod">
          <ac:chgData name="Sune Djurhuus" userId="0bcb62a1-eba1-4abb-82ee-8067ef961803" providerId="ADAL" clId="{A66B22BF-3ECB-440B-84D1-C93321C9DD49}" dt="2026-09-28T21:05:12.023" v="72" actId="27636"/>
          <ac:spMkLst>
            <pc:docMk/>
            <pc:sldMk cId="3396062415" sldId="261"/>
            <ac:spMk id="19" creationId="{00000000-0000-0000-0000-000000000000}"/>
          </ac:spMkLst>
        </pc:spChg>
        <pc:spChg chg="mod">
          <ac:chgData name="Sune Djurhuus" userId="0bcb62a1-eba1-4abb-82ee-8067ef961803" providerId="ADAL" clId="{A66B22BF-3ECB-440B-84D1-C93321C9DD49}" dt="2026-09-28T21:26:31.515" v="787" actId="255"/>
          <ac:spMkLst>
            <pc:docMk/>
            <pc:sldMk cId="3396062415" sldId="261"/>
            <ac:spMk id="21" creationId="{00000000-0000-0000-0000-000000000000}"/>
          </ac:spMkLst>
        </pc:spChg>
        <pc:spChg chg="mod">
          <ac:chgData name="Sune Djurhuus" userId="0bcb62a1-eba1-4abb-82ee-8067ef961803" providerId="ADAL" clId="{A66B22BF-3ECB-440B-84D1-C93321C9DD49}" dt="2026-09-28T21:19:12.240" v="674" actId="26606"/>
          <ac:spMkLst>
            <pc:docMk/>
            <pc:sldMk cId="3396062415" sldId="261"/>
            <ac:spMk id="23" creationId="{00000000-0000-0000-0000-000000000000}"/>
          </ac:spMkLst>
        </pc:spChg>
        <pc:spChg chg="mod">
          <ac:chgData name="Sune Djurhuus" userId="0bcb62a1-eba1-4abb-82ee-8067ef961803" providerId="ADAL" clId="{A66B22BF-3ECB-440B-84D1-C93321C9DD49}" dt="2026-09-28T21:05:12.063" v="80" actId="27636"/>
          <ac:spMkLst>
            <pc:docMk/>
            <pc:sldMk cId="3396062415" sldId="261"/>
            <ac:spMk id="24" creationId="{00000000-0000-0000-0000-000000000000}"/>
          </ac:spMkLst>
        </pc:spChg>
        <pc:spChg chg="mod">
          <ac:chgData name="Sune Djurhuus" userId="0bcb62a1-eba1-4abb-82ee-8067ef961803" providerId="ADAL" clId="{A66B22BF-3ECB-440B-84D1-C93321C9DD49}" dt="2026-09-28T21:05:11.601" v="1" actId="26606"/>
          <ac:spMkLst>
            <pc:docMk/>
            <pc:sldMk cId="3396062415" sldId="261"/>
            <ac:spMk id="25" creationId="{00000000-0000-0000-0000-000000000000}"/>
          </ac:spMkLst>
        </pc:spChg>
        <pc:spChg chg="mod">
          <ac:chgData name="Sune Djurhuus" userId="0bcb62a1-eba1-4abb-82ee-8067ef961803" providerId="ADAL" clId="{A66B22BF-3ECB-440B-84D1-C93321C9DD49}" dt="2026-09-28T21:26:35.842" v="788" actId="255"/>
          <ac:spMkLst>
            <pc:docMk/>
            <pc:sldMk cId="3396062415" sldId="261"/>
            <ac:spMk id="26" creationId="{00000000-0000-0000-0000-000000000000}"/>
          </ac:spMkLst>
        </pc:spChg>
        <pc:spChg chg="mod">
          <ac:chgData name="Sune Djurhuus" userId="0bcb62a1-eba1-4abb-82ee-8067ef961803" providerId="ADAL" clId="{A66B22BF-3ECB-440B-84D1-C93321C9DD49}" dt="2026-09-28T21:19:12.240" v="674" actId="26606"/>
          <ac:spMkLst>
            <pc:docMk/>
            <pc:sldMk cId="3396062415" sldId="261"/>
            <ac:spMk id="28" creationId="{00000000-0000-0000-0000-000000000000}"/>
          </ac:spMkLst>
        </pc:spChg>
        <pc:spChg chg="mod">
          <ac:chgData name="Sune Djurhuus" userId="0bcb62a1-eba1-4abb-82ee-8067ef961803" providerId="ADAL" clId="{A66B22BF-3ECB-440B-84D1-C93321C9DD49}" dt="2026-09-28T21:05:12.047" v="76" actId="27636"/>
          <ac:spMkLst>
            <pc:docMk/>
            <pc:sldMk cId="3396062415" sldId="261"/>
            <ac:spMk id="29" creationId="{00000000-0000-0000-0000-000000000000}"/>
          </ac:spMkLst>
        </pc:spChg>
        <pc:spChg chg="mod">
          <ac:chgData name="Sune Djurhuus" userId="0bcb62a1-eba1-4abb-82ee-8067ef961803" providerId="ADAL" clId="{A66B22BF-3ECB-440B-84D1-C93321C9DD49}" dt="2026-09-28T21:05:11.601" v="1" actId="26606"/>
          <ac:spMkLst>
            <pc:docMk/>
            <pc:sldMk cId="3396062415" sldId="261"/>
            <ac:spMk id="30" creationId="{00000000-0000-0000-0000-000000000000}"/>
          </ac:spMkLst>
        </pc:spChg>
        <pc:spChg chg="mod">
          <ac:chgData name="Sune Djurhuus" userId="0bcb62a1-eba1-4abb-82ee-8067ef961803" providerId="ADAL" clId="{A66B22BF-3ECB-440B-84D1-C93321C9DD49}" dt="2026-09-28T21:26:41.871" v="789" actId="255"/>
          <ac:spMkLst>
            <pc:docMk/>
            <pc:sldMk cId="3396062415" sldId="261"/>
            <ac:spMk id="31" creationId="{00000000-0000-0000-0000-000000000000}"/>
          </ac:spMkLst>
        </pc:spChg>
        <pc:spChg chg="mod">
          <ac:chgData name="Sune Djurhuus" userId="0bcb62a1-eba1-4abb-82ee-8067ef961803" providerId="ADAL" clId="{A66B22BF-3ECB-440B-84D1-C93321C9DD49}" dt="2026-09-28T21:19:12.240" v="674" actId="26606"/>
          <ac:spMkLst>
            <pc:docMk/>
            <pc:sldMk cId="3396062415" sldId="261"/>
            <ac:spMk id="33" creationId="{00000000-0000-0000-0000-000000000000}"/>
          </ac:spMkLst>
        </pc:spChg>
        <pc:spChg chg="mod">
          <ac:chgData name="Sune Djurhuus" userId="0bcb62a1-eba1-4abb-82ee-8067ef961803" providerId="ADAL" clId="{A66B22BF-3ECB-440B-84D1-C93321C9DD49}" dt="2026-09-28T21:05:12.101" v="87" actId="27636"/>
          <ac:spMkLst>
            <pc:docMk/>
            <pc:sldMk cId="3396062415" sldId="261"/>
            <ac:spMk id="34" creationId="{00000000-0000-0000-0000-000000000000}"/>
          </ac:spMkLst>
        </pc:spChg>
        <pc:spChg chg="mod">
          <ac:chgData name="Sune Djurhuus" userId="0bcb62a1-eba1-4abb-82ee-8067ef961803" providerId="ADAL" clId="{A66B22BF-3ECB-440B-84D1-C93321C9DD49}" dt="2026-09-28T21:26:49.364" v="790" actId="255"/>
          <ac:spMkLst>
            <pc:docMk/>
            <pc:sldMk cId="3396062415" sldId="261"/>
            <ac:spMk id="36" creationId="{00000000-0000-0000-0000-000000000000}"/>
          </ac:spMkLst>
        </pc:spChg>
        <pc:spChg chg="mod">
          <ac:chgData name="Sune Djurhuus" userId="0bcb62a1-eba1-4abb-82ee-8067ef961803" providerId="ADAL" clId="{A66B22BF-3ECB-440B-84D1-C93321C9DD49}" dt="2026-09-28T21:05:11.601" v="1" actId="26606"/>
          <ac:spMkLst>
            <pc:docMk/>
            <pc:sldMk cId="3396062415" sldId="261"/>
            <ac:spMk id="37" creationId="{00000000-0000-0000-0000-000000000000}"/>
          </ac:spMkLst>
        </pc:spChg>
        <pc:spChg chg="mod">
          <ac:chgData name="Sune Djurhuus" userId="0bcb62a1-eba1-4abb-82ee-8067ef961803" providerId="ADAL" clId="{A66B22BF-3ECB-440B-84D1-C93321C9DD49}" dt="2026-09-28T21:05:12.104" v="88" actId="27636"/>
          <ac:spMkLst>
            <pc:docMk/>
            <pc:sldMk cId="3396062415" sldId="261"/>
            <ac:spMk id="39" creationId="{00000000-0000-0000-0000-000000000000}"/>
          </ac:spMkLst>
        </pc:spChg>
        <pc:spChg chg="mod">
          <ac:chgData name="Sune Djurhuus" userId="0bcb62a1-eba1-4abb-82ee-8067ef961803" providerId="ADAL" clId="{A66B22BF-3ECB-440B-84D1-C93321C9DD49}" dt="2026-09-28T21:05:12.091" v="84" actId="27636"/>
          <ac:spMkLst>
            <pc:docMk/>
            <pc:sldMk cId="3396062415" sldId="261"/>
            <ac:spMk id="40" creationId="{00000000-0000-0000-0000-000000000000}"/>
          </ac:spMkLst>
        </pc:spChg>
        <pc:spChg chg="mod">
          <ac:chgData name="Sune Djurhuus" userId="0bcb62a1-eba1-4abb-82ee-8067ef961803" providerId="ADAL" clId="{A66B22BF-3ECB-440B-84D1-C93321C9DD49}" dt="2026-09-28T21:05:12.101" v="86" actId="27636"/>
          <ac:spMkLst>
            <pc:docMk/>
            <pc:sldMk cId="3396062415" sldId="261"/>
            <ac:spMk id="42" creationId="{00000000-0000-0000-0000-000000000000}"/>
          </ac:spMkLst>
        </pc:spChg>
        <pc:spChg chg="mod">
          <ac:chgData name="Sune Djurhuus" userId="0bcb62a1-eba1-4abb-82ee-8067ef961803" providerId="ADAL" clId="{A66B22BF-3ECB-440B-84D1-C93321C9DD49}" dt="2026-09-28T21:05:11.601" v="1" actId="26606"/>
          <ac:spMkLst>
            <pc:docMk/>
            <pc:sldMk cId="3396062415" sldId="261"/>
            <ac:spMk id="44" creationId="{00000000-0000-0000-0000-000000000000}"/>
          </ac:spMkLst>
        </pc:spChg>
        <pc:spChg chg="mod">
          <ac:chgData name="Sune Djurhuus" userId="0bcb62a1-eba1-4abb-82ee-8067ef961803" providerId="ADAL" clId="{A66B22BF-3ECB-440B-84D1-C93321C9DD49}" dt="2026-09-28T21:05:11.601" v="1" actId="26606"/>
          <ac:spMkLst>
            <pc:docMk/>
            <pc:sldMk cId="3396062415" sldId="261"/>
            <ac:spMk id="49" creationId="{00000000-0000-0000-0000-000000000000}"/>
          </ac:spMkLst>
        </pc:spChg>
        <pc:spChg chg="mod">
          <ac:chgData name="Sune Djurhuus" userId="0bcb62a1-eba1-4abb-82ee-8067ef961803" providerId="ADAL" clId="{A66B22BF-3ECB-440B-84D1-C93321C9DD49}" dt="2026-09-28T21:05:12.052" v="78" actId="27636"/>
          <ac:spMkLst>
            <pc:docMk/>
            <pc:sldMk cId="3396062415" sldId="261"/>
            <ac:spMk id="50" creationId="{00000000-0000-0000-0000-000000000000}"/>
          </ac:spMkLst>
        </pc:spChg>
        <pc:spChg chg="mod">
          <ac:chgData name="Sune Djurhuus" userId="0bcb62a1-eba1-4abb-82ee-8067ef961803" providerId="ADAL" clId="{A66B22BF-3ECB-440B-84D1-C93321C9DD49}" dt="2026-09-28T21:05:11.601" v="1" actId="26606"/>
          <ac:spMkLst>
            <pc:docMk/>
            <pc:sldMk cId="3396062415" sldId="261"/>
            <ac:spMk id="53" creationId="{00000000-0000-0000-0000-000000000000}"/>
          </ac:spMkLst>
        </pc:spChg>
        <pc:spChg chg="mod">
          <ac:chgData name="Sune Djurhuus" userId="0bcb62a1-eba1-4abb-82ee-8067ef961803" providerId="ADAL" clId="{A66B22BF-3ECB-440B-84D1-C93321C9DD49}" dt="2026-09-28T21:05:12.098" v="85" actId="27636"/>
          <ac:spMkLst>
            <pc:docMk/>
            <pc:sldMk cId="3396062415" sldId="261"/>
            <ac:spMk id="54" creationId="{00000000-0000-0000-0000-000000000000}"/>
          </ac:spMkLst>
        </pc:spChg>
        <pc:spChg chg="add mod">
          <ac:chgData name="Sune Djurhuus" userId="0bcb62a1-eba1-4abb-82ee-8067ef961803" providerId="ADAL" clId="{A66B22BF-3ECB-440B-84D1-C93321C9DD49}" dt="2026-09-28T21:19:12.240" v="674" actId="26606"/>
          <ac:spMkLst>
            <pc:docMk/>
            <pc:sldMk cId="3396062415" sldId="261"/>
            <ac:spMk id="56" creationId="{00000000-0000-0000-0000-000000000000}"/>
          </ac:spMkLst>
        </pc:spChg>
      </pc:sldChg>
      <pc:sldChg chg="delSp modSp mod setBg modClrScheme chgLayout modNotes">
        <pc:chgData name="Sune Djurhuus" userId="0bcb62a1-eba1-4abb-82ee-8067ef961803" providerId="ADAL" clId="{A66B22BF-3ECB-440B-84D1-C93321C9DD49}" dt="2026-10-22T07:30:29.039" v="940"/>
        <pc:sldMkLst>
          <pc:docMk/>
          <pc:sldMk cId="3763275674" sldId="262"/>
        </pc:sldMkLst>
        <pc:spChg chg="mod">
          <ac:chgData name="Sune Djurhuus" userId="0bcb62a1-eba1-4abb-82ee-8067ef961803" providerId="ADAL" clId="{A66B22BF-3ECB-440B-84D1-C93321C9DD49}" dt="2026-09-28T21:05:11.601" v="1" actId="26606"/>
          <ac:spMkLst>
            <pc:docMk/>
            <pc:sldMk cId="3763275674" sldId="262"/>
            <ac:spMk id="2" creationId="{00000000-0000-0000-0000-000000000000}"/>
          </ac:spMkLst>
        </pc:spChg>
        <pc:spChg chg="mod">
          <ac:chgData name="Sune Djurhuus" userId="0bcb62a1-eba1-4abb-82ee-8067ef961803" providerId="ADAL" clId="{A66B22BF-3ECB-440B-84D1-C93321C9DD49}" dt="2026-09-28T21:09:01.532" v="322" actId="1035"/>
          <ac:spMkLst>
            <pc:docMk/>
            <pc:sldMk cId="3763275674" sldId="262"/>
            <ac:spMk id="3" creationId="{00000000-0000-0000-0000-000000000000}"/>
          </ac:spMkLst>
        </pc:spChg>
        <pc:spChg chg="mod">
          <ac:chgData name="Sune Djurhuus" userId="0bcb62a1-eba1-4abb-82ee-8067ef961803" providerId="ADAL" clId="{A66B22BF-3ECB-440B-84D1-C93321C9DD49}" dt="2026-09-28T21:18:36.673" v="655" actId="1038"/>
          <ac:spMkLst>
            <pc:docMk/>
            <pc:sldMk cId="3763275674" sldId="262"/>
            <ac:spMk id="6" creationId="{00000000-0000-0000-0000-000000000000}"/>
          </ac:spMkLst>
        </pc:spChg>
        <pc:spChg chg="mod">
          <ac:chgData name="Sune Djurhuus" userId="0bcb62a1-eba1-4abb-82ee-8067ef961803" providerId="ADAL" clId="{A66B22BF-3ECB-440B-84D1-C93321C9DD49}" dt="2026-09-28T21:19:12.240" v="674" actId="26606"/>
          <ac:spMkLst>
            <pc:docMk/>
            <pc:sldMk cId="3763275674" sldId="262"/>
            <ac:spMk id="8" creationId="{00000000-0000-0000-0000-000000000000}"/>
          </ac:spMkLst>
        </pc:spChg>
        <pc:spChg chg="mod">
          <ac:chgData name="Sune Djurhuus" userId="0bcb62a1-eba1-4abb-82ee-8067ef961803" providerId="ADAL" clId="{A66B22BF-3ECB-440B-84D1-C93321C9DD49}" dt="2026-09-28T21:05:12.208" v="102" actId="27636"/>
          <ac:spMkLst>
            <pc:docMk/>
            <pc:sldMk cId="3763275674" sldId="262"/>
            <ac:spMk id="9" creationId="{00000000-0000-0000-0000-000000000000}"/>
          </ac:spMkLst>
        </pc:spChg>
        <pc:spChg chg="mod">
          <ac:chgData name="Sune Djurhuus" userId="0bcb62a1-eba1-4abb-82ee-8067ef961803" providerId="ADAL" clId="{A66B22BF-3ECB-440B-84D1-C93321C9DD49}" dt="2026-09-28T21:26:56.721" v="791" actId="255"/>
          <ac:spMkLst>
            <pc:docMk/>
            <pc:sldMk cId="3763275674" sldId="262"/>
            <ac:spMk id="11" creationId="{00000000-0000-0000-0000-000000000000}"/>
          </ac:spMkLst>
        </pc:spChg>
        <pc:spChg chg="mod">
          <ac:chgData name="Sune Djurhuus" userId="0bcb62a1-eba1-4abb-82ee-8067ef961803" providerId="ADAL" clId="{A66B22BF-3ECB-440B-84D1-C93321C9DD49}" dt="2026-09-28T21:19:12.240" v="674" actId="26606"/>
          <ac:spMkLst>
            <pc:docMk/>
            <pc:sldMk cId="3763275674" sldId="262"/>
            <ac:spMk id="13" creationId="{00000000-0000-0000-0000-000000000000}"/>
          </ac:spMkLst>
        </pc:spChg>
        <pc:spChg chg="mod">
          <ac:chgData name="Sune Djurhuus" userId="0bcb62a1-eba1-4abb-82ee-8067ef961803" providerId="ADAL" clId="{A66B22BF-3ECB-440B-84D1-C93321C9DD49}" dt="2026-09-28T21:05:12.159" v="91" actId="27636"/>
          <ac:spMkLst>
            <pc:docMk/>
            <pc:sldMk cId="3763275674" sldId="262"/>
            <ac:spMk id="14" creationId="{00000000-0000-0000-0000-000000000000}"/>
          </ac:spMkLst>
        </pc:spChg>
        <pc:spChg chg="mod">
          <ac:chgData name="Sune Djurhuus" userId="0bcb62a1-eba1-4abb-82ee-8067ef961803" providerId="ADAL" clId="{A66B22BF-3ECB-440B-84D1-C93321C9DD49}" dt="2026-09-28T21:05:11.601" v="1" actId="26606"/>
          <ac:spMkLst>
            <pc:docMk/>
            <pc:sldMk cId="3763275674" sldId="262"/>
            <ac:spMk id="15" creationId="{00000000-0000-0000-0000-000000000000}"/>
          </ac:spMkLst>
        </pc:spChg>
        <pc:spChg chg="mod">
          <ac:chgData name="Sune Djurhuus" userId="0bcb62a1-eba1-4abb-82ee-8067ef961803" providerId="ADAL" clId="{A66B22BF-3ECB-440B-84D1-C93321C9DD49}" dt="2026-09-28T21:27:04.142" v="792" actId="255"/>
          <ac:spMkLst>
            <pc:docMk/>
            <pc:sldMk cId="3763275674" sldId="262"/>
            <ac:spMk id="16" creationId="{00000000-0000-0000-0000-000000000000}"/>
          </ac:spMkLst>
        </pc:spChg>
        <pc:spChg chg="mod">
          <ac:chgData name="Sune Djurhuus" userId="0bcb62a1-eba1-4abb-82ee-8067ef961803" providerId="ADAL" clId="{A66B22BF-3ECB-440B-84D1-C93321C9DD49}" dt="2026-09-28T21:19:12.240" v="674" actId="26606"/>
          <ac:spMkLst>
            <pc:docMk/>
            <pc:sldMk cId="3763275674" sldId="262"/>
            <ac:spMk id="18" creationId="{00000000-0000-0000-0000-000000000000}"/>
          </ac:spMkLst>
        </pc:spChg>
        <pc:spChg chg="mod">
          <ac:chgData name="Sune Djurhuus" userId="0bcb62a1-eba1-4abb-82ee-8067ef961803" providerId="ADAL" clId="{A66B22BF-3ECB-440B-84D1-C93321C9DD49}" dt="2026-09-28T21:05:12.233" v="105" actId="27636"/>
          <ac:spMkLst>
            <pc:docMk/>
            <pc:sldMk cId="3763275674" sldId="262"/>
            <ac:spMk id="19" creationId="{00000000-0000-0000-0000-000000000000}"/>
          </ac:spMkLst>
        </pc:spChg>
        <pc:spChg chg="mod">
          <ac:chgData name="Sune Djurhuus" userId="0bcb62a1-eba1-4abb-82ee-8067ef961803" providerId="ADAL" clId="{A66B22BF-3ECB-440B-84D1-C93321C9DD49}" dt="2026-09-28T21:27:12.232" v="793" actId="255"/>
          <ac:spMkLst>
            <pc:docMk/>
            <pc:sldMk cId="3763275674" sldId="262"/>
            <ac:spMk id="21" creationId="{00000000-0000-0000-0000-000000000000}"/>
          </ac:spMkLst>
        </pc:spChg>
        <pc:spChg chg="mod">
          <ac:chgData name="Sune Djurhuus" userId="0bcb62a1-eba1-4abb-82ee-8067ef961803" providerId="ADAL" clId="{A66B22BF-3ECB-440B-84D1-C93321C9DD49}" dt="2026-09-28T21:19:12.240" v="674" actId="26606"/>
          <ac:spMkLst>
            <pc:docMk/>
            <pc:sldMk cId="3763275674" sldId="262"/>
            <ac:spMk id="23" creationId="{00000000-0000-0000-0000-000000000000}"/>
          </ac:spMkLst>
        </pc:spChg>
        <pc:spChg chg="mod">
          <ac:chgData name="Sune Djurhuus" userId="0bcb62a1-eba1-4abb-82ee-8067ef961803" providerId="ADAL" clId="{A66B22BF-3ECB-440B-84D1-C93321C9DD49}" dt="2026-09-28T21:05:12.218" v="103" actId="27636"/>
          <ac:spMkLst>
            <pc:docMk/>
            <pc:sldMk cId="3763275674" sldId="262"/>
            <ac:spMk id="24" creationId="{00000000-0000-0000-0000-000000000000}"/>
          </ac:spMkLst>
        </pc:spChg>
        <pc:spChg chg="mod">
          <ac:chgData name="Sune Djurhuus" userId="0bcb62a1-eba1-4abb-82ee-8067ef961803" providerId="ADAL" clId="{A66B22BF-3ECB-440B-84D1-C93321C9DD49}" dt="2026-09-28T21:27:20.602" v="794" actId="255"/>
          <ac:spMkLst>
            <pc:docMk/>
            <pc:sldMk cId="3763275674" sldId="262"/>
            <ac:spMk id="26" creationId="{00000000-0000-0000-0000-000000000000}"/>
          </ac:spMkLst>
        </pc:spChg>
        <pc:spChg chg="mod">
          <ac:chgData name="Sune Djurhuus" userId="0bcb62a1-eba1-4abb-82ee-8067ef961803" providerId="ADAL" clId="{A66B22BF-3ECB-440B-84D1-C93321C9DD49}" dt="2026-09-28T21:19:12.240" v="674" actId="26606"/>
          <ac:spMkLst>
            <pc:docMk/>
            <pc:sldMk cId="3763275674" sldId="262"/>
            <ac:spMk id="28" creationId="{00000000-0000-0000-0000-000000000000}"/>
          </ac:spMkLst>
        </pc:spChg>
        <pc:spChg chg="mod">
          <ac:chgData name="Sune Djurhuus" userId="0bcb62a1-eba1-4abb-82ee-8067ef961803" providerId="ADAL" clId="{A66B22BF-3ECB-440B-84D1-C93321C9DD49}" dt="2026-09-28T21:05:12.188" v="98" actId="27636"/>
          <ac:spMkLst>
            <pc:docMk/>
            <pc:sldMk cId="3763275674" sldId="262"/>
            <ac:spMk id="29" creationId="{00000000-0000-0000-0000-000000000000}"/>
          </ac:spMkLst>
        </pc:spChg>
        <pc:spChg chg="mod">
          <ac:chgData name="Sune Djurhuus" userId="0bcb62a1-eba1-4abb-82ee-8067ef961803" providerId="ADAL" clId="{A66B22BF-3ECB-440B-84D1-C93321C9DD49}" dt="2026-09-28T21:27:26.994" v="795" actId="255"/>
          <ac:spMkLst>
            <pc:docMk/>
            <pc:sldMk cId="3763275674" sldId="262"/>
            <ac:spMk id="31" creationId="{00000000-0000-0000-0000-000000000000}"/>
          </ac:spMkLst>
        </pc:spChg>
        <pc:spChg chg="mod">
          <ac:chgData name="Sune Djurhuus" userId="0bcb62a1-eba1-4abb-82ee-8067ef961803" providerId="ADAL" clId="{A66B22BF-3ECB-440B-84D1-C93321C9DD49}" dt="2026-09-28T21:19:12.240" v="674" actId="26606"/>
          <ac:spMkLst>
            <pc:docMk/>
            <pc:sldMk cId="3763275674" sldId="262"/>
            <ac:spMk id="33" creationId="{00000000-0000-0000-0000-000000000000}"/>
          </ac:spMkLst>
        </pc:spChg>
        <pc:spChg chg="mod">
          <ac:chgData name="Sune Djurhuus" userId="0bcb62a1-eba1-4abb-82ee-8067ef961803" providerId="ADAL" clId="{A66B22BF-3ECB-440B-84D1-C93321C9DD49}" dt="2026-09-28T21:05:12.220" v="104" actId="27636"/>
          <ac:spMkLst>
            <pc:docMk/>
            <pc:sldMk cId="3763275674" sldId="262"/>
            <ac:spMk id="34" creationId="{00000000-0000-0000-0000-000000000000}"/>
          </ac:spMkLst>
        </pc:spChg>
        <pc:spChg chg="mod">
          <ac:chgData name="Sune Djurhuus" userId="0bcb62a1-eba1-4abb-82ee-8067ef961803" providerId="ADAL" clId="{A66B22BF-3ECB-440B-84D1-C93321C9DD49}" dt="2026-09-28T21:27:31.645" v="796" actId="255"/>
          <ac:spMkLst>
            <pc:docMk/>
            <pc:sldMk cId="3763275674" sldId="262"/>
            <ac:spMk id="36" creationId="{00000000-0000-0000-0000-000000000000}"/>
          </ac:spMkLst>
        </pc:spChg>
        <pc:spChg chg="mod">
          <ac:chgData name="Sune Djurhuus" userId="0bcb62a1-eba1-4abb-82ee-8067ef961803" providerId="ADAL" clId="{A66B22BF-3ECB-440B-84D1-C93321C9DD49}" dt="2026-09-28T21:05:12.165" v="93" actId="27636"/>
          <ac:spMkLst>
            <pc:docMk/>
            <pc:sldMk cId="3763275674" sldId="262"/>
            <ac:spMk id="43" creationId="{00000000-0000-0000-0000-000000000000}"/>
          </ac:spMkLst>
        </pc:spChg>
        <pc:spChg chg="mod">
          <ac:chgData name="Sune Djurhuus" userId="0bcb62a1-eba1-4abb-82ee-8067ef961803" providerId="ADAL" clId="{A66B22BF-3ECB-440B-84D1-C93321C9DD49}" dt="2026-09-28T21:05:12.172" v="95" actId="27636"/>
          <ac:spMkLst>
            <pc:docMk/>
            <pc:sldMk cId="3763275674" sldId="262"/>
            <ac:spMk id="44" creationId="{00000000-0000-0000-0000-000000000000}"/>
          </ac:spMkLst>
        </pc:spChg>
        <pc:spChg chg="mod">
          <ac:chgData name="Sune Djurhuus" userId="0bcb62a1-eba1-4abb-82ee-8067ef961803" providerId="ADAL" clId="{A66B22BF-3ECB-440B-84D1-C93321C9DD49}" dt="2026-09-28T21:05:11.601" v="1" actId="26606"/>
          <ac:spMkLst>
            <pc:docMk/>
            <pc:sldMk cId="3763275674" sldId="262"/>
            <ac:spMk id="45" creationId="{00000000-0000-0000-0000-000000000000}"/>
          </ac:spMkLst>
        </pc:spChg>
        <pc:spChg chg="mod">
          <ac:chgData name="Sune Djurhuus" userId="0bcb62a1-eba1-4abb-82ee-8067ef961803" providerId="ADAL" clId="{A66B22BF-3ECB-440B-84D1-C93321C9DD49}" dt="2026-09-28T21:05:11.601" v="1" actId="26606"/>
          <ac:spMkLst>
            <pc:docMk/>
            <pc:sldMk cId="3763275674" sldId="262"/>
            <ac:spMk id="46" creationId="{00000000-0000-0000-0000-000000000000}"/>
          </ac:spMkLst>
        </pc:spChg>
        <pc:spChg chg="mod">
          <ac:chgData name="Sune Djurhuus" userId="0bcb62a1-eba1-4abb-82ee-8067ef961803" providerId="ADAL" clId="{A66B22BF-3ECB-440B-84D1-C93321C9DD49}" dt="2026-09-28T21:05:11.601" v="1" actId="26606"/>
          <ac:spMkLst>
            <pc:docMk/>
            <pc:sldMk cId="3763275674" sldId="262"/>
            <ac:spMk id="52" creationId="{00000000-0000-0000-0000-000000000000}"/>
          </ac:spMkLst>
        </pc:spChg>
        <pc:spChg chg="mod">
          <ac:chgData name="Sune Djurhuus" userId="0bcb62a1-eba1-4abb-82ee-8067ef961803" providerId="ADAL" clId="{A66B22BF-3ECB-440B-84D1-C93321C9DD49}" dt="2026-09-28T21:05:12.192" v="99" actId="27636"/>
          <ac:spMkLst>
            <pc:docMk/>
            <pc:sldMk cId="3763275674" sldId="262"/>
            <ac:spMk id="55" creationId="{00000000-0000-0000-0000-000000000000}"/>
          </ac:spMkLst>
        </pc:spChg>
        <pc:spChg chg="add mod">
          <ac:chgData name="Sune Djurhuus" userId="0bcb62a1-eba1-4abb-82ee-8067ef961803" providerId="ADAL" clId="{A66B22BF-3ECB-440B-84D1-C93321C9DD49}" dt="2026-09-28T21:19:12.240" v="674" actId="26606"/>
          <ac:spMkLst>
            <pc:docMk/>
            <pc:sldMk cId="3763275674" sldId="262"/>
            <ac:spMk id="57" creationId="{00000000-0000-0000-0000-000000000000}"/>
          </ac:spMkLst>
        </pc:spChg>
      </pc:sldChg>
      <pc:sldChg chg="delSp modSp mod setBg modClrScheme chgLayout modNotes">
        <pc:chgData name="Sune Djurhuus" userId="0bcb62a1-eba1-4abb-82ee-8067ef961803" providerId="ADAL" clId="{A66B22BF-3ECB-440B-84D1-C93321C9DD49}" dt="2026-10-22T07:30:29.039" v="940"/>
        <pc:sldMkLst>
          <pc:docMk/>
          <pc:sldMk cId="2527512825" sldId="263"/>
        </pc:sldMkLst>
        <pc:spChg chg="mod">
          <ac:chgData name="Sune Djurhuus" userId="0bcb62a1-eba1-4abb-82ee-8067ef961803" providerId="ADAL" clId="{A66B22BF-3ECB-440B-84D1-C93321C9DD49}" dt="2026-09-28T21:09:21.075" v="337" actId="1035"/>
          <ac:spMkLst>
            <pc:docMk/>
            <pc:sldMk cId="2527512825" sldId="263"/>
            <ac:spMk id="3" creationId="{00000000-0000-0000-0000-000000000000}"/>
          </ac:spMkLst>
        </pc:spChg>
        <pc:spChg chg="mod">
          <ac:chgData name="Sune Djurhuus" userId="0bcb62a1-eba1-4abb-82ee-8067ef961803" providerId="ADAL" clId="{A66B22BF-3ECB-440B-84D1-C93321C9DD49}" dt="2026-09-28T21:18:19.121" v="642" actId="1036"/>
          <ac:spMkLst>
            <pc:docMk/>
            <pc:sldMk cId="2527512825" sldId="263"/>
            <ac:spMk id="6" creationId="{00000000-0000-0000-0000-000000000000}"/>
          </ac:spMkLst>
        </pc:spChg>
        <pc:spChg chg="mod">
          <ac:chgData name="Sune Djurhuus" userId="0bcb62a1-eba1-4abb-82ee-8067ef961803" providerId="ADAL" clId="{A66B22BF-3ECB-440B-84D1-C93321C9DD49}" dt="2026-09-28T21:19:12.240" v="674" actId="26606"/>
          <ac:spMkLst>
            <pc:docMk/>
            <pc:sldMk cId="2527512825" sldId="263"/>
            <ac:spMk id="8" creationId="{00000000-0000-0000-0000-000000000000}"/>
          </ac:spMkLst>
        </pc:spChg>
        <pc:spChg chg="mod">
          <ac:chgData name="Sune Djurhuus" userId="0bcb62a1-eba1-4abb-82ee-8067ef961803" providerId="ADAL" clId="{A66B22BF-3ECB-440B-84D1-C93321C9DD49}" dt="2026-09-28T21:05:12.325" v="119" actId="27636"/>
          <ac:spMkLst>
            <pc:docMk/>
            <pc:sldMk cId="2527512825" sldId="263"/>
            <ac:spMk id="9" creationId="{00000000-0000-0000-0000-000000000000}"/>
          </ac:spMkLst>
        </pc:spChg>
        <pc:spChg chg="mod">
          <ac:chgData name="Sune Djurhuus" userId="0bcb62a1-eba1-4abb-82ee-8067ef961803" providerId="ADAL" clId="{A66B22BF-3ECB-440B-84D1-C93321C9DD49}" dt="2026-09-28T21:05:12.305" v="114" actId="27636"/>
          <ac:spMkLst>
            <pc:docMk/>
            <pc:sldMk cId="2527512825" sldId="263"/>
            <ac:spMk id="11" creationId="{00000000-0000-0000-0000-000000000000}"/>
          </ac:spMkLst>
        </pc:spChg>
        <pc:spChg chg="mod">
          <ac:chgData name="Sune Djurhuus" userId="0bcb62a1-eba1-4abb-82ee-8067ef961803" providerId="ADAL" clId="{A66B22BF-3ECB-440B-84D1-C93321C9DD49}" dt="2026-09-28T21:05:11.601" v="1" actId="26606"/>
          <ac:spMkLst>
            <pc:docMk/>
            <pc:sldMk cId="2527512825" sldId="263"/>
            <ac:spMk id="12" creationId="{00000000-0000-0000-0000-000000000000}"/>
          </ac:spMkLst>
        </pc:spChg>
        <pc:spChg chg="mod">
          <ac:chgData name="Sune Djurhuus" userId="0bcb62a1-eba1-4abb-82ee-8067ef961803" providerId="ADAL" clId="{A66B22BF-3ECB-440B-84D1-C93321C9DD49}" dt="2026-09-28T21:19:12.240" v="674" actId="26606"/>
          <ac:spMkLst>
            <pc:docMk/>
            <pc:sldMk cId="2527512825" sldId="263"/>
            <ac:spMk id="13" creationId="{00000000-0000-0000-0000-000000000000}"/>
          </ac:spMkLst>
        </pc:spChg>
        <pc:spChg chg="mod">
          <ac:chgData name="Sune Djurhuus" userId="0bcb62a1-eba1-4abb-82ee-8067ef961803" providerId="ADAL" clId="{A66B22BF-3ECB-440B-84D1-C93321C9DD49}" dt="2026-09-28T21:05:12.316" v="116" actId="27636"/>
          <ac:spMkLst>
            <pc:docMk/>
            <pc:sldMk cId="2527512825" sldId="263"/>
            <ac:spMk id="14" creationId="{00000000-0000-0000-0000-000000000000}"/>
          </ac:spMkLst>
        </pc:spChg>
        <pc:spChg chg="mod">
          <ac:chgData name="Sune Djurhuus" userId="0bcb62a1-eba1-4abb-82ee-8067ef961803" providerId="ADAL" clId="{A66B22BF-3ECB-440B-84D1-C93321C9DD49}" dt="2026-09-28T21:05:12.312" v="115" actId="27636"/>
          <ac:spMkLst>
            <pc:docMk/>
            <pc:sldMk cId="2527512825" sldId="263"/>
            <ac:spMk id="16" creationId="{00000000-0000-0000-0000-000000000000}"/>
          </ac:spMkLst>
        </pc:spChg>
        <pc:spChg chg="mod">
          <ac:chgData name="Sune Djurhuus" userId="0bcb62a1-eba1-4abb-82ee-8067ef961803" providerId="ADAL" clId="{A66B22BF-3ECB-440B-84D1-C93321C9DD49}" dt="2026-09-28T21:19:12.240" v="674" actId="26606"/>
          <ac:spMkLst>
            <pc:docMk/>
            <pc:sldMk cId="2527512825" sldId="263"/>
            <ac:spMk id="18" creationId="{00000000-0000-0000-0000-000000000000}"/>
          </ac:spMkLst>
        </pc:spChg>
        <pc:spChg chg="mod">
          <ac:chgData name="Sune Djurhuus" userId="0bcb62a1-eba1-4abb-82ee-8067ef961803" providerId="ADAL" clId="{A66B22BF-3ECB-440B-84D1-C93321C9DD49}" dt="2026-09-28T21:05:12.321" v="118" actId="27636"/>
          <ac:spMkLst>
            <pc:docMk/>
            <pc:sldMk cId="2527512825" sldId="263"/>
            <ac:spMk id="19" creationId="{00000000-0000-0000-0000-000000000000}"/>
          </ac:spMkLst>
        </pc:spChg>
        <pc:spChg chg="mod">
          <ac:chgData name="Sune Djurhuus" userId="0bcb62a1-eba1-4abb-82ee-8067ef961803" providerId="ADAL" clId="{A66B22BF-3ECB-440B-84D1-C93321C9DD49}" dt="2026-09-28T21:05:12.321" v="117" actId="27636"/>
          <ac:spMkLst>
            <pc:docMk/>
            <pc:sldMk cId="2527512825" sldId="263"/>
            <ac:spMk id="21" creationId="{00000000-0000-0000-0000-000000000000}"/>
          </ac:spMkLst>
        </pc:spChg>
        <pc:spChg chg="mod">
          <ac:chgData name="Sune Djurhuus" userId="0bcb62a1-eba1-4abb-82ee-8067ef961803" providerId="ADAL" clId="{A66B22BF-3ECB-440B-84D1-C93321C9DD49}" dt="2026-09-28T21:05:11.601" v="1" actId="26606"/>
          <ac:spMkLst>
            <pc:docMk/>
            <pc:sldMk cId="2527512825" sldId="263"/>
            <ac:spMk id="22" creationId="{00000000-0000-0000-0000-000000000000}"/>
          </ac:spMkLst>
        </pc:spChg>
        <pc:spChg chg="mod">
          <ac:chgData name="Sune Djurhuus" userId="0bcb62a1-eba1-4abb-82ee-8067ef961803" providerId="ADAL" clId="{A66B22BF-3ECB-440B-84D1-C93321C9DD49}" dt="2026-09-28T21:19:12.240" v="674" actId="26606"/>
          <ac:spMkLst>
            <pc:docMk/>
            <pc:sldMk cId="2527512825" sldId="263"/>
            <ac:spMk id="23" creationId="{00000000-0000-0000-0000-000000000000}"/>
          </ac:spMkLst>
        </pc:spChg>
        <pc:spChg chg="mod">
          <ac:chgData name="Sune Djurhuus" userId="0bcb62a1-eba1-4abb-82ee-8067ef961803" providerId="ADAL" clId="{A66B22BF-3ECB-440B-84D1-C93321C9DD49}" dt="2026-09-28T21:05:12.302" v="112" actId="27636"/>
          <ac:spMkLst>
            <pc:docMk/>
            <pc:sldMk cId="2527512825" sldId="263"/>
            <ac:spMk id="24" creationId="{00000000-0000-0000-0000-000000000000}"/>
          </ac:spMkLst>
        </pc:spChg>
        <pc:spChg chg="mod">
          <ac:chgData name="Sune Djurhuus" userId="0bcb62a1-eba1-4abb-82ee-8067ef961803" providerId="ADAL" clId="{A66B22BF-3ECB-440B-84D1-C93321C9DD49}" dt="2026-09-28T21:05:12.329" v="120" actId="27636"/>
          <ac:spMkLst>
            <pc:docMk/>
            <pc:sldMk cId="2527512825" sldId="263"/>
            <ac:spMk id="26" creationId="{00000000-0000-0000-0000-000000000000}"/>
          </ac:spMkLst>
        </pc:spChg>
        <pc:spChg chg="mod">
          <ac:chgData name="Sune Djurhuus" userId="0bcb62a1-eba1-4abb-82ee-8067ef961803" providerId="ADAL" clId="{A66B22BF-3ECB-440B-84D1-C93321C9DD49}" dt="2026-09-28T21:19:12.240" v="674" actId="26606"/>
          <ac:spMkLst>
            <pc:docMk/>
            <pc:sldMk cId="2527512825" sldId="263"/>
            <ac:spMk id="28" creationId="{00000000-0000-0000-0000-000000000000}"/>
          </ac:spMkLst>
        </pc:spChg>
        <pc:spChg chg="mod">
          <ac:chgData name="Sune Djurhuus" userId="0bcb62a1-eba1-4abb-82ee-8067ef961803" providerId="ADAL" clId="{A66B22BF-3ECB-440B-84D1-C93321C9DD49}" dt="2026-09-28T21:05:12.335" v="122" actId="27636"/>
          <ac:spMkLst>
            <pc:docMk/>
            <pc:sldMk cId="2527512825" sldId="263"/>
            <ac:spMk id="29" creationId="{00000000-0000-0000-0000-000000000000}"/>
          </ac:spMkLst>
        </pc:spChg>
        <pc:spChg chg="mod">
          <ac:chgData name="Sune Djurhuus" userId="0bcb62a1-eba1-4abb-82ee-8067ef961803" providerId="ADAL" clId="{A66B22BF-3ECB-440B-84D1-C93321C9DD49}" dt="2026-09-28T21:05:12.283" v="106" actId="27636"/>
          <ac:spMkLst>
            <pc:docMk/>
            <pc:sldMk cId="2527512825" sldId="263"/>
            <ac:spMk id="31" creationId="{00000000-0000-0000-0000-000000000000}"/>
          </ac:spMkLst>
        </pc:spChg>
        <pc:spChg chg="mod">
          <ac:chgData name="Sune Djurhuus" userId="0bcb62a1-eba1-4abb-82ee-8067ef961803" providerId="ADAL" clId="{A66B22BF-3ECB-440B-84D1-C93321C9DD49}" dt="2026-09-28T21:05:11.601" v="1" actId="26606"/>
          <ac:spMkLst>
            <pc:docMk/>
            <pc:sldMk cId="2527512825" sldId="263"/>
            <ac:spMk id="32" creationId="{00000000-0000-0000-0000-000000000000}"/>
          </ac:spMkLst>
        </pc:spChg>
        <pc:spChg chg="mod">
          <ac:chgData name="Sune Djurhuus" userId="0bcb62a1-eba1-4abb-82ee-8067ef961803" providerId="ADAL" clId="{A66B22BF-3ECB-440B-84D1-C93321C9DD49}" dt="2026-09-28T21:19:12.240" v="674" actId="26606"/>
          <ac:spMkLst>
            <pc:docMk/>
            <pc:sldMk cId="2527512825" sldId="263"/>
            <ac:spMk id="33" creationId="{00000000-0000-0000-0000-000000000000}"/>
          </ac:spMkLst>
        </pc:spChg>
        <pc:spChg chg="mod">
          <ac:chgData name="Sune Djurhuus" userId="0bcb62a1-eba1-4abb-82ee-8067ef961803" providerId="ADAL" clId="{A66B22BF-3ECB-440B-84D1-C93321C9DD49}" dt="2026-09-28T21:05:12.293" v="110" actId="27636"/>
          <ac:spMkLst>
            <pc:docMk/>
            <pc:sldMk cId="2527512825" sldId="263"/>
            <ac:spMk id="34" creationId="{00000000-0000-0000-0000-000000000000}"/>
          </ac:spMkLst>
        </pc:spChg>
        <pc:spChg chg="mod">
          <ac:chgData name="Sune Djurhuus" userId="0bcb62a1-eba1-4abb-82ee-8067ef961803" providerId="ADAL" clId="{A66B22BF-3ECB-440B-84D1-C93321C9DD49}" dt="2026-09-28T21:05:12.304" v="113" actId="27636"/>
          <ac:spMkLst>
            <pc:docMk/>
            <pc:sldMk cId="2527512825" sldId="263"/>
            <ac:spMk id="36" creationId="{00000000-0000-0000-0000-000000000000}"/>
          </ac:spMkLst>
        </pc:spChg>
        <pc:spChg chg="mod">
          <ac:chgData name="Sune Djurhuus" userId="0bcb62a1-eba1-4abb-82ee-8067ef961803" providerId="ADAL" clId="{A66B22BF-3ECB-440B-84D1-C93321C9DD49}" dt="2026-09-28T21:05:11.601" v="1" actId="26606"/>
          <ac:spMkLst>
            <pc:docMk/>
            <pc:sldMk cId="2527512825" sldId="263"/>
            <ac:spMk id="37" creationId="{00000000-0000-0000-0000-000000000000}"/>
          </ac:spMkLst>
        </pc:spChg>
        <pc:spChg chg="mod">
          <ac:chgData name="Sune Djurhuus" userId="0bcb62a1-eba1-4abb-82ee-8067ef961803" providerId="ADAL" clId="{A66B22BF-3ECB-440B-84D1-C93321C9DD49}" dt="2026-09-28T21:05:11.601" v="1" actId="26606"/>
          <ac:spMkLst>
            <pc:docMk/>
            <pc:sldMk cId="2527512825" sldId="263"/>
            <ac:spMk id="41" creationId="{00000000-0000-0000-0000-000000000000}"/>
          </ac:spMkLst>
        </pc:spChg>
        <pc:spChg chg="mod">
          <ac:chgData name="Sune Djurhuus" userId="0bcb62a1-eba1-4abb-82ee-8067ef961803" providerId="ADAL" clId="{A66B22BF-3ECB-440B-84D1-C93321C9DD49}" dt="2026-09-28T21:05:12.285" v="107" actId="27636"/>
          <ac:spMkLst>
            <pc:docMk/>
            <pc:sldMk cId="2527512825" sldId="263"/>
            <ac:spMk id="43" creationId="{00000000-0000-0000-0000-000000000000}"/>
          </ac:spMkLst>
        </pc:spChg>
        <pc:spChg chg="mod">
          <ac:chgData name="Sune Djurhuus" userId="0bcb62a1-eba1-4abb-82ee-8067ef961803" providerId="ADAL" clId="{A66B22BF-3ECB-440B-84D1-C93321C9DD49}" dt="2026-09-28T21:05:12.297" v="111" actId="27636"/>
          <ac:spMkLst>
            <pc:docMk/>
            <pc:sldMk cId="2527512825" sldId="263"/>
            <ac:spMk id="44" creationId="{00000000-0000-0000-0000-000000000000}"/>
          </ac:spMkLst>
        </pc:spChg>
        <pc:spChg chg="mod">
          <ac:chgData name="Sune Djurhuus" userId="0bcb62a1-eba1-4abb-82ee-8067ef961803" providerId="ADAL" clId="{A66B22BF-3ECB-440B-84D1-C93321C9DD49}" dt="2026-09-28T21:05:12.288" v="108" actId="27636"/>
          <ac:spMkLst>
            <pc:docMk/>
            <pc:sldMk cId="2527512825" sldId="263"/>
            <ac:spMk id="46" creationId="{00000000-0000-0000-0000-000000000000}"/>
          </ac:spMkLst>
        </pc:spChg>
        <pc:spChg chg="mod">
          <ac:chgData name="Sune Djurhuus" userId="0bcb62a1-eba1-4abb-82ee-8067ef961803" providerId="ADAL" clId="{A66B22BF-3ECB-440B-84D1-C93321C9DD49}" dt="2026-09-28T21:05:12.340" v="124" actId="27636"/>
          <ac:spMkLst>
            <pc:docMk/>
            <pc:sldMk cId="2527512825" sldId="263"/>
            <ac:spMk id="49" creationId="{00000000-0000-0000-0000-000000000000}"/>
          </ac:spMkLst>
        </pc:spChg>
        <pc:spChg chg="mod">
          <ac:chgData name="Sune Djurhuus" userId="0bcb62a1-eba1-4abb-82ee-8067ef961803" providerId="ADAL" clId="{A66B22BF-3ECB-440B-84D1-C93321C9DD49}" dt="2026-09-28T21:05:12.332" v="121" actId="27636"/>
          <ac:spMkLst>
            <pc:docMk/>
            <pc:sldMk cId="2527512825" sldId="263"/>
            <ac:spMk id="52" creationId="{00000000-0000-0000-0000-000000000000}"/>
          </ac:spMkLst>
        </pc:spChg>
        <pc:spChg chg="mod">
          <ac:chgData name="Sune Djurhuus" userId="0bcb62a1-eba1-4abb-82ee-8067ef961803" providerId="ADAL" clId="{A66B22BF-3ECB-440B-84D1-C93321C9DD49}" dt="2026-09-28T21:05:11.601" v="1" actId="26606"/>
          <ac:spMkLst>
            <pc:docMk/>
            <pc:sldMk cId="2527512825" sldId="263"/>
            <ac:spMk id="53" creationId="{00000000-0000-0000-0000-000000000000}"/>
          </ac:spMkLst>
        </pc:spChg>
        <pc:spChg chg="mod">
          <ac:chgData name="Sune Djurhuus" userId="0bcb62a1-eba1-4abb-82ee-8067ef961803" providerId="ADAL" clId="{A66B22BF-3ECB-440B-84D1-C93321C9DD49}" dt="2026-09-28T21:05:12.338" v="123" actId="27636"/>
          <ac:spMkLst>
            <pc:docMk/>
            <pc:sldMk cId="2527512825" sldId="263"/>
            <ac:spMk id="55" creationId="{00000000-0000-0000-0000-000000000000}"/>
          </ac:spMkLst>
        </pc:spChg>
        <pc:spChg chg="add mod">
          <ac:chgData name="Sune Djurhuus" userId="0bcb62a1-eba1-4abb-82ee-8067ef961803" providerId="ADAL" clId="{A66B22BF-3ECB-440B-84D1-C93321C9DD49}" dt="2026-09-28T21:19:12.240" v="674" actId="26606"/>
          <ac:spMkLst>
            <pc:docMk/>
            <pc:sldMk cId="2527512825" sldId="263"/>
            <ac:spMk id="57" creationId="{00000000-0000-0000-0000-000000000000}"/>
          </ac:spMkLst>
        </pc:spChg>
      </pc:sldChg>
      <pc:sldChg chg="delSp modSp mod ord setBg modClrScheme chgLayout modNotes">
        <pc:chgData name="Sune Djurhuus" userId="0bcb62a1-eba1-4abb-82ee-8067ef961803" providerId="ADAL" clId="{A66B22BF-3ECB-440B-84D1-C93321C9DD49}" dt="2026-10-22T07:37:40.488" v="1021" actId="1076"/>
        <pc:sldMkLst>
          <pc:docMk/>
          <pc:sldMk cId="2677888613" sldId="264"/>
        </pc:sldMkLst>
        <pc:spChg chg="mod">
          <ac:chgData name="Sune Djurhuus" userId="0bcb62a1-eba1-4abb-82ee-8067ef961803" providerId="ADAL" clId="{A66B22BF-3ECB-440B-84D1-C93321C9DD49}" dt="2026-09-28T21:09:33.957" v="350" actId="1035"/>
          <ac:spMkLst>
            <pc:docMk/>
            <pc:sldMk cId="2677888613" sldId="264"/>
            <ac:spMk id="3" creationId="{00000000-0000-0000-0000-000000000000}"/>
          </ac:spMkLst>
        </pc:spChg>
        <pc:spChg chg="mod">
          <ac:chgData name="Sune Djurhuus" userId="0bcb62a1-eba1-4abb-82ee-8067ef961803" providerId="ADAL" clId="{A66B22BF-3ECB-440B-84D1-C93321C9DD49}" dt="2026-10-22T07:37:40.488" v="1021" actId="1076"/>
          <ac:spMkLst>
            <pc:docMk/>
            <pc:sldMk cId="2677888613" sldId="264"/>
            <ac:spMk id="4" creationId="{00000000-0000-0000-0000-000000000000}"/>
          </ac:spMkLst>
        </pc:spChg>
        <pc:spChg chg="mod">
          <ac:chgData name="Sune Djurhuus" userId="0bcb62a1-eba1-4abb-82ee-8067ef961803" providerId="ADAL" clId="{A66B22BF-3ECB-440B-84D1-C93321C9DD49}" dt="2026-09-28T21:18:00.778" v="617" actId="1036"/>
          <ac:spMkLst>
            <pc:docMk/>
            <pc:sldMk cId="2677888613" sldId="264"/>
            <ac:spMk id="6" creationId="{00000000-0000-0000-0000-000000000000}"/>
          </ac:spMkLst>
        </pc:spChg>
        <pc:spChg chg="mod">
          <ac:chgData name="Sune Djurhuus" userId="0bcb62a1-eba1-4abb-82ee-8067ef961803" providerId="ADAL" clId="{A66B22BF-3ECB-440B-84D1-C93321C9DD49}" dt="2026-09-28T21:19:12.240" v="674" actId="26606"/>
          <ac:spMkLst>
            <pc:docMk/>
            <pc:sldMk cId="2677888613" sldId="264"/>
            <ac:spMk id="9" creationId="{00000000-0000-0000-0000-000000000000}"/>
          </ac:spMkLst>
        </pc:spChg>
        <pc:spChg chg="mod">
          <ac:chgData name="Sune Djurhuus" userId="0bcb62a1-eba1-4abb-82ee-8067ef961803" providerId="ADAL" clId="{A66B22BF-3ECB-440B-84D1-C93321C9DD49}" dt="2026-09-28T21:05:12.439" v="140" actId="27636"/>
          <ac:spMkLst>
            <pc:docMk/>
            <pc:sldMk cId="2677888613" sldId="264"/>
            <ac:spMk id="10" creationId="{00000000-0000-0000-0000-000000000000}"/>
          </ac:spMkLst>
        </pc:spChg>
        <pc:spChg chg="mod">
          <ac:chgData name="Sune Djurhuus" userId="0bcb62a1-eba1-4abb-82ee-8067ef961803" providerId="ADAL" clId="{A66B22BF-3ECB-440B-84D1-C93321C9DD49}" dt="2026-09-28T21:27:48.633" v="797" actId="255"/>
          <ac:spMkLst>
            <pc:docMk/>
            <pc:sldMk cId="2677888613" sldId="264"/>
            <ac:spMk id="12" creationId="{00000000-0000-0000-0000-000000000000}"/>
          </ac:spMkLst>
        </pc:spChg>
        <pc:spChg chg="mod">
          <ac:chgData name="Sune Djurhuus" userId="0bcb62a1-eba1-4abb-82ee-8067ef961803" providerId="ADAL" clId="{A66B22BF-3ECB-440B-84D1-C93321C9DD49}" dt="2026-09-28T21:19:12.240" v="674" actId="26606"/>
          <ac:spMkLst>
            <pc:docMk/>
            <pc:sldMk cId="2677888613" sldId="264"/>
            <ac:spMk id="14" creationId="{00000000-0000-0000-0000-000000000000}"/>
          </ac:spMkLst>
        </pc:spChg>
        <pc:spChg chg="mod">
          <ac:chgData name="Sune Djurhuus" userId="0bcb62a1-eba1-4abb-82ee-8067ef961803" providerId="ADAL" clId="{A66B22BF-3ECB-440B-84D1-C93321C9DD49}" dt="2026-09-28T21:05:12.437" v="139" actId="27636"/>
          <ac:spMkLst>
            <pc:docMk/>
            <pc:sldMk cId="2677888613" sldId="264"/>
            <ac:spMk id="15" creationId="{00000000-0000-0000-0000-000000000000}"/>
          </ac:spMkLst>
        </pc:spChg>
        <pc:spChg chg="mod">
          <ac:chgData name="Sune Djurhuus" userId="0bcb62a1-eba1-4abb-82ee-8067ef961803" providerId="ADAL" clId="{A66B22BF-3ECB-440B-84D1-C93321C9DD49}" dt="2026-09-28T21:27:54.305" v="798" actId="255"/>
          <ac:spMkLst>
            <pc:docMk/>
            <pc:sldMk cId="2677888613" sldId="264"/>
            <ac:spMk id="17" creationId="{00000000-0000-0000-0000-000000000000}"/>
          </ac:spMkLst>
        </pc:spChg>
        <pc:spChg chg="mod">
          <ac:chgData name="Sune Djurhuus" userId="0bcb62a1-eba1-4abb-82ee-8067ef961803" providerId="ADAL" clId="{A66B22BF-3ECB-440B-84D1-C93321C9DD49}" dt="2026-09-28T21:19:12.240" v="674" actId="26606"/>
          <ac:spMkLst>
            <pc:docMk/>
            <pc:sldMk cId="2677888613" sldId="264"/>
            <ac:spMk id="19" creationId="{00000000-0000-0000-0000-000000000000}"/>
          </ac:spMkLst>
        </pc:spChg>
        <pc:spChg chg="mod">
          <ac:chgData name="Sune Djurhuus" userId="0bcb62a1-eba1-4abb-82ee-8067ef961803" providerId="ADAL" clId="{A66B22BF-3ECB-440B-84D1-C93321C9DD49}" dt="2026-09-28T21:05:12.443" v="141" actId="27636"/>
          <ac:spMkLst>
            <pc:docMk/>
            <pc:sldMk cId="2677888613" sldId="264"/>
            <ac:spMk id="20" creationId="{00000000-0000-0000-0000-000000000000}"/>
          </ac:spMkLst>
        </pc:spChg>
        <pc:spChg chg="mod">
          <ac:chgData name="Sune Djurhuus" userId="0bcb62a1-eba1-4abb-82ee-8067ef961803" providerId="ADAL" clId="{A66B22BF-3ECB-440B-84D1-C93321C9DD49}" dt="2026-09-28T21:27:59.310" v="799" actId="255"/>
          <ac:spMkLst>
            <pc:docMk/>
            <pc:sldMk cId="2677888613" sldId="264"/>
            <ac:spMk id="22" creationId="{00000000-0000-0000-0000-000000000000}"/>
          </ac:spMkLst>
        </pc:spChg>
        <pc:spChg chg="mod">
          <ac:chgData name="Sune Djurhuus" userId="0bcb62a1-eba1-4abb-82ee-8067ef961803" providerId="ADAL" clId="{A66B22BF-3ECB-440B-84D1-C93321C9DD49}" dt="2026-09-28T21:05:11.601" v="1" actId="26606"/>
          <ac:spMkLst>
            <pc:docMk/>
            <pc:sldMk cId="2677888613" sldId="264"/>
            <ac:spMk id="23" creationId="{00000000-0000-0000-0000-000000000000}"/>
          </ac:spMkLst>
        </pc:spChg>
        <pc:spChg chg="mod">
          <ac:chgData name="Sune Djurhuus" userId="0bcb62a1-eba1-4abb-82ee-8067ef961803" providerId="ADAL" clId="{A66B22BF-3ECB-440B-84D1-C93321C9DD49}" dt="2026-09-28T21:19:12.240" v="674" actId="26606"/>
          <ac:spMkLst>
            <pc:docMk/>
            <pc:sldMk cId="2677888613" sldId="264"/>
            <ac:spMk id="24" creationId="{00000000-0000-0000-0000-000000000000}"/>
          </ac:spMkLst>
        </pc:spChg>
        <pc:spChg chg="mod">
          <ac:chgData name="Sune Djurhuus" userId="0bcb62a1-eba1-4abb-82ee-8067ef961803" providerId="ADAL" clId="{A66B22BF-3ECB-440B-84D1-C93321C9DD49}" dt="2026-09-28T21:05:12.415" v="133" actId="27636"/>
          <ac:spMkLst>
            <pc:docMk/>
            <pc:sldMk cId="2677888613" sldId="264"/>
            <ac:spMk id="25" creationId="{00000000-0000-0000-0000-000000000000}"/>
          </ac:spMkLst>
        </pc:spChg>
        <pc:spChg chg="mod">
          <ac:chgData name="Sune Djurhuus" userId="0bcb62a1-eba1-4abb-82ee-8067ef961803" providerId="ADAL" clId="{A66B22BF-3ECB-440B-84D1-C93321C9DD49}" dt="2026-09-28T21:05:11.601" v="1" actId="26606"/>
          <ac:spMkLst>
            <pc:docMk/>
            <pc:sldMk cId="2677888613" sldId="264"/>
            <ac:spMk id="26" creationId="{00000000-0000-0000-0000-000000000000}"/>
          </ac:spMkLst>
        </pc:spChg>
        <pc:spChg chg="mod">
          <ac:chgData name="Sune Djurhuus" userId="0bcb62a1-eba1-4abb-82ee-8067ef961803" providerId="ADAL" clId="{A66B22BF-3ECB-440B-84D1-C93321C9DD49}" dt="2026-09-28T21:28:04.247" v="800" actId="255"/>
          <ac:spMkLst>
            <pc:docMk/>
            <pc:sldMk cId="2677888613" sldId="264"/>
            <ac:spMk id="27" creationId="{00000000-0000-0000-0000-000000000000}"/>
          </ac:spMkLst>
        </pc:spChg>
        <pc:spChg chg="mod">
          <ac:chgData name="Sune Djurhuus" userId="0bcb62a1-eba1-4abb-82ee-8067ef961803" providerId="ADAL" clId="{A66B22BF-3ECB-440B-84D1-C93321C9DD49}" dt="2026-09-28T21:19:12.240" v="674" actId="26606"/>
          <ac:spMkLst>
            <pc:docMk/>
            <pc:sldMk cId="2677888613" sldId="264"/>
            <ac:spMk id="29" creationId="{00000000-0000-0000-0000-000000000000}"/>
          </ac:spMkLst>
        </pc:spChg>
        <pc:spChg chg="mod">
          <ac:chgData name="Sune Djurhuus" userId="0bcb62a1-eba1-4abb-82ee-8067ef961803" providerId="ADAL" clId="{A66B22BF-3ECB-440B-84D1-C93321C9DD49}" dt="2026-09-28T21:05:12.409" v="131" actId="27636"/>
          <ac:spMkLst>
            <pc:docMk/>
            <pc:sldMk cId="2677888613" sldId="264"/>
            <ac:spMk id="30" creationId="{00000000-0000-0000-0000-000000000000}"/>
          </ac:spMkLst>
        </pc:spChg>
        <pc:spChg chg="mod">
          <ac:chgData name="Sune Djurhuus" userId="0bcb62a1-eba1-4abb-82ee-8067ef961803" providerId="ADAL" clId="{A66B22BF-3ECB-440B-84D1-C93321C9DD49}" dt="2026-09-28T21:05:11.601" v="1" actId="26606"/>
          <ac:spMkLst>
            <pc:docMk/>
            <pc:sldMk cId="2677888613" sldId="264"/>
            <ac:spMk id="31" creationId="{00000000-0000-0000-0000-000000000000}"/>
          </ac:spMkLst>
        </pc:spChg>
        <pc:spChg chg="mod">
          <ac:chgData name="Sune Djurhuus" userId="0bcb62a1-eba1-4abb-82ee-8067ef961803" providerId="ADAL" clId="{A66B22BF-3ECB-440B-84D1-C93321C9DD49}" dt="2026-09-28T21:28:09.257" v="801" actId="255"/>
          <ac:spMkLst>
            <pc:docMk/>
            <pc:sldMk cId="2677888613" sldId="264"/>
            <ac:spMk id="32" creationId="{00000000-0000-0000-0000-000000000000}"/>
          </ac:spMkLst>
        </pc:spChg>
        <pc:spChg chg="mod">
          <ac:chgData name="Sune Djurhuus" userId="0bcb62a1-eba1-4abb-82ee-8067ef961803" providerId="ADAL" clId="{A66B22BF-3ECB-440B-84D1-C93321C9DD49}" dt="2026-09-28T21:19:12.240" v="674" actId="26606"/>
          <ac:spMkLst>
            <pc:docMk/>
            <pc:sldMk cId="2677888613" sldId="264"/>
            <ac:spMk id="34" creationId="{00000000-0000-0000-0000-000000000000}"/>
          </ac:spMkLst>
        </pc:spChg>
        <pc:spChg chg="mod">
          <ac:chgData name="Sune Djurhuus" userId="0bcb62a1-eba1-4abb-82ee-8067ef961803" providerId="ADAL" clId="{A66B22BF-3ECB-440B-84D1-C93321C9DD49}" dt="2026-09-28T21:05:12.419" v="134" actId="27636"/>
          <ac:spMkLst>
            <pc:docMk/>
            <pc:sldMk cId="2677888613" sldId="264"/>
            <ac:spMk id="35" creationId="{00000000-0000-0000-0000-000000000000}"/>
          </ac:spMkLst>
        </pc:spChg>
        <pc:spChg chg="mod">
          <ac:chgData name="Sune Djurhuus" userId="0bcb62a1-eba1-4abb-82ee-8067ef961803" providerId="ADAL" clId="{A66B22BF-3ECB-440B-84D1-C93321C9DD49}" dt="2026-09-28T21:28:17.822" v="802" actId="255"/>
          <ac:spMkLst>
            <pc:docMk/>
            <pc:sldMk cId="2677888613" sldId="264"/>
            <ac:spMk id="37" creationId="{00000000-0000-0000-0000-000000000000}"/>
          </ac:spMkLst>
        </pc:spChg>
        <pc:spChg chg="mod">
          <ac:chgData name="Sune Djurhuus" userId="0bcb62a1-eba1-4abb-82ee-8067ef961803" providerId="ADAL" clId="{A66B22BF-3ECB-440B-84D1-C93321C9DD49}" dt="2026-09-28T21:05:11.601" v="1" actId="26606"/>
          <ac:spMkLst>
            <pc:docMk/>
            <pc:sldMk cId="2677888613" sldId="264"/>
            <ac:spMk id="39" creationId="{00000000-0000-0000-0000-000000000000}"/>
          </ac:spMkLst>
        </pc:spChg>
        <pc:spChg chg="mod">
          <ac:chgData name="Sune Djurhuus" userId="0bcb62a1-eba1-4abb-82ee-8067ef961803" providerId="ADAL" clId="{A66B22BF-3ECB-440B-84D1-C93321C9DD49}" dt="2026-09-28T21:05:12.412" v="132" actId="27636"/>
          <ac:spMkLst>
            <pc:docMk/>
            <pc:sldMk cId="2677888613" sldId="264"/>
            <ac:spMk id="40" creationId="{00000000-0000-0000-0000-000000000000}"/>
          </ac:spMkLst>
        </pc:spChg>
        <pc:spChg chg="mod">
          <ac:chgData name="Sune Djurhuus" userId="0bcb62a1-eba1-4abb-82ee-8067ef961803" providerId="ADAL" clId="{A66B22BF-3ECB-440B-84D1-C93321C9DD49}" dt="2026-09-28T21:05:12.384" v="128" actId="27636"/>
          <ac:spMkLst>
            <pc:docMk/>
            <pc:sldMk cId="2677888613" sldId="264"/>
            <ac:spMk id="42" creationId="{00000000-0000-0000-0000-000000000000}"/>
          </ac:spMkLst>
        </pc:spChg>
        <pc:spChg chg="mod">
          <ac:chgData name="Sune Djurhuus" userId="0bcb62a1-eba1-4abb-82ee-8067ef961803" providerId="ADAL" clId="{A66B22BF-3ECB-440B-84D1-C93321C9DD49}" dt="2026-09-28T21:05:12.422" v="135" actId="27636"/>
          <ac:spMkLst>
            <pc:docMk/>
            <pc:sldMk cId="2677888613" sldId="264"/>
            <ac:spMk id="48" creationId="{00000000-0000-0000-0000-000000000000}"/>
          </ac:spMkLst>
        </pc:spChg>
        <pc:spChg chg="mod">
          <ac:chgData name="Sune Djurhuus" userId="0bcb62a1-eba1-4abb-82ee-8067ef961803" providerId="ADAL" clId="{A66B22BF-3ECB-440B-84D1-C93321C9DD49}" dt="2026-09-28T21:05:12.436" v="138" actId="27636"/>
          <ac:spMkLst>
            <pc:docMk/>
            <pc:sldMk cId="2677888613" sldId="264"/>
            <ac:spMk id="52" creationId="{00000000-0000-0000-0000-000000000000}"/>
          </ac:spMkLst>
        </pc:spChg>
        <pc:spChg chg="mod">
          <ac:chgData name="Sune Djurhuus" userId="0bcb62a1-eba1-4abb-82ee-8067ef961803" providerId="ADAL" clId="{A66B22BF-3ECB-440B-84D1-C93321C9DD49}" dt="2026-09-28T21:05:12.445" v="142" actId="27636"/>
          <ac:spMkLst>
            <pc:docMk/>
            <pc:sldMk cId="2677888613" sldId="264"/>
            <ac:spMk id="53" creationId="{00000000-0000-0000-0000-000000000000}"/>
          </ac:spMkLst>
        </pc:spChg>
        <pc:spChg chg="mod">
          <ac:chgData name="Sune Djurhuus" userId="0bcb62a1-eba1-4abb-82ee-8067ef961803" providerId="ADAL" clId="{A66B22BF-3ECB-440B-84D1-C93321C9DD49}" dt="2026-09-28T21:05:12.432" v="137" actId="27636"/>
          <ac:spMkLst>
            <pc:docMk/>
            <pc:sldMk cId="2677888613" sldId="264"/>
            <ac:spMk id="56" creationId="{00000000-0000-0000-0000-000000000000}"/>
          </ac:spMkLst>
        </pc:spChg>
        <pc:spChg chg="mod">
          <ac:chgData name="Sune Djurhuus" userId="0bcb62a1-eba1-4abb-82ee-8067ef961803" providerId="ADAL" clId="{A66B22BF-3ECB-440B-84D1-C93321C9DD49}" dt="2026-09-28T21:05:12.368" v="125" actId="27636"/>
          <ac:spMkLst>
            <pc:docMk/>
            <pc:sldMk cId="2677888613" sldId="264"/>
            <ac:spMk id="57" creationId="{00000000-0000-0000-0000-000000000000}"/>
          </ac:spMkLst>
        </pc:spChg>
        <pc:spChg chg="add mod">
          <ac:chgData name="Sune Djurhuus" userId="0bcb62a1-eba1-4abb-82ee-8067ef961803" providerId="ADAL" clId="{A66B22BF-3ECB-440B-84D1-C93321C9DD49}" dt="2026-09-28T21:19:12.240" v="674" actId="26606"/>
          <ac:spMkLst>
            <pc:docMk/>
            <pc:sldMk cId="2677888613" sldId="264"/>
            <ac:spMk id="58" creationId="{00000000-0000-0000-0000-000000000000}"/>
          </ac:spMkLst>
        </pc:spChg>
      </pc:sldChg>
      <pc:sldChg chg="delSp modSp mod setBg modClrScheme chgLayout modNotes">
        <pc:chgData name="Sune Djurhuus" userId="0bcb62a1-eba1-4abb-82ee-8067ef961803" providerId="ADAL" clId="{A66B22BF-3ECB-440B-84D1-C93321C9DD49}" dt="2026-10-22T07:30:29.039" v="940"/>
        <pc:sldMkLst>
          <pc:docMk/>
          <pc:sldMk cId="3638030951" sldId="265"/>
        </pc:sldMkLst>
        <pc:spChg chg="mod">
          <ac:chgData name="Sune Djurhuus" userId="0bcb62a1-eba1-4abb-82ee-8067ef961803" providerId="ADAL" clId="{A66B22BF-3ECB-440B-84D1-C93321C9DD49}" dt="2026-09-28T21:09:42.556" v="352" actId="27636"/>
          <ac:spMkLst>
            <pc:docMk/>
            <pc:sldMk cId="3638030951" sldId="265"/>
            <ac:spMk id="2" creationId="{00000000-0000-0000-0000-000000000000}"/>
          </ac:spMkLst>
        </pc:spChg>
        <pc:spChg chg="mod">
          <ac:chgData name="Sune Djurhuus" userId="0bcb62a1-eba1-4abb-82ee-8067ef961803" providerId="ADAL" clId="{A66B22BF-3ECB-440B-84D1-C93321C9DD49}" dt="2026-09-28T21:09:54.867" v="372" actId="1035"/>
          <ac:spMkLst>
            <pc:docMk/>
            <pc:sldMk cId="3638030951" sldId="265"/>
            <ac:spMk id="3" creationId="{00000000-0000-0000-0000-000000000000}"/>
          </ac:spMkLst>
        </pc:spChg>
        <pc:spChg chg="mod">
          <ac:chgData name="Sune Djurhuus" userId="0bcb62a1-eba1-4abb-82ee-8067ef961803" providerId="ADAL" clId="{A66B22BF-3ECB-440B-84D1-C93321C9DD49}" dt="2026-09-28T21:05:11.601" v="1" actId="26606"/>
          <ac:spMkLst>
            <pc:docMk/>
            <pc:sldMk cId="3638030951" sldId="265"/>
            <ac:spMk id="4" creationId="{00000000-0000-0000-0000-000000000000}"/>
          </ac:spMkLst>
        </pc:spChg>
        <pc:spChg chg="mod">
          <ac:chgData name="Sune Djurhuus" userId="0bcb62a1-eba1-4abb-82ee-8067ef961803" providerId="ADAL" clId="{A66B22BF-3ECB-440B-84D1-C93321C9DD49}" dt="2026-09-28T21:13:23.655" v="586" actId="1038"/>
          <ac:spMkLst>
            <pc:docMk/>
            <pc:sldMk cId="3638030951" sldId="265"/>
            <ac:spMk id="6" creationId="{00000000-0000-0000-0000-000000000000}"/>
          </ac:spMkLst>
        </pc:spChg>
        <pc:spChg chg="mod">
          <ac:chgData name="Sune Djurhuus" userId="0bcb62a1-eba1-4abb-82ee-8067ef961803" providerId="ADAL" clId="{A66B22BF-3ECB-440B-84D1-C93321C9DD49}" dt="2026-09-28T21:19:12.240" v="674" actId="26606"/>
          <ac:spMkLst>
            <pc:docMk/>
            <pc:sldMk cId="3638030951" sldId="265"/>
            <ac:spMk id="8" creationId="{00000000-0000-0000-0000-000000000000}"/>
          </ac:spMkLst>
        </pc:spChg>
        <pc:spChg chg="mod">
          <ac:chgData name="Sune Djurhuus" userId="0bcb62a1-eba1-4abb-82ee-8067ef961803" providerId="ADAL" clId="{A66B22BF-3ECB-440B-84D1-C93321C9DD49}" dt="2026-09-28T21:05:12.504" v="159" actId="27636"/>
          <ac:spMkLst>
            <pc:docMk/>
            <pc:sldMk cId="3638030951" sldId="265"/>
            <ac:spMk id="9" creationId="{00000000-0000-0000-0000-000000000000}"/>
          </ac:spMkLst>
        </pc:spChg>
        <pc:spChg chg="mod">
          <ac:chgData name="Sune Djurhuus" userId="0bcb62a1-eba1-4abb-82ee-8067ef961803" providerId="ADAL" clId="{A66B22BF-3ECB-440B-84D1-C93321C9DD49}" dt="2026-09-28T21:05:12.470" v="145" actId="27636"/>
          <ac:spMkLst>
            <pc:docMk/>
            <pc:sldMk cId="3638030951" sldId="265"/>
            <ac:spMk id="11" creationId="{00000000-0000-0000-0000-000000000000}"/>
          </ac:spMkLst>
        </pc:spChg>
        <pc:spChg chg="mod">
          <ac:chgData name="Sune Djurhuus" userId="0bcb62a1-eba1-4abb-82ee-8067ef961803" providerId="ADAL" clId="{A66B22BF-3ECB-440B-84D1-C93321C9DD49}" dt="2026-09-28T21:14:40.904" v="606" actId="1076"/>
          <ac:spMkLst>
            <pc:docMk/>
            <pc:sldMk cId="3638030951" sldId="265"/>
            <ac:spMk id="13" creationId="{00000000-0000-0000-0000-000000000000}"/>
          </ac:spMkLst>
        </pc:spChg>
        <pc:spChg chg="mod">
          <ac:chgData name="Sune Djurhuus" userId="0bcb62a1-eba1-4abb-82ee-8067ef961803" providerId="ADAL" clId="{A66B22BF-3ECB-440B-84D1-C93321C9DD49}" dt="2026-09-28T21:05:12.502" v="158" actId="27636"/>
          <ac:spMkLst>
            <pc:docMk/>
            <pc:sldMk cId="3638030951" sldId="265"/>
            <ac:spMk id="14" creationId="{00000000-0000-0000-0000-000000000000}"/>
          </ac:spMkLst>
        </pc:spChg>
        <pc:spChg chg="mod">
          <ac:chgData name="Sune Djurhuus" userId="0bcb62a1-eba1-4abb-82ee-8067ef961803" providerId="ADAL" clId="{A66B22BF-3ECB-440B-84D1-C93321C9DD49}" dt="2026-09-28T21:14:32.486" v="605" actId="255"/>
          <ac:spMkLst>
            <pc:docMk/>
            <pc:sldMk cId="3638030951" sldId="265"/>
            <ac:spMk id="16" creationId="{00000000-0000-0000-0000-000000000000}"/>
          </ac:spMkLst>
        </pc:spChg>
        <pc:spChg chg="mod">
          <ac:chgData name="Sune Djurhuus" userId="0bcb62a1-eba1-4abb-82ee-8067ef961803" providerId="ADAL" clId="{A66B22BF-3ECB-440B-84D1-C93321C9DD49}" dt="2026-09-28T21:19:12.240" v="674" actId="26606"/>
          <ac:spMkLst>
            <pc:docMk/>
            <pc:sldMk cId="3638030951" sldId="265"/>
            <ac:spMk id="18" creationId="{00000000-0000-0000-0000-000000000000}"/>
          </ac:spMkLst>
        </pc:spChg>
        <pc:spChg chg="mod">
          <ac:chgData name="Sune Djurhuus" userId="0bcb62a1-eba1-4abb-82ee-8067ef961803" providerId="ADAL" clId="{A66B22BF-3ECB-440B-84D1-C93321C9DD49}" dt="2026-09-28T21:05:12.471" v="146" actId="27636"/>
          <ac:spMkLst>
            <pc:docMk/>
            <pc:sldMk cId="3638030951" sldId="265"/>
            <ac:spMk id="19" creationId="{00000000-0000-0000-0000-000000000000}"/>
          </ac:spMkLst>
        </pc:spChg>
        <pc:spChg chg="mod">
          <ac:chgData name="Sune Djurhuus" userId="0bcb62a1-eba1-4abb-82ee-8067ef961803" providerId="ADAL" clId="{A66B22BF-3ECB-440B-84D1-C93321C9DD49}" dt="2026-09-28T21:05:12.477" v="148" actId="27636"/>
          <ac:spMkLst>
            <pc:docMk/>
            <pc:sldMk cId="3638030951" sldId="265"/>
            <ac:spMk id="21" creationId="{00000000-0000-0000-0000-000000000000}"/>
          </ac:spMkLst>
        </pc:spChg>
        <pc:spChg chg="mod">
          <ac:chgData name="Sune Djurhuus" userId="0bcb62a1-eba1-4abb-82ee-8067ef961803" providerId="ADAL" clId="{A66B22BF-3ECB-440B-84D1-C93321C9DD49}" dt="2026-09-28T21:05:11.601" v="1" actId="26606"/>
          <ac:spMkLst>
            <pc:docMk/>
            <pc:sldMk cId="3638030951" sldId="265"/>
            <ac:spMk id="22" creationId="{00000000-0000-0000-0000-000000000000}"/>
          </ac:spMkLst>
        </pc:spChg>
        <pc:spChg chg="mod">
          <ac:chgData name="Sune Djurhuus" userId="0bcb62a1-eba1-4abb-82ee-8067ef961803" providerId="ADAL" clId="{A66B22BF-3ECB-440B-84D1-C93321C9DD49}" dt="2026-09-28T21:19:12.240" v="674" actId="26606"/>
          <ac:spMkLst>
            <pc:docMk/>
            <pc:sldMk cId="3638030951" sldId="265"/>
            <ac:spMk id="23" creationId="{00000000-0000-0000-0000-000000000000}"/>
          </ac:spMkLst>
        </pc:spChg>
        <pc:spChg chg="mod">
          <ac:chgData name="Sune Djurhuus" userId="0bcb62a1-eba1-4abb-82ee-8067ef961803" providerId="ADAL" clId="{A66B22BF-3ECB-440B-84D1-C93321C9DD49}" dt="2026-09-28T21:05:12.495" v="155" actId="27636"/>
          <ac:spMkLst>
            <pc:docMk/>
            <pc:sldMk cId="3638030951" sldId="265"/>
            <ac:spMk id="24" creationId="{00000000-0000-0000-0000-000000000000}"/>
          </ac:spMkLst>
        </pc:spChg>
        <pc:spChg chg="mod">
          <ac:chgData name="Sune Djurhuus" userId="0bcb62a1-eba1-4abb-82ee-8067ef961803" providerId="ADAL" clId="{A66B22BF-3ECB-440B-84D1-C93321C9DD49}" dt="2026-09-28T21:05:11.601" v="1" actId="26606"/>
          <ac:spMkLst>
            <pc:docMk/>
            <pc:sldMk cId="3638030951" sldId="265"/>
            <ac:spMk id="25" creationId="{00000000-0000-0000-0000-000000000000}"/>
          </ac:spMkLst>
        </pc:spChg>
        <pc:spChg chg="mod">
          <ac:chgData name="Sune Djurhuus" userId="0bcb62a1-eba1-4abb-82ee-8067ef961803" providerId="ADAL" clId="{A66B22BF-3ECB-440B-84D1-C93321C9DD49}" dt="2026-09-28T21:05:12.486" v="151" actId="27636"/>
          <ac:spMkLst>
            <pc:docMk/>
            <pc:sldMk cId="3638030951" sldId="265"/>
            <ac:spMk id="26" creationId="{00000000-0000-0000-0000-000000000000}"/>
          </ac:spMkLst>
        </pc:spChg>
        <pc:spChg chg="mod">
          <ac:chgData name="Sune Djurhuus" userId="0bcb62a1-eba1-4abb-82ee-8067ef961803" providerId="ADAL" clId="{A66B22BF-3ECB-440B-84D1-C93321C9DD49}" dt="2026-09-28T21:05:11.601" v="1" actId="26606"/>
          <ac:spMkLst>
            <pc:docMk/>
            <pc:sldMk cId="3638030951" sldId="265"/>
            <ac:spMk id="27" creationId="{00000000-0000-0000-0000-000000000000}"/>
          </ac:spMkLst>
        </pc:spChg>
        <pc:spChg chg="mod">
          <ac:chgData name="Sune Djurhuus" userId="0bcb62a1-eba1-4abb-82ee-8067ef961803" providerId="ADAL" clId="{A66B22BF-3ECB-440B-84D1-C93321C9DD49}" dt="2026-09-28T21:19:12.240" v="674" actId="26606"/>
          <ac:spMkLst>
            <pc:docMk/>
            <pc:sldMk cId="3638030951" sldId="265"/>
            <ac:spMk id="28" creationId="{00000000-0000-0000-0000-000000000000}"/>
          </ac:spMkLst>
        </pc:spChg>
        <pc:spChg chg="mod">
          <ac:chgData name="Sune Djurhuus" userId="0bcb62a1-eba1-4abb-82ee-8067ef961803" providerId="ADAL" clId="{A66B22BF-3ECB-440B-84D1-C93321C9DD49}" dt="2026-09-28T21:05:12.500" v="157" actId="27636"/>
          <ac:spMkLst>
            <pc:docMk/>
            <pc:sldMk cId="3638030951" sldId="265"/>
            <ac:spMk id="29" creationId="{00000000-0000-0000-0000-000000000000}"/>
          </ac:spMkLst>
        </pc:spChg>
        <pc:spChg chg="mod">
          <ac:chgData name="Sune Djurhuus" userId="0bcb62a1-eba1-4abb-82ee-8067ef961803" providerId="ADAL" clId="{A66B22BF-3ECB-440B-84D1-C93321C9DD49}" dt="2026-09-28T21:05:11.601" v="1" actId="26606"/>
          <ac:spMkLst>
            <pc:docMk/>
            <pc:sldMk cId="3638030951" sldId="265"/>
            <ac:spMk id="30" creationId="{00000000-0000-0000-0000-000000000000}"/>
          </ac:spMkLst>
        </pc:spChg>
        <pc:spChg chg="mod">
          <ac:chgData name="Sune Djurhuus" userId="0bcb62a1-eba1-4abb-82ee-8067ef961803" providerId="ADAL" clId="{A66B22BF-3ECB-440B-84D1-C93321C9DD49}" dt="2026-09-28T21:05:12.488" v="152" actId="27636"/>
          <ac:spMkLst>
            <pc:docMk/>
            <pc:sldMk cId="3638030951" sldId="265"/>
            <ac:spMk id="31" creationId="{00000000-0000-0000-0000-000000000000}"/>
          </ac:spMkLst>
        </pc:spChg>
        <pc:spChg chg="mod">
          <ac:chgData name="Sune Djurhuus" userId="0bcb62a1-eba1-4abb-82ee-8067ef961803" providerId="ADAL" clId="{A66B22BF-3ECB-440B-84D1-C93321C9DD49}" dt="2026-09-28T21:19:12.240" v="674" actId="26606"/>
          <ac:spMkLst>
            <pc:docMk/>
            <pc:sldMk cId="3638030951" sldId="265"/>
            <ac:spMk id="33" creationId="{00000000-0000-0000-0000-000000000000}"/>
          </ac:spMkLst>
        </pc:spChg>
        <pc:spChg chg="mod">
          <ac:chgData name="Sune Djurhuus" userId="0bcb62a1-eba1-4abb-82ee-8067ef961803" providerId="ADAL" clId="{A66B22BF-3ECB-440B-84D1-C93321C9DD49}" dt="2026-09-28T21:05:12.493" v="154" actId="27636"/>
          <ac:spMkLst>
            <pc:docMk/>
            <pc:sldMk cId="3638030951" sldId="265"/>
            <ac:spMk id="34" creationId="{00000000-0000-0000-0000-000000000000}"/>
          </ac:spMkLst>
        </pc:spChg>
        <pc:spChg chg="mod">
          <ac:chgData name="Sune Djurhuus" userId="0bcb62a1-eba1-4abb-82ee-8067ef961803" providerId="ADAL" clId="{A66B22BF-3ECB-440B-84D1-C93321C9DD49}" dt="2026-09-28T21:05:12.481" v="149" actId="27636"/>
          <ac:spMkLst>
            <pc:docMk/>
            <pc:sldMk cId="3638030951" sldId="265"/>
            <ac:spMk id="36" creationId="{00000000-0000-0000-0000-000000000000}"/>
          </ac:spMkLst>
        </pc:spChg>
        <pc:spChg chg="mod">
          <ac:chgData name="Sune Djurhuus" userId="0bcb62a1-eba1-4abb-82ee-8067ef961803" providerId="ADAL" clId="{A66B22BF-3ECB-440B-84D1-C93321C9DD49}" dt="2026-09-28T21:06:04.577" v="256" actId="14100"/>
          <ac:spMkLst>
            <pc:docMk/>
            <pc:sldMk cId="3638030951" sldId="265"/>
            <ac:spMk id="37" creationId="{00000000-0000-0000-0000-000000000000}"/>
          </ac:spMkLst>
        </pc:spChg>
        <pc:spChg chg="mod">
          <ac:chgData name="Sune Djurhuus" userId="0bcb62a1-eba1-4abb-82ee-8067ef961803" providerId="ADAL" clId="{A66B22BF-3ECB-440B-84D1-C93321C9DD49}" dt="2026-09-28T21:05:12.483" v="150" actId="27636"/>
          <ac:spMkLst>
            <pc:docMk/>
            <pc:sldMk cId="3638030951" sldId="265"/>
            <ac:spMk id="39" creationId="{00000000-0000-0000-0000-000000000000}"/>
          </ac:spMkLst>
        </pc:spChg>
        <pc:spChg chg="mod">
          <ac:chgData name="Sune Djurhuus" userId="0bcb62a1-eba1-4abb-82ee-8067ef961803" providerId="ADAL" clId="{A66B22BF-3ECB-440B-84D1-C93321C9DD49}" dt="2026-09-28T21:05:12.491" v="153" actId="27636"/>
          <ac:spMkLst>
            <pc:docMk/>
            <pc:sldMk cId="3638030951" sldId="265"/>
            <ac:spMk id="40" creationId="{00000000-0000-0000-0000-000000000000}"/>
          </ac:spMkLst>
        </pc:spChg>
        <pc:spChg chg="mod">
          <ac:chgData name="Sune Djurhuus" userId="0bcb62a1-eba1-4abb-82ee-8067ef961803" providerId="ADAL" clId="{A66B22BF-3ECB-440B-84D1-C93321C9DD49}" dt="2026-09-28T21:05:12.475" v="147" actId="27636"/>
          <ac:spMkLst>
            <pc:docMk/>
            <pc:sldMk cId="3638030951" sldId="265"/>
            <ac:spMk id="50" creationId="{00000000-0000-0000-0000-000000000000}"/>
          </ac:spMkLst>
        </pc:spChg>
        <pc:spChg chg="mod">
          <ac:chgData name="Sune Djurhuus" userId="0bcb62a1-eba1-4abb-82ee-8067ef961803" providerId="ADAL" clId="{A66B22BF-3ECB-440B-84D1-C93321C9DD49}" dt="2026-09-28T21:05:11.601" v="1" actId="26606"/>
          <ac:spMkLst>
            <pc:docMk/>
            <pc:sldMk cId="3638030951" sldId="265"/>
            <ac:spMk id="54" creationId="{00000000-0000-0000-0000-000000000000}"/>
          </ac:spMkLst>
        </pc:spChg>
        <pc:spChg chg="add mod">
          <ac:chgData name="Sune Djurhuus" userId="0bcb62a1-eba1-4abb-82ee-8067ef961803" providerId="ADAL" clId="{A66B22BF-3ECB-440B-84D1-C93321C9DD49}" dt="2026-09-28T21:19:12.240" v="674" actId="26606"/>
          <ac:spMkLst>
            <pc:docMk/>
            <pc:sldMk cId="3638030951" sldId="265"/>
            <ac:spMk id="56" creationId="{00000000-0000-0000-0000-000000000000}"/>
          </ac:spMkLst>
        </pc:spChg>
      </pc:sldChg>
      <pc:sldChg chg="delSp modSp mod setBg modClrScheme chgLayout modNotes">
        <pc:chgData name="Sune Djurhuus" userId="0bcb62a1-eba1-4abb-82ee-8067ef961803" providerId="ADAL" clId="{A66B22BF-3ECB-440B-84D1-C93321C9DD49}" dt="2026-10-22T07:30:29.039" v="940"/>
        <pc:sldMkLst>
          <pc:docMk/>
          <pc:sldMk cId="4169457836" sldId="266"/>
        </pc:sldMkLst>
        <pc:spChg chg="mod">
          <ac:chgData name="Sune Djurhuus" userId="0bcb62a1-eba1-4abb-82ee-8067ef961803" providerId="ADAL" clId="{A66B22BF-3ECB-440B-84D1-C93321C9DD49}" dt="2026-09-28T21:10:12.587" v="390" actId="1035"/>
          <ac:spMkLst>
            <pc:docMk/>
            <pc:sldMk cId="4169457836" sldId="266"/>
            <ac:spMk id="3" creationId="{00000000-0000-0000-0000-000000000000}"/>
          </ac:spMkLst>
        </pc:spChg>
        <pc:spChg chg="mod">
          <ac:chgData name="Sune Djurhuus" userId="0bcb62a1-eba1-4abb-82ee-8067ef961803" providerId="ADAL" clId="{A66B22BF-3ECB-440B-84D1-C93321C9DD49}" dt="2026-09-28T21:13:05.423" v="569" actId="1038"/>
          <ac:spMkLst>
            <pc:docMk/>
            <pc:sldMk cId="4169457836" sldId="266"/>
            <ac:spMk id="6" creationId="{00000000-0000-0000-0000-000000000000}"/>
          </ac:spMkLst>
        </pc:spChg>
        <pc:spChg chg="mod">
          <ac:chgData name="Sune Djurhuus" userId="0bcb62a1-eba1-4abb-82ee-8067ef961803" providerId="ADAL" clId="{A66B22BF-3ECB-440B-84D1-C93321C9DD49}" dt="2026-09-28T21:19:12.240" v="674" actId="26606"/>
          <ac:spMkLst>
            <pc:docMk/>
            <pc:sldMk cId="4169457836" sldId="266"/>
            <ac:spMk id="8" creationId="{00000000-0000-0000-0000-000000000000}"/>
          </ac:spMkLst>
        </pc:spChg>
        <pc:spChg chg="mod">
          <ac:chgData name="Sune Djurhuus" userId="0bcb62a1-eba1-4abb-82ee-8067ef961803" providerId="ADAL" clId="{A66B22BF-3ECB-440B-84D1-C93321C9DD49}" dt="2026-09-28T21:05:12.522" v="163" actId="27636"/>
          <ac:spMkLst>
            <pc:docMk/>
            <pc:sldMk cId="4169457836" sldId="266"/>
            <ac:spMk id="9" creationId="{00000000-0000-0000-0000-000000000000}"/>
          </ac:spMkLst>
        </pc:spChg>
        <pc:spChg chg="mod">
          <ac:chgData name="Sune Djurhuus" userId="0bcb62a1-eba1-4abb-82ee-8067ef961803" providerId="ADAL" clId="{A66B22BF-3ECB-440B-84D1-C93321C9DD49}" dt="2026-09-28T21:05:11.601" v="1" actId="26606"/>
          <ac:spMkLst>
            <pc:docMk/>
            <pc:sldMk cId="4169457836" sldId="266"/>
            <ac:spMk id="10" creationId="{00000000-0000-0000-0000-000000000000}"/>
          </ac:spMkLst>
        </pc:spChg>
        <pc:spChg chg="mod">
          <ac:chgData name="Sune Djurhuus" userId="0bcb62a1-eba1-4abb-82ee-8067ef961803" providerId="ADAL" clId="{A66B22BF-3ECB-440B-84D1-C93321C9DD49}" dt="2026-09-28T21:28:34.939" v="803" actId="255"/>
          <ac:spMkLst>
            <pc:docMk/>
            <pc:sldMk cId="4169457836" sldId="266"/>
            <ac:spMk id="11" creationId="{00000000-0000-0000-0000-000000000000}"/>
          </ac:spMkLst>
        </pc:spChg>
        <pc:spChg chg="mod">
          <ac:chgData name="Sune Djurhuus" userId="0bcb62a1-eba1-4abb-82ee-8067ef961803" providerId="ADAL" clId="{A66B22BF-3ECB-440B-84D1-C93321C9DD49}" dt="2026-09-28T21:19:12.240" v="674" actId="26606"/>
          <ac:spMkLst>
            <pc:docMk/>
            <pc:sldMk cId="4169457836" sldId="266"/>
            <ac:spMk id="13" creationId="{00000000-0000-0000-0000-000000000000}"/>
          </ac:spMkLst>
        </pc:spChg>
        <pc:spChg chg="mod">
          <ac:chgData name="Sune Djurhuus" userId="0bcb62a1-eba1-4abb-82ee-8067ef961803" providerId="ADAL" clId="{A66B22BF-3ECB-440B-84D1-C93321C9DD49}" dt="2026-09-28T21:05:12.533" v="168" actId="27636"/>
          <ac:spMkLst>
            <pc:docMk/>
            <pc:sldMk cId="4169457836" sldId="266"/>
            <ac:spMk id="14" creationId="{00000000-0000-0000-0000-000000000000}"/>
          </ac:spMkLst>
        </pc:spChg>
        <pc:spChg chg="mod">
          <ac:chgData name="Sune Djurhuus" userId="0bcb62a1-eba1-4abb-82ee-8067ef961803" providerId="ADAL" clId="{A66B22BF-3ECB-440B-84D1-C93321C9DD49}" dt="2026-09-28T21:28:41.463" v="804" actId="255"/>
          <ac:spMkLst>
            <pc:docMk/>
            <pc:sldMk cId="4169457836" sldId="266"/>
            <ac:spMk id="16" creationId="{00000000-0000-0000-0000-000000000000}"/>
          </ac:spMkLst>
        </pc:spChg>
        <pc:spChg chg="mod">
          <ac:chgData name="Sune Djurhuus" userId="0bcb62a1-eba1-4abb-82ee-8067ef961803" providerId="ADAL" clId="{A66B22BF-3ECB-440B-84D1-C93321C9DD49}" dt="2026-09-28T21:19:12.240" v="674" actId="26606"/>
          <ac:spMkLst>
            <pc:docMk/>
            <pc:sldMk cId="4169457836" sldId="266"/>
            <ac:spMk id="18" creationId="{00000000-0000-0000-0000-000000000000}"/>
          </ac:spMkLst>
        </pc:spChg>
        <pc:spChg chg="mod">
          <ac:chgData name="Sune Djurhuus" userId="0bcb62a1-eba1-4abb-82ee-8067ef961803" providerId="ADAL" clId="{A66B22BF-3ECB-440B-84D1-C93321C9DD49}" dt="2026-09-28T21:05:12.570" v="175" actId="27636"/>
          <ac:spMkLst>
            <pc:docMk/>
            <pc:sldMk cId="4169457836" sldId="266"/>
            <ac:spMk id="19" creationId="{00000000-0000-0000-0000-000000000000}"/>
          </ac:spMkLst>
        </pc:spChg>
        <pc:spChg chg="mod">
          <ac:chgData name="Sune Djurhuus" userId="0bcb62a1-eba1-4abb-82ee-8067ef961803" providerId="ADAL" clId="{A66B22BF-3ECB-440B-84D1-C93321C9DD49}" dt="2026-09-28T21:28:45.809" v="805" actId="255"/>
          <ac:spMkLst>
            <pc:docMk/>
            <pc:sldMk cId="4169457836" sldId="266"/>
            <ac:spMk id="21" creationId="{00000000-0000-0000-0000-000000000000}"/>
          </ac:spMkLst>
        </pc:spChg>
        <pc:spChg chg="mod">
          <ac:chgData name="Sune Djurhuus" userId="0bcb62a1-eba1-4abb-82ee-8067ef961803" providerId="ADAL" clId="{A66B22BF-3ECB-440B-84D1-C93321C9DD49}" dt="2026-09-28T21:19:12.240" v="674" actId="26606"/>
          <ac:spMkLst>
            <pc:docMk/>
            <pc:sldMk cId="4169457836" sldId="266"/>
            <ac:spMk id="23" creationId="{00000000-0000-0000-0000-000000000000}"/>
          </ac:spMkLst>
        </pc:spChg>
        <pc:spChg chg="mod">
          <ac:chgData name="Sune Djurhuus" userId="0bcb62a1-eba1-4abb-82ee-8067ef961803" providerId="ADAL" clId="{A66B22BF-3ECB-440B-84D1-C93321C9DD49}" dt="2026-09-28T21:05:12.530" v="167" actId="27636"/>
          <ac:spMkLst>
            <pc:docMk/>
            <pc:sldMk cId="4169457836" sldId="266"/>
            <ac:spMk id="24" creationId="{00000000-0000-0000-0000-000000000000}"/>
          </ac:spMkLst>
        </pc:spChg>
        <pc:spChg chg="mod">
          <ac:chgData name="Sune Djurhuus" userId="0bcb62a1-eba1-4abb-82ee-8067ef961803" providerId="ADAL" clId="{A66B22BF-3ECB-440B-84D1-C93321C9DD49}" dt="2026-09-28T21:28:51.644" v="806" actId="255"/>
          <ac:spMkLst>
            <pc:docMk/>
            <pc:sldMk cId="4169457836" sldId="266"/>
            <ac:spMk id="26" creationId="{00000000-0000-0000-0000-000000000000}"/>
          </ac:spMkLst>
        </pc:spChg>
        <pc:spChg chg="mod">
          <ac:chgData name="Sune Djurhuus" userId="0bcb62a1-eba1-4abb-82ee-8067ef961803" providerId="ADAL" clId="{A66B22BF-3ECB-440B-84D1-C93321C9DD49}" dt="2026-09-28T21:05:11.601" v="1" actId="26606"/>
          <ac:spMkLst>
            <pc:docMk/>
            <pc:sldMk cId="4169457836" sldId="266"/>
            <ac:spMk id="27" creationId="{00000000-0000-0000-0000-000000000000}"/>
          </ac:spMkLst>
        </pc:spChg>
        <pc:spChg chg="mod">
          <ac:chgData name="Sune Djurhuus" userId="0bcb62a1-eba1-4abb-82ee-8067ef961803" providerId="ADAL" clId="{A66B22BF-3ECB-440B-84D1-C93321C9DD49}" dt="2026-09-28T21:19:12.240" v="674" actId="26606"/>
          <ac:spMkLst>
            <pc:docMk/>
            <pc:sldMk cId="4169457836" sldId="266"/>
            <ac:spMk id="28" creationId="{00000000-0000-0000-0000-000000000000}"/>
          </ac:spMkLst>
        </pc:spChg>
        <pc:spChg chg="mod">
          <ac:chgData name="Sune Djurhuus" userId="0bcb62a1-eba1-4abb-82ee-8067ef961803" providerId="ADAL" clId="{A66B22BF-3ECB-440B-84D1-C93321C9DD49}" dt="2026-09-28T21:05:12.549" v="172" actId="27636"/>
          <ac:spMkLst>
            <pc:docMk/>
            <pc:sldMk cId="4169457836" sldId="266"/>
            <ac:spMk id="29" creationId="{00000000-0000-0000-0000-000000000000}"/>
          </ac:spMkLst>
        </pc:spChg>
        <pc:spChg chg="mod">
          <ac:chgData name="Sune Djurhuus" userId="0bcb62a1-eba1-4abb-82ee-8067ef961803" providerId="ADAL" clId="{A66B22BF-3ECB-440B-84D1-C93321C9DD49}" dt="2026-09-28T21:28:56.142" v="807" actId="255"/>
          <ac:spMkLst>
            <pc:docMk/>
            <pc:sldMk cId="4169457836" sldId="266"/>
            <ac:spMk id="31" creationId="{00000000-0000-0000-0000-000000000000}"/>
          </ac:spMkLst>
        </pc:spChg>
        <pc:spChg chg="mod">
          <ac:chgData name="Sune Djurhuus" userId="0bcb62a1-eba1-4abb-82ee-8067ef961803" providerId="ADAL" clId="{A66B22BF-3ECB-440B-84D1-C93321C9DD49}" dt="2026-09-28T21:19:12.240" v="674" actId="26606"/>
          <ac:spMkLst>
            <pc:docMk/>
            <pc:sldMk cId="4169457836" sldId="266"/>
            <ac:spMk id="33" creationId="{00000000-0000-0000-0000-000000000000}"/>
          </ac:spMkLst>
        </pc:spChg>
        <pc:spChg chg="mod">
          <ac:chgData name="Sune Djurhuus" userId="0bcb62a1-eba1-4abb-82ee-8067ef961803" providerId="ADAL" clId="{A66B22BF-3ECB-440B-84D1-C93321C9DD49}" dt="2026-09-28T21:05:12.561" v="173" actId="27636"/>
          <ac:spMkLst>
            <pc:docMk/>
            <pc:sldMk cId="4169457836" sldId="266"/>
            <ac:spMk id="34" creationId="{00000000-0000-0000-0000-000000000000}"/>
          </ac:spMkLst>
        </pc:spChg>
        <pc:spChg chg="mod">
          <ac:chgData name="Sune Djurhuus" userId="0bcb62a1-eba1-4abb-82ee-8067ef961803" providerId="ADAL" clId="{A66B22BF-3ECB-440B-84D1-C93321C9DD49}" dt="2026-09-28T21:29:04.305" v="808" actId="255"/>
          <ac:spMkLst>
            <pc:docMk/>
            <pc:sldMk cId="4169457836" sldId="266"/>
            <ac:spMk id="36" creationId="{00000000-0000-0000-0000-000000000000}"/>
          </ac:spMkLst>
        </pc:spChg>
        <pc:spChg chg="mod">
          <ac:chgData name="Sune Djurhuus" userId="0bcb62a1-eba1-4abb-82ee-8067ef961803" providerId="ADAL" clId="{A66B22BF-3ECB-440B-84D1-C93321C9DD49}" dt="2026-09-28T21:05:11.601" v="1" actId="26606"/>
          <ac:spMkLst>
            <pc:docMk/>
            <pc:sldMk cId="4169457836" sldId="266"/>
            <ac:spMk id="42" creationId="{00000000-0000-0000-0000-000000000000}"/>
          </ac:spMkLst>
        </pc:spChg>
        <pc:spChg chg="mod">
          <ac:chgData name="Sune Djurhuus" userId="0bcb62a1-eba1-4abb-82ee-8067ef961803" providerId="ADAL" clId="{A66B22BF-3ECB-440B-84D1-C93321C9DD49}" dt="2026-09-28T21:05:12.541" v="170" actId="27636"/>
          <ac:spMkLst>
            <pc:docMk/>
            <pc:sldMk cId="4169457836" sldId="266"/>
            <ac:spMk id="44" creationId="{00000000-0000-0000-0000-000000000000}"/>
          </ac:spMkLst>
        </pc:spChg>
        <pc:spChg chg="mod">
          <ac:chgData name="Sune Djurhuus" userId="0bcb62a1-eba1-4abb-82ee-8067ef961803" providerId="ADAL" clId="{A66B22BF-3ECB-440B-84D1-C93321C9DD49}" dt="2026-09-28T21:05:11.601" v="1" actId="26606"/>
          <ac:spMkLst>
            <pc:docMk/>
            <pc:sldMk cId="4169457836" sldId="266"/>
            <ac:spMk id="55" creationId="{00000000-0000-0000-0000-000000000000}"/>
          </ac:spMkLst>
        </pc:spChg>
        <pc:spChg chg="add mod">
          <ac:chgData name="Sune Djurhuus" userId="0bcb62a1-eba1-4abb-82ee-8067ef961803" providerId="ADAL" clId="{A66B22BF-3ECB-440B-84D1-C93321C9DD49}" dt="2026-09-28T21:19:12.240" v="674" actId="26606"/>
          <ac:spMkLst>
            <pc:docMk/>
            <pc:sldMk cId="4169457836" sldId="266"/>
            <ac:spMk id="57" creationId="{00000000-0000-0000-0000-000000000000}"/>
          </ac:spMkLst>
        </pc:spChg>
      </pc:sldChg>
      <pc:sldChg chg="delSp modSp mod ord setBg modClrScheme chgLayout modNotes">
        <pc:chgData name="Sune Djurhuus" userId="0bcb62a1-eba1-4abb-82ee-8067ef961803" providerId="ADAL" clId="{A66B22BF-3ECB-440B-84D1-C93321C9DD49}" dt="2026-10-22T07:33:26.645" v="973"/>
        <pc:sldMkLst>
          <pc:docMk/>
          <pc:sldMk cId="270794691" sldId="267"/>
        </pc:sldMkLst>
        <pc:spChg chg="mod">
          <ac:chgData name="Sune Djurhuus" userId="0bcb62a1-eba1-4abb-82ee-8067ef961803" providerId="ADAL" clId="{A66B22BF-3ECB-440B-84D1-C93321C9DD49}" dt="2026-09-28T21:10:25.510" v="404" actId="1036"/>
          <ac:spMkLst>
            <pc:docMk/>
            <pc:sldMk cId="270794691" sldId="267"/>
            <ac:spMk id="3" creationId="{00000000-0000-0000-0000-000000000000}"/>
          </ac:spMkLst>
        </pc:spChg>
        <pc:spChg chg="mod">
          <ac:chgData name="Sune Djurhuus" userId="0bcb62a1-eba1-4abb-82ee-8067ef961803" providerId="ADAL" clId="{A66B22BF-3ECB-440B-84D1-C93321C9DD49}" dt="2026-09-28T21:12:49.591" v="554" actId="27636"/>
          <ac:spMkLst>
            <pc:docMk/>
            <pc:sldMk cId="270794691" sldId="267"/>
            <ac:spMk id="6" creationId="{00000000-0000-0000-0000-000000000000}"/>
          </ac:spMkLst>
        </pc:spChg>
        <pc:spChg chg="mod">
          <ac:chgData name="Sune Djurhuus" userId="0bcb62a1-eba1-4abb-82ee-8067ef961803" providerId="ADAL" clId="{A66B22BF-3ECB-440B-84D1-C93321C9DD49}" dt="2026-09-28T21:19:12.240" v="674" actId="26606"/>
          <ac:spMkLst>
            <pc:docMk/>
            <pc:sldMk cId="270794691" sldId="267"/>
            <ac:spMk id="8" creationId="{00000000-0000-0000-0000-000000000000}"/>
          </ac:spMkLst>
        </pc:spChg>
        <pc:spChg chg="mod">
          <ac:chgData name="Sune Djurhuus" userId="0bcb62a1-eba1-4abb-82ee-8067ef961803" providerId="ADAL" clId="{A66B22BF-3ECB-440B-84D1-C93321C9DD49}" dt="2026-09-28T21:05:12.671" v="192" actId="27636"/>
          <ac:spMkLst>
            <pc:docMk/>
            <pc:sldMk cId="270794691" sldId="267"/>
            <ac:spMk id="9" creationId="{00000000-0000-0000-0000-000000000000}"/>
          </ac:spMkLst>
        </pc:spChg>
        <pc:spChg chg="mod">
          <ac:chgData name="Sune Djurhuus" userId="0bcb62a1-eba1-4abb-82ee-8067ef961803" providerId="ADAL" clId="{A66B22BF-3ECB-440B-84D1-C93321C9DD49}" dt="2026-09-28T21:05:12.619" v="176" actId="27636"/>
          <ac:spMkLst>
            <pc:docMk/>
            <pc:sldMk cId="270794691" sldId="267"/>
            <ac:spMk id="11" creationId="{00000000-0000-0000-0000-000000000000}"/>
          </ac:spMkLst>
        </pc:spChg>
        <pc:spChg chg="mod">
          <ac:chgData name="Sune Djurhuus" userId="0bcb62a1-eba1-4abb-82ee-8067ef961803" providerId="ADAL" clId="{A66B22BF-3ECB-440B-84D1-C93321C9DD49}" dt="2026-09-28T21:19:12.240" v="674" actId="26606"/>
          <ac:spMkLst>
            <pc:docMk/>
            <pc:sldMk cId="270794691" sldId="267"/>
            <ac:spMk id="13" creationId="{00000000-0000-0000-0000-000000000000}"/>
          </ac:spMkLst>
        </pc:spChg>
        <pc:spChg chg="mod">
          <ac:chgData name="Sune Djurhuus" userId="0bcb62a1-eba1-4abb-82ee-8067ef961803" providerId="ADAL" clId="{A66B22BF-3ECB-440B-84D1-C93321C9DD49}" dt="2026-09-28T21:05:12.638" v="183" actId="27636"/>
          <ac:spMkLst>
            <pc:docMk/>
            <pc:sldMk cId="270794691" sldId="267"/>
            <ac:spMk id="14" creationId="{00000000-0000-0000-0000-000000000000}"/>
          </ac:spMkLst>
        </pc:spChg>
        <pc:spChg chg="mod">
          <ac:chgData name="Sune Djurhuus" userId="0bcb62a1-eba1-4abb-82ee-8067ef961803" providerId="ADAL" clId="{A66B22BF-3ECB-440B-84D1-C93321C9DD49}" dt="2026-09-28T21:05:12.625" v="179" actId="27636"/>
          <ac:spMkLst>
            <pc:docMk/>
            <pc:sldMk cId="270794691" sldId="267"/>
            <ac:spMk id="16" creationId="{00000000-0000-0000-0000-000000000000}"/>
          </ac:spMkLst>
        </pc:spChg>
        <pc:spChg chg="mod">
          <ac:chgData name="Sune Djurhuus" userId="0bcb62a1-eba1-4abb-82ee-8067ef961803" providerId="ADAL" clId="{A66B22BF-3ECB-440B-84D1-C93321C9DD49}" dt="2026-09-28T21:19:12.240" v="674" actId="26606"/>
          <ac:spMkLst>
            <pc:docMk/>
            <pc:sldMk cId="270794691" sldId="267"/>
            <ac:spMk id="18" creationId="{00000000-0000-0000-0000-000000000000}"/>
          </ac:spMkLst>
        </pc:spChg>
        <pc:spChg chg="mod">
          <ac:chgData name="Sune Djurhuus" userId="0bcb62a1-eba1-4abb-82ee-8067ef961803" providerId="ADAL" clId="{A66B22BF-3ECB-440B-84D1-C93321C9DD49}" dt="2026-09-28T21:05:12.641" v="184" actId="27636"/>
          <ac:spMkLst>
            <pc:docMk/>
            <pc:sldMk cId="270794691" sldId="267"/>
            <ac:spMk id="19" creationId="{00000000-0000-0000-0000-000000000000}"/>
          </ac:spMkLst>
        </pc:spChg>
        <pc:spChg chg="mod">
          <ac:chgData name="Sune Djurhuus" userId="0bcb62a1-eba1-4abb-82ee-8067ef961803" providerId="ADAL" clId="{A66B22BF-3ECB-440B-84D1-C93321C9DD49}" dt="2026-09-28T21:05:12.623" v="178" actId="27636"/>
          <ac:spMkLst>
            <pc:docMk/>
            <pc:sldMk cId="270794691" sldId="267"/>
            <ac:spMk id="21" creationId="{00000000-0000-0000-0000-000000000000}"/>
          </ac:spMkLst>
        </pc:spChg>
        <pc:spChg chg="mod">
          <ac:chgData name="Sune Djurhuus" userId="0bcb62a1-eba1-4abb-82ee-8067ef961803" providerId="ADAL" clId="{A66B22BF-3ECB-440B-84D1-C93321C9DD49}" dt="2026-09-28T21:19:12.240" v="674" actId="26606"/>
          <ac:spMkLst>
            <pc:docMk/>
            <pc:sldMk cId="270794691" sldId="267"/>
            <ac:spMk id="23" creationId="{00000000-0000-0000-0000-000000000000}"/>
          </ac:spMkLst>
        </pc:spChg>
        <pc:spChg chg="mod">
          <ac:chgData name="Sune Djurhuus" userId="0bcb62a1-eba1-4abb-82ee-8067ef961803" providerId="ADAL" clId="{A66B22BF-3ECB-440B-84D1-C93321C9DD49}" dt="2026-09-28T21:05:12.630" v="181" actId="27636"/>
          <ac:spMkLst>
            <pc:docMk/>
            <pc:sldMk cId="270794691" sldId="267"/>
            <ac:spMk id="24" creationId="{00000000-0000-0000-0000-000000000000}"/>
          </ac:spMkLst>
        </pc:spChg>
        <pc:spChg chg="mod">
          <ac:chgData name="Sune Djurhuus" userId="0bcb62a1-eba1-4abb-82ee-8067ef961803" providerId="ADAL" clId="{A66B22BF-3ECB-440B-84D1-C93321C9DD49}" dt="2026-09-28T21:05:12.621" v="177" actId="27636"/>
          <ac:spMkLst>
            <pc:docMk/>
            <pc:sldMk cId="270794691" sldId="267"/>
            <ac:spMk id="26" creationId="{00000000-0000-0000-0000-000000000000}"/>
          </ac:spMkLst>
        </pc:spChg>
        <pc:spChg chg="mod">
          <ac:chgData name="Sune Djurhuus" userId="0bcb62a1-eba1-4abb-82ee-8067ef961803" providerId="ADAL" clId="{A66B22BF-3ECB-440B-84D1-C93321C9DD49}" dt="2026-09-28T21:19:12.240" v="674" actId="26606"/>
          <ac:spMkLst>
            <pc:docMk/>
            <pc:sldMk cId="270794691" sldId="267"/>
            <ac:spMk id="28" creationId="{00000000-0000-0000-0000-000000000000}"/>
          </ac:spMkLst>
        </pc:spChg>
        <pc:spChg chg="mod">
          <ac:chgData name="Sune Djurhuus" userId="0bcb62a1-eba1-4abb-82ee-8067ef961803" providerId="ADAL" clId="{A66B22BF-3ECB-440B-84D1-C93321C9DD49}" dt="2026-09-28T21:05:12.646" v="186" actId="27636"/>
          <ac:spMkLst>
            <pc:docMk/>
            <pc:sldMk cId="270794691" sldId="267"/>
            <ac:spMk id="29" creationId="{00000000-0000-0000-0000-000000000000}"/>
          </ac:spMkLst>
        </pc:spChg>
        <pc:spChg chg="mod">
          <ac:chgData name="Sune Djurhuus" userId="0bcb62a1-eba1-4abb-82ee-8067ef961803" providerId="ADAL" clId="{A66B22BF-3ECB-440B-84D1-C93321C9DD49}" dt="2026-09-28T21:05:12.642" v="185" actId="27636"/>
          <ac:spMkLst>
            <pc:docMk/>
            <pc:sldMk cId="270794691" sldId="267"/>
            <ac:spMk id="31" creationId="{00000000-0000-0000-0000-000000000000}"/>
          </ac:spMkLst>
        </pc:spChg>
        <pc:spChg chg="mod">
          <ac:chgData name="Sune Djurhuus" userId="0bcb62a1-eba1-4abb-82ee-8067ef961803" providerId="ADAL" clId="{A66B22BF-3ECB-440B-84D1-C93321C9DD49}" dt="2026-09-28T21:19:12.240" v="674" actId="26606"/>
          <ac:spMkLst>
            <pc:docMk/>
            <pc:sldMk cId="270794691" sldId="267"/>
            <ac:spMk id="33" creationId="{00000000-0000-0000-0000-000000000000}"/>
          </ac:spMkLst>
        </pc:spChg>
        <pc:spChg chg="mod">
          <ac:chgData name="Sune Djurhuus" userId="0bcb62a1-eba1-4abb-82ee-8067ef961803" providerId="ADAL" clId="{A66B22BF-3ECB-440B-84D1-C93321C9DD49}" dt="2026-09-28T21:05:12.627" v="180" actId="27636"/>
          <ac:spMkLst>
            <pc:docMk/>
            <pc:sldMk cId="270794691" sldId="267"/>
            <ac:spMk id="34" creationId="{00000000-0000-0000-0000-000000000000}"/>
          </ac:spMkLst>
        </pc:spChg>
        <pc:spChg chg="mod">
          <ac:chgData name="Sune Djurhuus" userId="0bcb62a1-eba1-4abb-82ee-8067ef961803" providerId="ADAL" clId="{A66B22BF-3ECB-440B-84D1-C93321C9DD49}" dt="2026-09-28T21:29:12.125" v="809" actId="255"/>
          <ac:spMkLst>
            <pc:docMk/>
            <pc:sldMk cId="270794691" sldId="267"/>
            <ac:spMk id="36" creationId="{00000000-0000-0000-0000-000000000000}"/>
          </ac:spMkLst>
        </pc:spChg>
        <pc:spChg chg="mod">
          <ac:chgData name="Sune Djurhuus" userId="0bcb62a1-eba1-4abb-82ee-8067ef961803" providerId="ADAL" clId="{A66B22BF-3ECB-440B-84D1-C93321C9DD49}" dt="2026-09-28T21:06:25.175" v="257" actId="14100"/>
          <ac:spMkLst>
            <pc:docMk/>
            <pc:sldMk cId="270794691" sldId="267"/>
            <ac:spMk id="37" creationId="{00000000-0000-0000-0000-000000000000}"/>
          </ac:spMkLst>
        </pc:spChg>
        <pc:spChg chg="mod">
          <ac:chgData name="Sune Djurhuus" userId="0bcb62a1-eba1-4abb-82ee-8067ef961803" providerId="ADAL" clId="{A66B22BF-3ECB-440B-84D1-C93321C9DD49}" dt="2026-09-28T21:05:11.601" v="1" actId="26606"/>
          <ac:spMkLst>
            <pc:docMk/>
            <pc:sldMk cId="270794691" sldId="267"/>
            <ac:spMk id="40" creationId="{00000000-0000-0000-0000-000000000000}"/>
          </ac:spMkLst>
        </pc:spChg>
        <pc:spChg chg="mod">
          <ac:chgData name="Sune Djurhuus" userId="0bcb62a1-eba1-4abb-82ee-8067ef961803" providerId="ADAL" clId="{A66B22BF-3ECB-440B-84D1-C93321C9DD49}" dt="2026-09-28T21:05:12.657" v="189" actId="27636"/>
          <ac:spMkLst>
            <pc:docMk/>
            <pc:sldMk cId="270794691" sldId="267"/>
            <ac:spMk id="45" creationId="{00000000-0000-0000-0000-000000000000}"/>
          </ac:spMkLst>
        </pc:spChg>
        <pc:spChg chg="mod">
          <ac:chgData name="Sune Djurhuus" userId="0bcb62a1-eba1-4abb-82ee-8067ef961803" providerId="ADAL" clId="{A66B22BF-3ECB-440B-84D1-C93321C9DD49}" dt="2026-09-28T21:05:12.667" v="191" actId="27636"/>
          <ac:spMkLst>
            <pc:docMk/>
            <pc:sldMk cId="270794691" sldId="267"/>
            <ac:spMk id="47" creationId="{00000000-0000-0000-0000-000000000000}"/>
          </ac:spMkLst>
        </pc:spChg>
        <pc:spChg chg="mod">
          <ac:chgData name="Sune Djurhuus" userId="0bcb62a1-eba1-4abb-82ee-8067ef961803" providerId="ADAL" clId="{A66B22BF-3ECB-440B-84D1-C93321C9DD49}" dt="2026-09-28T21:05:11.601" v="1" actId="26606"/>
          <ac:spMkLst>
            <pc:docMk/>
            <pc:sldMk cId="270794691" sldId="267"/>
            <ac:spMk id="48" creationId="{00000000-0000-0000-0000-000000000000}"/>
          </ac:spMkLst>
        </pc:spChg>
        <pc:spChg chg="mod">
          <ac:chgData name="Sune Djurhuus" userId="0bcb62a1-eba1-4abb-82ee-8067ef961803" providerId="ADAL" clId="{A66B22BF-3ECB-440B-84D1-C93321C9DD49}" dt="2026-09-28T21:05:12.654" v="188" actId="27636"/>
          <ac:spMkLst>
            <pc:docMk/>
            <pc:sldMk cId="270794691" sldId="267"/>
            <ac:spMk id="50" creationId="{00000000-0000-0000-0000-000000000000}"/>
          </ac:spMkLst>
        </pc:spChg>
        <pc:spChg chg="mod">
          <ac:chgData name="Sune Djurhuus" userId="0bcb62a1-eba1-4abb-82ee-8067ef961803" providerId="ADAL" clId="{A66B22BF-3ECB-440B-84D1-C93321C9DD49}" dt="2026-09-28T21:05:11.601" v="1" actId="26606"/>
          <ac:spMkLst>
            <pc:docMk/>
            <pc:sldMk cId="270794691" sldId="267"/>
            <ac:spMk id="51" creationId="{00000000-0000-0000-0000-000000000000}"/>
          </ac:spMkLst>
        </pc:spChg>
        <pc:spChg chg="mod">
          <ac:chgData name="Sune Djurhuus" userId="0bcb62a1-eba1-4abb-82ee-8067ef961803" providerId="ADAL" clId="{A66B22BF-3ECB-440B-84D1-C93321C9DD49}" dt="2026-09-28T21:05:12.652" v="187" actId="27636"/>
          <ac:spMkLst>
            <pc:docMk/>
            <pc:sldMk cId="270794691" sldId="267"/>
            <ac:spMk id="53" creationId="{00000000-0000-0000-0000-000000000000}"/>
          </ac:spMkLst>
        </pc:spChg>
        <pc:spChg chg="add mod">
          <ac:chgData name="Sune Djurhuus" userId="0bcb62a1-eba1-4abb-82ee-8067ef961803" providerId="ADAL" clId="{A66B22BF-3ECB-440B-84D1-C93321C9DD49}" dt="2026-09-28T21:19:12.240" v="674" actId="26606"/>
          <ac:spMkLst>
            <pc:docMk/>
            <pc:sldMk cId="270794691" sldId="267"/>
            <ac:spMk id="59" creationId="{00000000-0000-0000-0000-000000000000}"/>
          </ac:spMkLst>
        </pc:spChg>
      </pc:sldChg>
      <pc:sldChg chg="delSp modSp mod setBg modClrScheme chgLayout modNotes">
        <pc:chgData name="Sune Djurhuus" userId="0bcb62a1-eba1-4abb-82ee-8067ef961803" providerId="ADAL" clId="{A66B22BF-3ECB-440B-84D1-C93321C9DD49}" dt="2026-10-22T07:30:29.039" v="940"/>
        <pc:sldMkLst>
          <pc:docMk/>
          <pc:sldMk cId="854388256" sldId="268"/>
        </pc:sldMkLst>
        <pc:spChg chg="mod">
          <ac:chgData name="Sune Djurhuus" userId="0bcb62a1-eba1-4abb-82ee-8067ef961803" providerId="ADAL" clId="{A66B22BF-3ECB-440B-84D1-C93321C9DD49}" dt="2026-09-28T21:10:46.910" v="421" actId="1035"/>
          <ac:spMkLst>
            <pc:docMk/>
            <pc:sldMk cId="854388256" sldId="268"/>
            <ac:spMk id="3" creationId="{00000000-0000-0000-0000-000000000000}"/>
          </ac:spMkLst>
        </pc:spChg>
        <pc:spChg chg="mod">
          <ac:chgData name="Sune Djurhuus" userId="0bcb62a1-eba1-4abb-82ee-8067ef961803" providerId="ADAL" clId="{A66B22BF-3ECB-440B-84D1-C93321C9DD49}" dt="2026-09-28T21:12:31.569" v="541" actId="1035"/>
          <ac:spMkLst>
            <pc:docMk/>
            <pc:sldMk cId="854388256" sldId="268"/>
            <ac:spMk id="6" creationId="{00000000-0000-0000-0000-000000000000}"/>
          </ac:spMkLst>
        </pc:spChg>
        <pc:spChg chg="mod">
          <ac:chgData name="Sune Djurhuus" userId="0bcb62a1-eba1-4abb-82ee-8067ef961803" providerId="ADAL" clId="{A66B22BF-3ECB-440B-84D1-C93321C9DD49}" dt="2026-09-28T21:05:11.601" v="1" actId="26606"/>
          <ac:spMkLst>
            <pc:docMk/>
            <pc:sldMk cId="854388256" sldId="268"/>
            <ac:spMk id="7" creationId="{00000000-0000-0000-0000-000000000000}"/>
          </ac:spMkLst>
        </pc:spChg>
        <pc:spChg chg="mod">
          <ac:chgData name="Sune Djurhuus" userId="0bcb62a1-eba1-4abb-82ee-8067ef961803" providerId="ADAL" clId="{A66B22BF-3ECB-440B-84D1-C93321C9DD49}" dt="2026-09-28T21:19:12.240" v="674" actId="26606"/>
          <ac:spMkLst>
            <pc:docMk/>
            <pc:sldMk cId="854388256" sldId="268"/>
            <ac:spMk id="8" creationId="{00000000-0000-0000-0000-000000000000}"/>
          </ac:spMkLst>
        </pc:spChg>
        <pc:spChg chg="mod">
          <ac:chgData name="Sune Djurhuus" userId="0bcb62a1-eba1-4abb-82ee-8067ef961803" providerId="ADAL" clId="{A66B22BF-3ECB-440B-84D1-C93321C9DD49}" dt="2026-09-28T21:05:12.701" v="198" actId="27636"/>
          <ac:spMkLst>
            <pc:docMk/>
            <pc:sldMk cId="854388256" sldId="268"/>
            <ac:spMk id="9" creationId="{00000000-0000-0000-0000-000000000000}"/>
          </ac:spMkLst>
        </pc:spChg>
        <pc:spChg chg="mod">
          <ac:chgData name="Sune Djurhuus" userId="0bcb62a1-eba1-4abb-82ee-8067ef961803" providerId="ADAL" clId="{A66B22BF-3ECB-440B-84D1-C93321C9DD49}" dt="2026-09-28T21:29:27.573" v="810" actId="255"/>
          <ac:spMkLst>
            <pc:docMk/>
            <pc:sldMk cId="854388256" sldId="268"/>
            <ac:spMk id="11" creationId="{00000000-0000-0000-0000-000000000000}"/>
          </ac:spMkLst>
        </pc:spChg>
        <pc:spChg chg="mod">
          <ac:chgData name="Sune Djurhuus" userId="0bcb62a1-eba1-4abb-82ee-8067ef961803" providerId="ADAL" clId="{A66B22BF-3ECB-440B-84D1-C93321C9DD49}" dt="2026-09-28T21:19:12.240" v="674" actId="26606"/>
          <ac:spMkLst>
            <pc:docMk/>
            <pc:sldMk cId="854388256" sldId="268"/>
            <ac:spMk id="13" creationId="{00000000-0000-0000-0000-000000000000}"/>
          </ac:spMkLst>
        </pc:spChg>
        <pc:spChg chg="mod">
          <ac:chgData name="Sune Djurhuus" userId="0bcb62a1-eba1-4abb-82ee-8067ef961803" providerId="ADAL" clId="{A66B22BF-3ECB-440B-84D1-C93321C9DD49}" dt="2026-09-28T21:05:12.692" v="195" actId="27636"/>
          <ac:spMkLst>
            <pc:docMk/>
            <pc:sldMk cId="854388256" sldId="268"/>
            <ac:spMk id="14" creationId="{00000000-0000-0000-0000-000000000000}"/>
          </ac:spMkLst>
        </pc:spChg>
        <pc:spChg chg="mod">
          <ac:chgData name="Sune Djurhuus" userId="0bcb62a1-eba1-4abb-82ee-8067ef961803" providerId="ADAL" clId="{A66B22BF-3ECB-440B-84D1-C93321C9DD49}" dt="2026-09-28T21:29:32.912" v="811" actId="255"/>
          <ac:spMkLst>
            <pc:docMk/>
            <pc:sldMk cId="854388256" sldId="268"/>
            <ac:spMk id="16" creationId="{00000000-0000-0000-0000-000000000000}"/>
          </ac:spMkLst>
        </pc:spChg>
        <pc:spChg chg="mod">
          <ac:chgData name="Sune Djurhuus" userId="0bcb62a1-eba1-4abb-82ee-8067ef961803" providerId="ADAL" clId="{A66B22BF-3ECB-440B-84D1-C93321C9DD49}" dt="2026-09-28T21:19:12.240" v="674" actId="26606"/>
          <ac:spMkLst>
            <pc:docMk/>
            <pc:sldMk cId="854388256" sldId="268"/>
            <ac:spMk id="18" creationId="{00000000-0000-0000-0000-000000000000}"/>
          </ac:spMkLst>
        </pc:spChg>
        <pc:spChg chg="mod">
          <ac:chgData name="Sune Djurhuus" userId="0bcb62a1-eba1-4abb-82ee-8067ef961803" providerId="ADAL" clId="{A66B22BF-3ECB-440B-84D1-C93321C9DD49}" dt="2026-09-28T21:05:12.686" v="193" actId="27636"/>
          <ac:spMkLst>
            <pc:docMk/>
            <pc:sldMk cId="854388256" sldId="268"/>
            <ac:spMk id="19" creationId="{00000000-0000-0000-0000-000000000000}"/>
          </ac:spMkLst>
        </pc:spChg>
        <pc:spChg chg="mod">
          <ac:chgData name="Sune Djurhuus" userId="0bcb62a1-eba1-4abb-82ee-8067ef961803" providerId="ADAL" clId="{A66B22BF-3ECB-440B-84D1-C93321C9DD49}" dt="2026-09-28T21:29:38.196" v="812" actId="255"/>
          <ac:spMkLst>
            <pc:docMk/>
            <pc:sldMk cId="854388256" sldId="268"/>
            <ac:spMk id="21" creationId="{00000000-0000-0000-0000-000000000000}"/>
          </ac:spMkLst>
        </pc:spChg>
        <pc:spChg chg="mod">
          <ac:chgData name="Sune Djurhuus" userId="0bcb62a1-eba1-4abb-82ee-8067ef961803" providerId="ADAL" clId="{A66B22BF-3ECB-440B-84D1-C93321C9DD49}" dt="2026-09-28T21:05:11.601" v="1" actId="26606"/>
          <ac:spMkLst>
            <pc:docMk/>
            <pc:sldMk cId="854388256" sldId="268"/>
            <ac:spMk id="22" creationId="{00000000-0000-0000-0000-000000000000}"/>
          </ac:spMkLst>
        </pc:spChg>
        <pc:spChg chg="mod">
          <ac:chgData name="Sune Djurhuus" userId="0bcb62a1-eba1-4abb-82ee-8067ef961803" providerId="ADAL" clId="{A66B22BF-3ECB-440B-84D1-C93321C9DD49}" dt="2026-09-28T21:19:12.240" v="674" actId="26606"/>
          <ac:spMkLst>
            <pc:docMk/>
            <pc:sldMk cId="854388256" sldId="268"/>
            <ac:spMk id="23" creationId="{00000000-0000-0000-0000-000000000000}"/>
          </ac:spMkLst>
        </pc:spChg>
        <pc:spChg chg="mod">
          <ac:chgData name="Sune Djurhuus" userId="0bcb62a1-eba1-4abb-82ee-8067ef961803" providerId="ADAL" clId="{A66B22BF-3ECB-440B-84D1-C93321C9DD49}" dt="2026-09-28T21:05:12.741" v="210" actId="27636"/>
          <ac:spMkLst>
            <pc:docMk/>
            <pc:sldMk cId="854388256" sldId="268"/>
            <ac:spMk id="24" creationId="{00000000-0000-0000-0000-000000000000}"/>
          </ac:spMkLst>
        </pc:spChg>
        <pc:spChg chg="mod">
          <ac:chgData name="Sune Djurhuus" userId="0bcb62a1-eba1-4abb-82ee-8067ef961803" providerId="ADAL" clId="{A66B22BF-3ECB-440B-84D1-C93321C9DD49}" dt="2026-09-28T21:29:43.337" v="813" actId="255"/>
          <ac:spMkLst>
            <pc:docMk/>
            <pc:sldMk cId="854388256" sldId="268"/>
            <ac:spMk id="26" creationId="{00000000-0000-0000-0000-000000000000}"/>
          </ac:spMkLst>
        </pc:spChg>
        <pc:spChg chg="mod">
          <ac:chgData name="Sune Djurhuus" userId="0bcb62a1-eba1-4abb-82ee-8067ef961803" providerId="ADAL" clId="{A66B22BF-3ECB-440B-84D1-C93321C9DD49}" dt="2026-09-28T21:19:12.240" v="674" actId="26606"/>
          <ac:spMkLst>
            <pc:docMk/>
            <pc:sldMk cId="854388256" sldId="268"/>
            <ac:spMk id="28" creationId="{00000000-0000-0000-0000-000000000000}"/>
          </ac:spMkLst>
        </pc:spChg>
        <pc:spChg chg="mod">
          <ac:chgData name="Sune Djurhuus" userId="0bcb62a1-eba1-4abb-82ee-8067ef961803" providerId="ADAL" clId="{A66B22BF-3ECB-440B-84D1-C93321C9DD49}" dt="2026-09-28T21:05:12.695" v="196" actId="27636"/>
          <ac:spMkLst>
            <pc:docMk/>
            <pc:sldMk cId="854388256" sldId="268"/>
            <ac:spMk id="29" creationId="{00000000-0000-0000-0000-000000000000}"/>
          </ac:spMkLst>
        </pc:spChg>
        <pc:spChg chg="mod">
          <ac:chgData name="Sune Djurhuus" userId="0bcb62a1-eba1-4abb-82ee-8067ef961803" providerId="ADAL" clId="{A66B22BF-3ECB-440B-84D1-C93321C9DD49}" dt="2026-09-28T21:05:11.601" v="1" actId="26606"/>
          <ac:spMkLst>
            <pc:docMk/>
            <pc:sldMk cId="854388256" sldId="268"/>
            <ac:spMk id="30" creationId="{00000000-0000-0000-0000-000000000000}"/>
          </ac:spMkLst>
        </pc:spChg>
        <pc:spChg chg="mod">
          <ac:chgData name="Sune Djurhuus" userId="0bcb62a1-eba1-4abb-82ee-8067ef961803" providerId="ADAL" clId="{A66B22BF-3ECB-440B-84D1-C93321C9DD49}" dt="2026-09-28T21:29:47.824" v="814" actId="255"/>
          <ac:spMkLst>
            <pc:docMk/>
            <pc:sldMk cId="854388256" sldId="268"/>
            <ac:spMk id="31" creationId="{00000000-0000-0000-0000-000000000000}"/>
          </ac:spMkLst>
        </pc:spChg>
        <pc:spChg chg="mod">
          <ac:chgData name="Sune Djurhuus" userId="0bcb62a1-eba1-4abb-82ee-8067ef961803" providerId="ADAL" clId="{A66B22BF-3ECB-440B-84D1-C93321C9DD49}" dt="2026-09-28T21:19:12.240" v="674" actId="26606"/>
          <ac:spMkLst>
            <pc:docMk/>
            <pc:sldMk cId="854388256" sldId="268"/>
            <ac:spMk id="33" creationId="{00000000-0000-0000-0000-000000000000}"/>
          </ac:spMkLst>
        </pc:spChg>
        <pc:spChg chg="mod">
          <ac:chgData name="Sune Djurhuus" userId="0bcb62a1-eba1-4abb-82ee-8067ef961803" providerId="ADAL" clId="{A66B22BF-3ECB-440B-84D1-C93321C9DD49}" dt="2026-09-28T21:05:12.699" v="197" actId="27636"/>
          <ac:spMkLst>
            <pc:docMk/>
            <pc:sldMk cId="854388256" sldId="268"/>
            <ac:spMk id="34" creationId="{00000000-0000-0000-0000-000000000000}"/>
          </ac:spMkLst>
        </pc:spChg>
        <pc:spChg chg="mod">
          <ac:chgData name="Sune Djurhuus" userId="0bcb62a1-eba1-4abb-82ee-8067ef961803" providerId="ADAL" clId="{A66B22BF-3ECB-440B-84D1-C93321C9DD49}" dt="2026-09-28T21:05:11.601" v="1" actId="26606"/>
          <ac:spMkLst>
            <pc:docMk/>
            <pc:sldMk cId="854388256" sldId="268"/>
            <ac:spMk id="35" creationId="{00000000-0000-0000-0000-000000000000}"/>
          </ac:spMkLst>
        </pc:spChg>
        <pc:spChg chg="mod">
          <ac:chgData name="Sune Djurhuus" userId="0bcb62a1-eba1-4abb-82ee-8067ef961803" providerId="ADAL" clId="{A66B22BF-3ECB-440B-84D1-C93321C9DD49}" dt="2026-09-28T21:29:52.891" v="815" actId="255"/>
          <ac:spMkLst>
            <pc:docMk/>
            <pc:sldMk cId="854388256" sldId="268"/>
            <ac:spMk id="36" creationId="{00000000-0000-0000-0000-000000000000}"/>
          </ac:spMkLst>
        </pc:spChg>
        <pc:spChg chg="mod">
          <ac:chgData name="Sune Djurhuus" userId="0bcb62a1-eba1-4abb-82ee-8067ef961803" providerId="ADAL" clId="{A66B22BF-3ECB-440B-84D1-C93321C9DD49}" dt="2026-09-28T21:06:50.717" v="260" actId="14100"/>
          <ac:spMkLst>
            <pc:docMk/>
            <pc:sldMk cId="854388256" sldId="268"/>
            <ac:spMk id="37" creationId="{00000000-0000-0000-0000-000000000000}"/>
          </ac:spMkLst>
        </pc:spChg>
        <pc:spChg chg="mod">
          <ac:chgData name="Sune Djurhuus" userId="0bcb62a1-eba1-4abb-82ee-8067ef961803" providerId="ADAL" clId="{A66B22BF-3ECB-440B-84D1-C93321C9DD49}" dt="2026-09-28T21:05:12.726" v="205" actId="27636"/>
          <ac:spMkLst>
            <pc:docMk/>
            <pc:sldMk cId="854388256" sldId="268"/>
            <ac:spMk id="39" creationId="{00000000-0000-0000-0000-000000000000}"/>
          </ac:spMkLst>
        </pc:spChg>
        <pc:spChg chg="mod">
          <ac:chgData name="Sune Djurhuus" userId="0bcb62a1-eba1-4abb-82ee-8067ef961803" providerId="ADAL" clId="{A66B22BF-3ECB-440B-84D1-C93321C9DD49}" dt="2026-09-28T21:05:12.711" v="201" actId="27636"/>
          <ac:spMkLst>
            <pc:docMk/>
            <pc:sldMk cId="854388256" sldId="268"/>
            <ac:spMk id="41" creationId="{00000000-0000-0000-0000-000000000000}"/>
          </ac:spMkLst>
        </pc:spChg>
        <pc:spChg chg="mod">
          <ac:chgData name="Sune Djurhuus" userId="0bcb62a1-eba1-4abb-82ee-8067ef961803" providerId="ADAL" clId="{A66B22BF-3ECB-440B-84D1-C93321C9DD49}" dt="2026-09-28T21:05:12.708" v="200" actId="27636"/>
          <ac:spMkLst>
            <pc:docMk/>
            <pc:sldMk cId="854388256" sldId="268"/>
            <ac:spMk id="43" creationId="{00000000-0000-0000-0000-000000000000}"/>
          </ac:spMkLst>
        </pc:spChg>
        <pc:spChg chg="mod">
          <ac:chgData name="Sune Djurhuus" userId="0bcb62a1-eba1-4abb-82ee-8067ef961803" providerId="ADAL" clId="{A66B22BF-3ECB-440B-84D1-C93321C9DD49}" dt="2026-09-28T21:05:12.719" v="203" actId="27636"/>
          <ac:spMkLst>
            <pc:docMk/>
            <pc:sldMk cId="854388256" sldId="268"/>
            <ac:spMk id="51" creationId="{00000000-0000-0000-0000-000000000000}"/>
          </ac:spMkLst>
        </pc:spChg>
        <pc:spChg chg="mod">
          <ac:chgData name="Sune Djurhuus" userId="0bcb62a1-eba1-4abb-82ee-8067ef961803" providerId="ADAL" clId="{A66B22BF-3ECB-440B-84D1-C93321C9DD49}" dt="2026-09-28T21:05:11.601" v="1" actId="26606"/>
          <ac:spMkLst>
            <pc:docMk/>
            <pc:sldMk cId="854388256" sldId="268"/>
            <ac:spMk id="52" creationId="{00000000-0000-0000-0000-000000000000}"/>
          </ac:spMkLst>
        </pc:spChg>
        <pc:spChg chg="mod">
          <ac:chgData name="Sune Djurhuus" userId="0bcb62a1-eba1-4abb-82ee-8067ef961803" providerId="ADAL" clId="{A66B22BF-3ECB-440B-84D1-C93321C9DD49}" dt="2026-09-28T21:05:12.706" v="199" actId="27636"/>
          <ac:spMkLst>
            <pc:docMk/>
            <pc:sldMk cId="854388256" sldId="268"/>
            <ac:spMk id="55" creationId="{00000000-0000-0000-0000-000000000000}"/>
          </ac:spMkLst>
        </pc:spChg>
        <pc:spChg chg="mod">
          <ac:chgData name="Sune Djurhuus" userId="0bcb62a1-eba1-4abb-82ee-8067ef961803" providerId="ADAL" clId="{A66B22BF-3ECB-440B-84D1-C93321C9DD49}" dt="2026-09-28T21:05:11.601" v="1" actId="26606"/>
          <ac:spMkLst>
            <pc:docMk/>
            <pc:sldMk cId="854388256" sldId="268"/>
            <ac:spMk id="56" creationId="{00000000-0000-0000-0000-000000000000}"/>
          </ac:spMkLst>
        </pc:spChg>
        <pc:spChg chg="add mod">
          <ac:chgData name="Sune Djurhuus" userId="0bcb62a1-eba1-4abb-82ee-8067ef961803" providerId="ADAL" clId="{A66B22BF-3ECB-440B-84D1-C93321C9DD49}" dt="2026-09-28T21:19:12.240" v="674" actId="26606"/>
          <ac:spMkLst>
            <pc:docMk/>
            <pc:sldMk cId="854388256" sldId="268"/>
            <ac:spMk id="57" creationId="{00000000-0000-0000-0000-000000000000}"/>
          </ac:spMkLst>
        </pc:spChg>
      </pc:sldChg>
      <pc:sldChg chg="delSp modSp mod ord setBg modClrScheme chgLayout modNotes">
        <pc:chgData name="Sune Djurhuus" userId="0bcb62a1-eba1-4abb-82ee-8067ef961803" providerId="ADAL" clId="{A66B22BF-3ECB-440B-84D1-C93321C9DD49}" dt="2026-10-22T07:33:47.738" v="975"/>
        <pc:sldMkLst>
          <pc:docMk/>
          <pc:sldMk cId="948408191" sldId="269"/>
        </pc:sldMkLst>
        <pc:spChg chg="mod">
          <ac:chgData name="Sune Djurhuus" userId="0bcb62a1-eba1-4abb-82ee-8067ef961803" providerId="ADAL" clId="{A66B22BF-3ECB-440B-84D1-C93321C9DD49}" dt="2026-09-28T21:10:55.228" v="434" actId="1035"/>
          <ac:spMkLst>
            <pc:docMk/>
            <pc:sldMk cId="948408191" sldId="269"/>
            <ac:spMk id="3" creationId="{00000000-0000-0000-0000-000000000000}"/>
          </ac:spMkLst>
        </pc:spChg>
        <pc:spChg chg="mod">
          <ac:chgData name="Sune Djurhuus" userId="0bcb62a1-eba1-4abb-82ee-8067ef961803" providerId="ADAL" clId="{A66B22BF-3ECB-440B-84D1-C93321C9DD49}" dt="2026-09-28T21:12:14.439" v="519" actId="1035"/>
          <ac:spMkLst>
            <pc:docMk/>
            <pc:sldMk cId="948408191" sldId="269"/>
            <ac:spMk id="6" creationId="{00000000-0000-0000-0000-000000000000}"/>
          </ac:spMkLst>
        </pc:spChg>
        <pc:spChg chg="mod">
          <ac:chgData name="Sune Djurhuus" userId="0bcb62a1-eba1-4abb-82ee-8067ef961803" providerId="ADAL" clId="{A66B22BF-3ECB-440B-84D1-C93321C9DD49}" dt="2026-09-28T21:19:12.240" v="674" actId="26606"/>
          <ac:spMkLst>
            <pc:docMk/>
            <pc:sldMk cId="948408191" sldId="269"/>
            <ac:spMk id="8" creationId="{00000000-0000-0000-0000-000000000000}"/>
          </ac:spMkLst>
        </pc:spChg>
        <pc:spChg chg="mod">
          <ac:chgData name="Sune Djurhuus" userId="0bcb62a1-eba1-4abb-82ee-8067ef961803" providerId="ADAL" clId="{A66B22BF-3ECB-440B-84D1-C93321C9DD49}" dt="2026-09-28T21:05:12.813" v="217" actId="27636"/>
          <ac:spMkLst>
            <pc:docMk/>
            <pc:sldMk cId="948408191" sldId="269"/>
            <ac:spMk id="9" creationId="{00000000-0000-0000-0000-000000000000}"/>
          </ac:spMkLst>
        </pc:spChg>
        <pc:spChg chg="mod">
          <ac:chgData name="Sune Djurhuus" userId="0bcb62a1-eba1-4abb-82ee-8067ef961803" providerId="ADAL" clId="{A66B22BF-3ECB-440B-84D1-C93321C9DD49}" dt="2026-09-28T21:05:12.804" v="215" actId="27636"/>
          <ac:spMkLst>
            <pc:docMk/>
            <pc:sldMk cId="948408191" sldId="269"/>
            <ac:spMk id="11" creationId="{00000000-0000-0000-0000-000000000000}"/>
          </ac:spMkLst>
        </pc:spChg>
        <pc:spChg chg="mod">
          <ac:chgData name="Sune Djurhuus" userId="0bcb62a1-eba1-4abb-82ee-8067ef961803" providerId="ADAL" clId="{A66B22BF-3ECB-440B-84D1-C93321C9DD49}" dt="2026-09-28T21:05:11.601" v="1" actId="26606"/>
          <ac:spMkLst>
            <pc:docMk/>
            <pc:sldMk cId="948408191" sldId="269"/>
            <ac:spMk id="12" creationId="{00000000-0000-0000-0000-000000000000}"/>
          </ac:spMkLst>
        </pc:spChg>
        <pc:spChg chg="mod">
          <ac:chgData name="Sune Djurhuus" userId="0bcb62a1-eba1-4abb-82ee-8067ef961803" providerId="ADAL" clId="{A66B22BF-3ECB-440B-84D1-C93321C9DD49}" dt="2026-09-28T21:19:12.240" v="674" actId="26606"/>
          <ac:spMkLst>
            <pc:docMk/>
            <pc:sldMk cId="948408191" sldId="269"/>
            <ac:spMk id="13" creationId="{00000000-0000-0000-0000-000000000000}"/>
          </ac:spMkLst>
        </pc:spChg>
        <pc:spChg chg="mod">
          <ac:chgData name="Sune Djurhuus" userId="0bcb62a1-eba1-4abb-82ee-8067ef961803" providerId="ADAL" clId="{A66B22BF-3ECB-440B-84D1-C93321C9DD49}" dt="2026-09-28T21:05:12.808" v="216" actId="27636"/>
          <ac:spMkLst>
            <pc:docMk/>
            <pc:sldMk cId="948408191" sldId="269"/>
            <ac:spMk id="14" creationId="{00000000-0000-0000-0000-000000000000}"/>
          </ac:spMkLst>
        </pc:spChg>
        <pc:spChg chg="mod">
          <ac:chgData name="Sune Djurhuus" userId="0bcb62a1-eba1-4abb-82ee-8067ef961803" providerId="ADAL" clId="{A66B22BF-3ECB-440B-84D1-C93321C9DD49}" dt="2026-09-28T21:05:12.839" v="222" actId="27636"/>
          <ac:spMkLst>
            <pc:docMk/>
            <pc:sldMk cId="948408191" sldId="269"/>
            <ac:spMk id="16" creationId="{00000000-0000-0000-0000-000000000000}"/>
          </ac:spMkLst>
        </pc:spChg>
        <pc:spChg chg="mod">
          <ac:chgData name="Sune Djurhuus" userId="0bcb62a1-eba1-4abb-82ee-8067ef961803" providerId="ADAL" clId="{A66B22BF-3ECB-440B-84D1-C93321C9DD49}" dt="2026-09-28T21:19:12.240" v="674" actId="26606"/>
          <ac:spMkLst>
            <pc:docMk/>
            <pc:sldMk cId="948408191" sldId="269"/>
            <ac:spMk id="18" creationId="{00000000-0000-0000-0000-000000000000}"/>
          </ac:spMkLst>
        </pc:spChg>
        <pc:spChg chg="mod">
          <ac:chgData name="Sune Djurhuus" userId="0bcb62a1-eba1-4abb-82ee-8067ef961803" providerId="ADAL" clId="{A66B22BF-3ECB-440B-84D1-C93321C9DD49}" dt="2026-09-28T21:05:12.847" v="224" actId="27636"/>
          <ac:spMkLst>
            <pc:docMk/>
            <pc:sldMk cId="948408191" sldId="269"/>
            <ac:spMk id="19" creationId="{00000000-0000-0000-0000-000000000000}"/>
          </ac:spMkLst>
        </pc:spChg>
        <pc:spChg chg="mod">
          <ac:chgData name="Sune Djurhuus" userId="0bcb62a1-eba1-4abb-82ee-8067ef961803" providerId="ADAL" clId="{A66B22BF-3ECB-440B-84D1-C93321C9DD49}" dt="2026-09-28T21:30:02.737" v="816" actId="255"/>
          <ac:spMkLst>
            <pc:docMk/>
            <pc:sldMk cId="948408191" sldId="269"/>
            <ac:spMk id="21" creationId="{00000000-0000-0000-0000-000000000000}"/>
          </ac:spMkLst>
        </pc:spChg>
        <pc:spChg chg="mod">
          <ac:chgData name="Sune Djurhuus" userId="0bcb62a1-eba1-4abb-82ee-8067ef961803" providerId="ADAL" clId="{A66B22BF-3ECB-440B-84D1-C93321C9DD49}" dt="2026-09-28T21:19:12.240" v="674" actId="26606"/>
          <ac:spMkLst>
            <pc:docMk/>
            <pc:sldMk cId="948408191" sldId="269"/>
            <ac:spMk id="23" creationId="{00000000-0000-0000-0000-000000000000}"/>
          </ac:spMkLst>
        </pc:spChg>
        <pc:spChg chg="mod">
          <ac:chgData name="Sune Djurhuus" userId="0bcb62a1-eba1-4abb-82ee-8067ef961803" providerId="ADAL" clId="{A66B22BF-3ECB-440B-84D1-C93321C9DD49}" dt="2026-09-28T21:05:12.790" v="211" actId="27636"/>
          <ac:spMkLst>
            <pc:docMk/>
            <pc:sldMk cId="948408191" sldId="269"/>
            <ac:spMk id="24" creationId="{00000000-0000-0000-0000-000000000000}"/>
          </ac:spMkLst>
        </pc:spChg>
        <pc:spChg chg="mod">
          <ac:chgData name="Sune Djurhuus" userId="0bcb62a1-eba1-4abb-82ee-8067ef961803" providerId="ADAL" clId="{A66B22BF-3ECB-440B-84D1-C93321C9DD49}" dt="2026-09-28T21:05:12.796" v="213" actId="27636"/>
          <ac:spMkLst>
            <pc:docMk/>
            <pc:sldMk cId="948408191" sldId="269"/>
            <ac:spMk id="26" creationId="{00000000-0000-0000-0000-000000000000}"/>
          </ac:spMkLst>
        </pc:spChg>
        <pc:spChg chg="mod">
          <ac:chgData name="Sune Djurhuus" userId="0bcb62a1-eba1-4abb-82ee-8067ef961803" providerId="ADAL" clId="{A66B22BF-3ECB-440B-84D1-C93321C9DD49}" dt="2026-09-28T21:19:12.240" v="674" actId="26606"/>
          <ac:spMkLst>
            <pc:docMk/>
            <pc:sldMk cId="948408191" sldId="269"/>
            <ac:spMk id="28" creationId="{00000000-0000-0000-0000-000000000000}"/>
          </ac:spMkLst>
        </pc:spChg>
        <pc:spChg chg="mod">
          <ac:chgData name="Sune Djurhuus" userId="0bcb62a1-eba1-4abb-82ee-8067ef961803" providerId="ADAL" clId="{A66B22BF-3ECB-440B-84D1-C93321C9DD49}" dt="2026-09-28T21:05:12.828" v="219" actId="27636"/>
          <ac:spMkLst>
            <pc:docMk/>
            <pc:sldMk cId="948408191" sldId="269"/>
            <ac:spMk id="29" creationId="{00000000-0000-0000-0000-000000000000}"/>
          </ac:spMkLst>
        </pc:spChg>
        <pc:spChg chg="mod">
          <ac:chgData name="Sune Djurhuus" userId="0bcb62a1-eba1-4abb-82ee-8067ef961803" providerId="ADAL" clId="{A66B22BF-3ECB-440B-84D1-C93321C9DD49}" dt="2026-09-28T21:05:12.792" v="212" actId="27636"/>
          <ac:spMkLst>
            <pc:docMk/>
            <pc:sldMk cId="948408191" sldId="269"/>
            <ac:spMk id="31" creationId="{00000000-0000-0000-0000-000000000000}"/>
          </ac:spMkLst>
        </pc:spChg>
        <pc:spChg chg="mod">
          <ac:chgData name="Sune Djurhuus" userId="0bcb62a1-eba1-4abb-82ee-8067ef961803" providerId="ADAL" clId="{A66B22BF-3ECB-440B-84D1-C93321C9DD49}" dt="2026-09-28T21:19:12.240" v="674" actId="26606"/>
          <ac:spMkLst>
            <pc:docMk/>
            <pc:sldMk cId="948408191" sldId="269"/>
            <ac:spMk id="33" creationId="{00000000-0000-0000-0000-000000000000}"/>
          </ac:spMkLst>
        </pc:spChg>
        <pc:spChg chg="mod">
          <ac:chgData name="Sune Djurhuus" userId="0bcb62a1-eba1-4abb-82ee-8067ef961803" providerId="ADAL" clId="{A66B22BF-3ECB-440B-84D1-C93321C9DD49}" dt="2026-09-28T21:05:12.834" v="221" actId="27636"/>
          <ac:spMkLst>
            <pc:docMk/>
            <pc:sldMk cId="948408191" sldId="269"/>
            <ac:spMk id="34" creationId="{00000000-0000-0000-0000-000000000000}"/>
          </ac:spMkLst>
        </pc:spChg>
        <pc:spChg chg="mod">
          <ac:chgData name="Sune Djurhuus" userId="0bcb62a1-eba1-4abb-82ee-8067ef961803" providerId="ADAL" clId="{A66B22BF-3ECB-440B-84D1-C93321C9DD49}" dt="2026-09-28T21:05:11.601" v="1" actId="26606"/>
          <ac:spMkLst>
            <pc:docMk/>
            <pc:sldMk cId="948408191" sldId="269"/>
            <ac:spMk id="35" creationId="{00000000-0000-0000-0000-000000000000}"/>
          </ac:spMkLst>
        </pc:spChg>
        <pc:spChg chg="mod">
          <ac:chgData name="Sune Djurhuus" userId="0bcb62a1-eba1-4abb-82ee-8067ef961803" providerId="ADAL" clId="{A66B22BF-3ECB-440B-84D1-C93321C9DD49}" dt="2026-09-28T21:05:12.842" v="223" actId="27636"/>
          <ac:spMkLst>
            <pc:docMk/>
            <pc:sldMk cId="948408191" sldId="269"/>
            <ac:spMk id="36" creationId="{00000000-0000-0000-0000-000000000000}"/>
          </ac:spMkLst>
        </pc:spChg>
        <pc:spChg chg="mod">
          <ac:chgData name="Sune Djurhuus" userId="0bcb62a1-eba1-4abb-82ee-8067ef961803" providerId="ADAL" clId="{A66B22BF-3ECB-440B-84D1-C93321C9DD49}" dt="2026-09-28T21:06:59.418" v="261" actId="14100"/>
          <ac:spMkLst>
            <pc:docMk/>
            <pc:sldMk cId="948408191" sldId="269"/>
            <ac:spMk id="37" creationId="{00000000-0000-0000-0000-000000000000}"/>
          </ac:spMkLst>
        </pc:spChg>
        <pc:spChg chg="mod">
          <ac:chgData name="Sune Djurhuus" userId="0bcb62a1-eba1-4abb-82ee-8067ef961803" providerId="ADAL" clId="{A66B22BF-3ECB-440B-84D1-C93321C9DD49}" dt="2026-09-28T21:05:11.601" v="1" actId="26606"/>
          <ac:spMkLst>
            <pc:docMk/>
            <pc:sldMk cId="948408191" sldId="269"/>
            <ac:spMk id="39" creationId="{00000000-0000-0000-0000-000000000000}"/>
          </ac:spMkLst>
        </pc:spChg>
        <pc:spChg chg="mod">
          <ac:chgData name="Sune Djurhuus" userId="0bcb62a1-eba1-4abb-82ee-8067ef961803" providerId="ADAL" clId="{A66B22BF-3ECB-440B-84D1-C93321C9DD49}" dt="2026-09-28T21:05:12.825" v="218" actId="27636"/>
          <ac:spMkLst>
            <pc:docMk/>
            <pc:sldMk cId="948408191" sldId="269"/>
            <ac:spMk id="40" creationId="{00000000-0000-0000-0000-000000000000}"/>
          </ac:spMkLst>
        </pc:spChg>
        <pc:spChg chg="mod">
          <ac:chgData name="Sune Djurhuus" userId="0bcb62a1-eba1-4abb-82ee-8067ef961803" providerId="ADAL" clId="{A66B22BF-3ECB-440B-84D1-C93321C9DD49}" dt="2026-09-28T21:05:11.601" v="1" actId="26606"/>
          <ac:spMkLst>
            <pc:docMk/>
            <pc:sldMk cId="948408191" sldId="269"/>
            <ac:spMk id="53" creationId="{00000000-0000-0000-0000-000000000000}"/>
          </ac:spMkLst>
        </pc:spChg>
        <pc:spChg chg="mod">
          <ac:chgData name="Sune Djurhuus" userId="0bcb62a1-eba1-4abb-82ee-8067ef961803" providerId="ADAL" clId="{A66B22BF-3ECB-440B-84D1-C93321C9DD49}" dt="2026-09-28T21:05:11.601" v="1" actId="26606"/>
          <ac:spMkLst>
            <pc:docMk/>
            <pc:sldMk cId="948408191" sldId="269"/>
            <ac:spMk id="56" creationId="{00000000-0000-0000-0000-000000000000}"/>
          </ac:spMkLst>
        </pc:spChg>
        <pc:spChg chg="add mod">
          <ac:chgData name="Sune Djurhuus" userId="0bcb62a1-eba1-4abb-82ee-8067ef961803" providerId="ADAL" clId="{A66B22BF-3ECB-440B-84D1-C93321C9DD49}" dt="2026-09-28T21:19:12.240" v="674" actId="26606"/>
          <ac:spMkLst>
            <pc:docMk/>
            <pc:sldMk cId="948408191" sldId="269"/>
            <ac:spMk id="57" creationId="{00000000-0000-0000-0000-000000000000}"/>
          </ac:spMkLst>
        </pc:spChg>
      </pc:sldChg>
      <pc:sldChg chg="delSp modSp mod ord setBg modClrScheme chgLayout modNotes">
        <pc:chgData name="Sune Djurhuus" userId="0bcb62a1-eba1-4abb-82ee-8067ef961803" providerId="ADAL" clId="{A66B22BF-3ECB-440B-84D1-C93321C9DD49}" dt="2026-10-22T07:33:24.860" v="971"/>
        <pc:sldMkLst>
          <pc:docMk/>
          <pc:sldMk cId="2331287831" sldId="270"/>
        </pc:sldMkLst>
        <pc:spChg chg="mod">
          <ac:chgData name="Sune Djurhuus" userId="0bcb62a1-eba1-4abb-82ee-8067ef961803" providerId="ADAL" clId="{A66B22BF-3ECB-440B-84D1-C93321C9DD49}" dt="2026-09-28T21:11:05.636" v="450" actId="1035"/>
          <ac:spMkLst>
            <pc:docMk/>
            <pc:sldMk cId="2331287831" sldId="270"/>
            <ac:spMk id="3" creationId="{00000000-0000-0000-0000-000000000000}"/>
          </ac:spMkLst>
        </pc:spChg>
        <pc:spChg chg="mod">
          <ac:chgData name="Sune Djurhuus" userId="0bcb62a1-eba1-4abb-82ee-8067ef961803" providerId="ADAL" clId="{A66B22BF-3ECB-440B-84D1-C93321C9DD49}" dt="2026-09-28T21:12:01.226" v="504" actId="1035"/>
          <ac:spMkLst>
            <pc:docMk/>
            <pc:sldMk cId="2331287831" sldId="270"/>
            <ac:spMk id="6" creationId="{00000000-0000-0000-0000-000000000000}"/>
          </ac:spMkLst>
        </pc:spChg>
        <pc:spChg chg="mod">
          <ac:chgData name="Sune Djurhuus" userId="0bcb62a1-eba1-4abb-82ee-8067ef961803" providerId="ADAL" clId="{A66B22BF-3ECB-440B-84D1-C93321C9DD49}" dt="2026-09-28T21:19:12.240" v="674" actId="26606"/>
          <ac:spMkLst>
            <pc:docMk/>
            <pc:sldMk cId="2331287831" sldId="270"/>
            <ac:spMk id="8" creationId="{00000000-0000-0000-0000-000000000000}"/>
          </ac:spMkLst>
        </pc:spChg>
        <pc:spChg chg="mod">
          <ac:chgData name="Sune Djurhuus" userId="0bcb62a1-eba1-4abb-82ee-8067ef961803" providerId="ADAL" clId="{A66B22BF-3ECB-440B-84D1-C93321C9DD49}" dt="2026-09-28T21:05:12.866" v="226" actId="27636"/>
          <ac:spMkLst>
            <pc:docMk/>
            <pc:sldMk cId="2331287831" sldId="270"/>
            <ac:spMk id="9" creationId="{00000000-0000-0000-0000-000000000000}"/>
          </ac:spMkLst>
        </pc:spChg>
        <pc:spChg chg="mod">
          <ac:chgData name="Sune Djurhuus" userId="0bcb62a1-eba1-4abb-82ee-8067ef961803" providerId="ADAL" clId="{A66B22BF-3ECB-440B-84D1-C93321C9DD49}" dt="2026-09-28T21:05:12.882" v="233" actId="27636"/>
          <ac:spMkLst>
            <pc:docMk/>
            <pc:sldMk cId="2331287831" sldId="270"/>
            <ac:spMk id="11" creationId="{00000000-0000-0000-0000-000000000000}"/>
          </ac:spMkLst>
        </pc:spChg>
        <pc:spChg chg="mod">
          <ac:chgData name="Sune Djurhuus" userId="0bcb62a1-eba1-4abb-82ee-8067ef961803" providerId="ADAL" clId="{A66B22BF-3ECB-440B-84D1-C93321C9DD49}" dt="2026-09-28T21:19:12.240" v="674" actId="26606"/>
          <ac:spMkLst>
            <pc:docMk/>
            <pc:sldMk cId="2331287831" sldId="270"/>
            <ac:spMk id="13" creationId="{00000000-0000-0000-0000-000000000000}"/>
          </ac:spMkLst>
        </pc:spChg>
        <pc:spChg chg="mod">
          <ac:chgData name="Sune Djurhuus" userId="0bcb62a1-eba1-4abb-82ee-8067ef961803" providerId="ADAL" clId="{A66B22BF-3ECB-440B-84D1-C93321C9DD49}" dt="2026-09-28T21:05:12.873" v="228" actId="27636"/>
          <ac:spMkLst>
            <pc:docMk/>
            <pc:sldMk cId="2331287831" sldId="270"/>
            <ac:spMk id="14" creationId="{00000000-0000-0000-0000-000000000000}"/>
          </ac:spMkLst>
        </pc:spChg>
        <pc:spChg chg="mod">
          <ac:chgData name="Sune Djurhuus" userId="0bcb62a1-eba1-4abb-82ee-8067ef961803" providerId="ADAL" clId="{A66B22BF-3ECB-440B-84D1-C93321C9DD49}" dt="2026-09-28T21:05:12.869" v="227" actId="27636"/>
          <ac:spMkLst>
            <pc:docMk/>
            <pc:sldMk cId="2331287831" sldId="270"/>
            <ac:spMk id="16" creationId="{00000000-0000-0000-0000-000000000000}"/>
          </ac:spMkLst>
        </pc:spChg>
        <pc:spChg chg="mod">
          <ac:chgData name="Sune Djurhuus" userId="0bcb62a1-eba1-4abb-82ee-8067ef961803" providerId="ADAL" clId="{A66B22BF-3ECB-440B-84D1-C93321C9DD49}" dt="2026-09-28T21:19:12.240" v="674" actId="26606"/>
          <ac:spMkLst>
            <pc:docMk/>
            <pc:sldMk cId="2331287831" sldId="270"/>
            <ac:spMk id="18" creationId="{00000000-0000-0000-0000-000000000000}"/>
          </ac:spMkLst>
        </pc:spChg>
        <pc:spChg chg="mod">
          <ac:chgData name="Sune Djurhuus" userId="0bcb62a1-eba1-4abb-82ee-8067ef961803" providerId="ADAL" clId="{A66B22BF-3ECB-440B-84D1-C93321C9DD49}" dt="2026-09-28T21:05:12.878" v="231" actId="27636"/>
          <ac:spMkLst>
            <pc:docMk/>
            <pc:sldMk cId="2331287831" sldId="270"/>
            <ac:spMk id="19" creationId="{00000000-0000-0000-0000-000000000000}"/>
          </ac:spMkLst>
        </pc:spChg>
        <pc:spChg chg="mod">
          <ac:chgData name="Sune Djurhuus" userId="0bcb62a1-eba1-4abb-82ee-8067ef961803" providerId="ADAL" clId="{A66B22BF-3ECB-440B-84D1-C93321C9DD49}" dt="2026-09-28T21:05:12.881" v="232" actId="27636"/>
          <ac:spMkLst>
            <pc:docMk/>
            <pc:sldMk cId="2331287831" sldId="270"/>
            <ac:spMk id="21" creationId="{00000000-0000-0000-0000-000000000000}"/>
          </ac:spMkLst>
        </pc:spChg>
        <pc:spChg chg="mod">
          <ac:chgData name="Sune Djurhuus" userId="0bcb62a1-eba1-4abb-82ee-8067ef961803" providerId="ADAL" clId="{A66B22BF-3ECB-440B-84D1-C93321C9DD49}" dt="2026-09-28T21:19:12.240" v="674" actId="26606"/>
          <ac:spMkLst>
            <pc:docMk/>
            <pc:sldMk cId="2331287831" sldId="270"/>
            <ac:spMk id="23" creationId="{00000000-0000-0000-0000-000000000000}"/>
          </ac:spMkLst>
        </pc:spChg>
        <pc:spChg chg="mod">
          <ac:chgData name="Sune Djurhuus" userId="0bcb62a1-eba1-4abb-82ee-8067ef961803" providerId="ADAL" clId="{A66B22BF-3ECB-440B-84D1-C93321C9DD49}" dt="2026-09-28T21:05:12.911" v="240" actId="27636"/>
          <ac:spMkLst>
            <pc:docMk/>
            <pc:sldMk cId="2331287831" sldId="270"/>
            <ac:spMk id="24" creationId="{00000000-0000-0000-0000-000000000000}"/>
          </ac:spMkLst>
        </pc:spChg>
        <pc:spChg chg="mod">
          <ac:chgData name="Sune Djurhuus" userId="0bcb62a1-eba1-4abb-82ee-8067ef961803" providerId="ADAL" clId="{A66B22BF-3ECB-440B-84D1-C93321C9DD49}" dt="2026-09-28T21:05:12.899" v="237" actId="27636"/>
          <ac:spMkLst>
            <pc:docMk/>
            <pc:sldMk cId="2331287831" sldId="270"/>
            <ac:spMk id="26" creationId="{00000000-0000-0000-0000-000000000000}"/>
          </ac:spMkLst>
        </pc:spChg>
        <pc:spChg chg="mod">
          <ac:chgData name="Sune Djurhuus" userId="0bcb62a1-eba1-4abb-82ee-8067ef961803" providerId="ADAL" clId="{A66B22BF-3ECB-440B-84D1-C93321C9DD49}" dt="2026-09-28T21:05:11.601" v="1" actId="26606"/>
          <ac:spMkLst>
            <pc:docMk/>
            <pc:sldMk cId="2331287831" sldId="270"/>
            <ac:spMk id="27" creationId="{00000000-0000-0000-0000-000000000000}"/>
          </ac:spMkLst>
        </pc:spChg>
        <pc:spChg chg="mod">
          <ac:chgData name="Sune Djurhuus" userId="0bcb62a1-eba1-4abb-82ee-8067ef961803" providerId="ADAL" clId="{A66B22BF-3ECB-440B-84D1-C93321C9DD49}" dt="2026-09-28T21:19:12.240" v="674" actId="26606"/>
          <ac:spMkLst>
            <pc:docMk/>
            <pc:sldMk cId="2331287831" sldId="270"/>
            <ac:spMk id="28" creationId="{00000000-0000-0000-0000-000000000000}"/>
          </ac:spMkLst>
        </pc:spChg>
        <pc:spChg chg="mod">
          <ac:chgData name="Sune Djurhuus" userId="0bcb62a1-eba1-4abb-82ee-8067ef961803" providerId="ADAL" clId="{A66B22BF-3ECB-440B-84D1-C93321C9DD49}" dt="2026-09-28T21:05:12.898" v="236" actId="27636"/>
          <ac:spMkLst>
            <pc:docMk/>
            <pc:sldMk cId="2331287831" sldId="270"/>
            <ac:spMk id="29" creationId="{00000000-0000-0000-0000-000000000000}"/>
          </ac:spMkLst>
        </pc:spChg>
        <pc:spChg chg="mod">
          <ac:chgData name="Sune Djurhuus" userId="0bcb62a1-eba1-4abb-82ee-8067ef961803" providerId="ADAL" clId="{A66B22BF-3ECB-440B-84D1-C93321C9DD49}" dt="2026-09-28T21:05:12.886" v="235" actId="27636"/>
          <ac:spMkLst>
            <pc:docMk/>
            <pc:sldMk cId="2331287831" sldId="270"/>
            <ac:spMk id="31" creationId="{00000000-0000-0000-0000-000000000000}"/>
          </ac:spMkLst>
        </pc:spChg>
        <pc:spChg chg="mod">
          <ac:chgData name="Sune Djurhuus" userId="0bcb62a1-eba1-4abb-82ee-8067ef961803" providerId="ADAL" clId="{A66B22BF-3ECB-440B-84D1-C93321C9DD49}" dt="2026-09-28T21:19:12.240" v="674" actId="26606"/>
          <ac:spMkLst>
            <pc:docMk/>
            <pc:sldMk cId="2331287831" sldId="270"/>
            <ac:spMk id="33" creationId="{00000000-0000-0000-0000-000000000000}"/>
          </ac:spMkLst>
        </pc:spChg>
        <pc:spChg chg="mod">
          <ac:chgData name="Sune Djurhuus" userId="0bcb62a1-eba1-4abb-82ee-8067ef961803" providerId="ADAL" clId="{A66B22BF-3ECB-440B-84D1-C93321C9DD49}" dt="2026-09-28T21:05:12.905" v="238" actId="27636"/>
          <ac:spMkLst>
            <pc:docMk/>
            <pc:sldMk cId="2331287831" sldId="270"/>
            <ac:spMk id="34" creationId="{00000000-0000-0000-0000-000000000000}"/>
          </ac:spMkLst>
        </pc:spChg>
        <pc:spChg chg="mod">
          <ac:chgData name="Sune Djurhuus" userId="0bcb62a1-eba1-4abb-82ee-8067ef961803" providerId="ADAL" clId="{A66B22BF-3ECB-440B-84D1-C93321C9DD49}" dt="2026-09-28T21:05:12.883" v="234" actId="27636"/>
          <ac:spMkLst>
            <pc:docMk/>
            <pc:sldMk cId="2331287831" sldId="270"/>
            <ac:spMk id="36" creationId="{00000000-0000-0000-0000-000000000000}"/>
          </ac:spMkLst>
        </pc:spChg>
        <pc:spChg chg="mod">
          <ac:chgData name="Sune Djurhuus" userId="0bcb62a1-eba1-4abb-82ee-8067ef961803" providerId="ADAL" clId="{A66B22BF-3ECB-440B-84D1-C93321C9DD49}" dt="2026-09-28T21:05:11.601" v="1" actId="26606"/>
          <ac:spMkLst>
            <pc:docMk/>
            <pc:sldMk cId="2331287831" sldId="270"/>
            <ac:spMk id="44" creationId="{00000000-0000-0000-0000-000000000000}"/>
          </ac:spMkLst>
        </pc:spChg>
        <pc:spChg chg="mod">
          <ac:chgData name="Sune Djurhuus" userId="0bcb62a1-eba1-4abb-82ee-8067ef961803" providerId="ADAL" clId="{A66B22BF-3ECB-440B-84D1-C93321C9DD49}" dt="2026-09-28T21:05:12.908" v="239" actId="27636"/>
          <ac:spMkLst>
            <pc:docMk/>
            <pc:sldMk cId="2331287831" sldId="270"/>
            <ac:spMk id="49" creationId="{00000000-0000-0000-0000-000000000000}"/>
          </ac:spMkLst>
        </pc:spChg>
        <pc:spChg chg="mod">
          <ac:chgData name="Sune Djurhuus" userId="0bcb62a1-eba1-4abb-82ee-8067ef961803" providerId="ADAL" clId="{A66B22BF-3ECB-440B-84D1-C93321C9DD49}" dt="2026-09-28T21:05:11.601" v="1" actId="26606"/>
          <ac:spMkLst>
            <pc:docMk/>
            <pc:sldMk cId="2331287831" sldId="270"/>
            <ac:spMk id="51" creationId="{00000000-0000-0000-0000-000000000000}"/>
          </ac:spMkLst>
        </pc:spChg>
        <pc:spChg chg="mod">
          <ac:chgData name="Sune Djurhuus" userId="0bcb62a1-eba1-4abb-82ee-8067ef961803" providerId="ADAL" clId="{A66B22BF-3ECB-440B-84D1-C93321C9DD49}" dt="2026-09-28T21:05:12.865" v="225" actId="27636"/>
          <ac:spMkLst>
            <pc:docMk/>
            <pc:sldMk cId="2331287831" sldId="270"/>
            <ac:spMk id="52" creationId="{00000000-0000-0000-0000-000000000000}"/>
          </ac:spMkLst>
        </pc:spChg>
        <pc:spChg chg="mod">
          <ac:chgData name="Sune Djurhuus" userId="0bcb62a1-eba1-4abb-82ee-8067ef961803" providerId="ADAL" clId="{A66B22BF-3ECB-440B-84D1-C93321C9DD49}" dt="2026-09-28T21:05:12.876" v="230" actId="27636"/>
          <ac:spMkLst>
            <pc:docMk/>
            <pc:sldMk cId="2331287831" sldId="270"/>
            <ac:spMk id="55" creationId="{00000000-0000-0000-0000-000000000000}"/>
          </ac:spMkLst>
        </pc:spChg>
        <pc:spChg chg="mod">
          <ac:chgData name="Sune Djurhuus" userId="0bcb62a1-eba1-4abb-82ee-8067ef961803" providerId="ADAL" clId="{A66B22BF-3ECB-440B-84D1-C93321C9DD49}" dt="2026-09-28T21:05:11.601" v="1" actId="26606"/>
          <ac:spMkLst>
            <pc:docMk/>
            <pc:sldMk cId="2331287831" sldId="270"/>
            <ac:spMk id="56" creationId="{00000000-0000-0000-0000-000000000000}"/>
          </ac:spMkLst>
        </pc:spChg>
        <pc:spChg chg="add mod">
          <ac:chgData name="Sune Djurhuus" userId="0bcb62a1-eba1-4abb-82ee-8067ef961803" providerId="ADAL" clId="{A66B22BF-3ECB-440B-84D1-C93321C9DD49}" dt="2026-09-28T21:19:12.240" v="674" actId="26606"/>
          <ac:spMkLst>
            <pc:docMk/>
            <pc:sldMk cId="2331287831" sldId="270"/>
            <ac:spMk id="58" creationId="{00000000-0000-0000-0000-000000000000}"/>
          </ac:spMkLst>
        </pc:spChg>
      </pc:sldChg>
      <pc:sldChg chg="delSp modSp mod setBg modClrScheme chgLayout modNotes">
        <pc:chgData name="Sune Djurhuus" userId="0bcb62a1-eba1-4abb-82ee-8067ef961803" providerId="ADAL" clId="{A66B22BF-3ECB-440B-84D1-C93321C9DD49}" dt="2026-10-22T07:30:37.358" v="941"/>
        <pc:sldMkLst>
          <pc:docMk/>
          <pc:sldMk cId="2721577243" sldId="271"/>
        </pc:sldMkLst>
        <pc:spChg chg="mod">
          <ac:chgData name="Sune Djurhuus" userId="0bcb62a1-eba1-4abb-82ee-8067ef961803" providerId="ADAL" clId="{A66B22BF-3ECB-440B-84D1-C93321C9DD49}" dt="2026-09-28T21:11:17.701" v="472" actId="1036"/>
          <ac:spMkLst>
            <pc:docMk/>
            <pc:sldMk cId="2721577243" sldId="271"/>
            <ac:spMk id="3" creationId="{00000000-0000-0000-0000-000000000000}"/>
          </ac:spMkLst>
        </pc:spChg>
        <pc:spChg chg="mod">
          <ac:chgData name="Sune Djurhuus" userId="0bcb62a1-eba1-4abb-82ee-8067ef961803" providerId="ADAL" clId="{A66B22BF-3ECB-440B-84D1-C93321C9DD49}" dt="2026-09-28T21:11:43.377" v="492" actId="1035"/>
          <ac:spMkLst>
            <pc:docMk/>
            <pc:sldMk cId="2721577243" sldId="271"/>
            <ac:spMk id="6" creationId="{00000000-0000-0000-0000-000000000000}"/>
          </ac:spMkLst>
        </pc:spChg>
        <pc:spChg chg="mod">
          <ac:chgData name="Sune Djurhuus" userId="0bcb62a1-eba1-4abb-82ee-8067ef961803" providerId="ADAL" clId="{A66B22BF-3ECB-440B-84D1-C93321C9DD49}" dt="2026-09-28T21:19:12.240" v="674" actId="26606"/>
          <ac:spMkLst>
            <pc:docMk/>
            <pc:sldMk cId="2721577243" sldId="271"/>
            <ac:spMk id="8" creationId="{00000000-0000-0000-0000-000000000000}"/>
          </ac:spMkLst>
        </pc:spChg>
        <pc:spChg chg="mod">
          <ac:chgData name="Sune Djurhuus" userId="0bcb62a1-eba1-4abb-82ee-8067ef961803" providerId="ADAL" clId="{A66B22BF-3ECB-440B-84D1-C93321C9DD49}" dt="2026-09-28T21:05:12.986" v="241" actId="27636"/>
          <ac:spMkLst>
            <pc:docMk/>
            <pc:sldMk cId="2721577243" sldId="271"/>
            <ac:spMk id="9" creationId="{00000000-0000-0000-0000-000000000000}"/>
          </ac:spMkLst>
        </pc:spChg>
        <pc:spChg chg="mod">
          <ac:chgData name="Sune Djurhuus" userId="0bcb62a1-eba1-4abb-82ee-8067ef961803" providerId="ADAL" clId="{A66B22BF-3ECB-440B-84D1-C93321C9DD49}" dt="2026-09-28T21:05:11.601" v="1" actId="26606"/>
          <ac:spMkLst>
            <pc:docMk/>
            <pc:sldMk cId="2721577243" sldId="271"/>
            <ac:spMk id="10" creationId="{00000000-0000-0000-0000-000000000000}"/>
          </ac:spMkLst>
        </pc:spChg>
        <pc:spChg chg="mod">
          <ac:chgData name="Sune Djurhuus" userId="0bcb62a1-eba1-4abb-82ee-8067ef961803" providerId="ADAL" clId="{A66B22BF-3ECB-440B-84D1-C93321C9DD49}" dt="2026-09-28T21:05:12.994" v="245" actId="27636"/>
          <ac:spMkLst>
            <pc:docMk/>
            <pc:sldMk cId="2721577243" sldId="271"/>
            <ac:spMk id="11" creationId="{00000000-0000-0000-0000-000000000000}"/>
          </ac:spMkLst>
        </pc:spChg>
        <pc:spChg chg="mod">
          <ac:chgData name="Sune Djurhuus" userId="0bcb62a1-eba1-4abb-82ee-8067ef961803" providerId="ADAL" clId="{A66B22BF-3ECB-440B-84D1-C93321C9DD49}" dt="2026-09-28T21:19:12.240" v="674" actId="26606"/>
          <ac:spMkLst>
            <pc:docMk/>
            <pc:sldMk cId="2721577243" sldId="271"/>
            <ac:spMk id="13" creationId="{00000000-0000-0000-0000-000000000000}"/>
          </ac:spMkLst>
        </pc:spChg>
        <pc:spChg chg="mod">
          <ac:chgData name="Sune Djurhuus" userId="0bcb62a1-eba1-4abb-82ee-8067ef961803" providerId="ADAL" clId="{A66B22BF-3ECB-440B-84D1-C93321C9DD49}" dt="2026-09-28T21:05:13" v="247" actId="27636"/>
          <ac:spMkLst>
            <pc:docMk/>
            <pc:sldMk cId="2721577243" sldId="271"/>
            <ac:spMk id="14" creationId="{00000000-0000-0000-0000-000000000000}"/>
          </ac:spMkLst>
        </pc:spChg>
        <pc:spChg chg="mod">
          <ac:chgData name="Sune Djurhuus" userId="0bcb62a1-eba1-4abb-82ee-8067ef961803" providerId="ADAL" clId="{A66B22BF-3ECB-440B-84D1-C93321C9DD49}" dt="2026-09-28T21:05:12.997" v="246" actId="27636"/>
          <ac:spMkLst>
            <pc:docMk/>
            <pc:sldMk cId="2721577243" sldId="271"/>
            <ac:spMk id="16" creationId="{00000000-0000-0000-0000-000000000000}"/>
          </ac:spMkLst>
        </pc:spChg>
        <pc:spChg chg="mod">
          <ac:chgData name="Sune Djurhuus" userId="0bcb62a1-eba1-4abb-82ee-8067ef961803" providerId="ADAL" clId="{A66B22BF-3ECB-440B-84D1-C93321C9DD49}" dt="2026-09-28T21:19:12.240" v="674" actId="26606"/>
          <ac:spMkLst>
            <pc:docMk/>
            <pc:sldMk cId="2721577243" sldId="271"/>
            <ac:spMk id="18" creationId="{00000000-0000-0000-0000-000000000000}"/>
          </ac:spMkLst>
        </pc:spChg>
        <pc:spChg chg="mod">
          <ac:chgData name="Sune Djurhuus" userId="0bcb62a1-eba1-4abb-82ee-8067ef961803" providerId="ADAL" clId="{A66B22BF-3ECB-440B-84D1-C93321C9DD49}" dt="2026-09-28T21:05:13.005" v="249" actId="27636"/>
          <ac:spMkLst>
            <pc:docMk/>
            <pc:sldMk cId="2721577243" sldId="271"/>
            <ac:spMk id="19" creationId="{00000000-0000-0000-0000-000000000000}"/>
          </ac:spMkLst>
        </pc:spChg>
        <pc:spChg chg="mod">
          <ac:chgData name="Sune Djurhuus" userId="0bcb62a1-eba1-4abb-82ee-8067ef961803" providerId="ADAL" clId="{A66B22BF-3ECB-440B-84D1-C93321C9DD49}" dt="2026-09-28T21:05:11.601" v="1" actId="26606"/>
          <ac:spMkLst>
            <pc:docMk/>
            <pc:sldMk cId="2721577243" sldId="271"/>
            <ac:spMk id="20" creationId="{00000000-0000-0000-0000-000000000000}"/>
          </ac:spMkLst>
        </pc:spChg>
        <pc:spChg chg="mod">
          <ac:chgData name="Sune Djurhuus" userId="0bcb62a1-eba1-4abb-82ee-8067ef961803" providerId="ADAL" clId="{A66B22BF-3ECB-440B-84D1-C93321C9DD49}" dt="2026-09-28T21:05:12.989" v="242" actId="27636"/>
          <ac:spMkLst>
            <pc:docMk/>
            <pc:sldMk cId="2721577243" sldId="271"/>
            <ac:spMk id="21" creationId="{00000000-0000-0000-0000-000000000000}"/>
          </ac:spMkLst>
        </pc:spChg>
        <pc:spChg chg="mod">
          <ac:chgData name="Sune Djurhuus" userId="0bcb62a1-eba1-4abb-82ee-8067ef961803" providerId="ADAL" clId="{A66B22BF-3ECB-440B-84D1-C93321C9DD49}" dt="2026-09-28T21:19:12.240" v="674" actId="26606"/>
          <ac:spMkLst>
            <pc:docMk/>
            <pc:sldMk cId="2721577243" sldId="271"/>
            <ac:spMk id="23" creationId="{00000000-0000-0000-0000-000000000000}"/>
          </ac:spMkLst>
        </pc:spChg>
        <pc:spChg chg="mod">
          <ac:chgData name="Sune Djurhuus" userId="0bcb62a1-eba1-4abb-82ee-8067ef961803" providerId="ADAL" clId="{A66B22BF-3ECB-440B-84D1-C93321C9DD49}" dt="2026-09-28T21:05:12.993" v="244" actId="27636"/>
          <ac:spMkLst>
            <pc:docMk/>
            <pc:sldMk cId="2721577243" sldId="271"/>
            <ac:spMk id="24" creationId="{00000000-0000-0000-0000-000000000000}"/>
          </ac:spMkLst>
        </pc:spChg>
        <pc:spChg chg="mod">
          <ac:chgData name="Sune Djurhuus" userId="0bcb62a1-eba1-4abb-82ee-8067ef961803" providerId="ADAL" clId="{A66B22BF-3ECB-440B-84D1-C93321C9DD49}" dt="2026-09-28T21:05:13.003" v="248" actId="27636"/>
          <ac:spMkLst>
            <pc:docMk/>
            <pc:sldMk cId="2721577243" sldId="271"/>
            <ac:spMk id="26" creationId="{00000000-0000-0000-0000-000000000000}"/>
          </ac:spMkLst>
        </pc:spChg>
        <pc:spChg chg="mod">
          <ac:chgData name="Sune Djurhuus" userId="0bcb62a1-eba1-4abb-82ee-8067ef961803" providerId="ADAL" clId="{A66B22BF-3ECB-440B-84D1-C93321C9DD49}" dt="2026-09-28T21:19:12.240" v="674" actId="26606"/>
          <ac:spMkLst>
            <pc:docMk/>
            <pc:sldMk cId="2721577243" sldId="271"/>
            <ac:spMk id="28" creationId="{00000000-0000-0000-0000-000000000000}"/>
          </ac:spMkLst>
        </pc:spChg>
        <pc:spChg chg="mod">
          <ac:chgData name="Sune Djurhuus" userId="0bcb62a1-eba1-4abb-82ee-8067ef961803" providerId="ADAL" clId="{A66B22BF-3ECB-440B-84D1-C93321C9DD49}" dt="2026-09-28T21:05:13.030" v="255" actId="27636"/>
          <ac:spMkLst>
            <pc:docMk/>
            <pc:sldMk cId="2721577243" sldId="271"/>
            <ac:spMk id="29" creationId="{00000000-0000-0000-0000-000000000000}"/>
          </ac:spMkLst>
        </pc:spChg>
        <pc:spChg chg="mod">
          <ac:chgData name="Sune Djurhuus" userId="0bcb62a1-eba1-4abb-82ee-8067ef961803" providerId="ADAL" clId="{A66B22BF-3ECB-440B-84D1-C93321C9DD49}" dt="2026-09-28T21:05:13.016" v="252" actId="27636"/>
          <ac:spMkLst>
            <pc:docMk/>
            <pc:sldMk cId="2721577243" sldId="271"/>
            <ac:spMk id="31" creationId="{00000000-0000-0000-0000-000000000000}"/>
          </ac:spMkLst>
        </pc:spChg>
        <pc:spChg chg="mod">
          <ac:chgData name="Sune Djurhuus" userId="0bcb62a1-eba1-4abb-82ee-8067ef961803" providerId="ADAL" clId="{A66B22BF-3ECB-440B-84D1-C93321C9DD49}" dt="2026-09-28T21:19:12.240" v="674" actId="26606"/>
          <ac:spMkLst>
            <pc:docMk/>
            <pc:sldMk cId="2721577243" sldId="271"/>
            <ac:spMk id="33" creationId="{00000000-0000-0000-0000-000000000000}"/>
          </ac:spMkLst>
        </pc:spChg>
        <pc:spChg chg="mod">
          <ac:chgData name="Sune Djurhuus" userId="0bcb62a1-eba1-4abb-82ee-8067ef961803" providerId="ADAL" clId="{A66B22BF-3ECB-440B-84D1-C93321C9DD49}" dt="2026-09-28T21:05:13.013" v="251" actId="27636"/>
          <ac:spMkLst>
            <pc:docMk/>
            <pc:sldMk cId="2721577243" sldId="271"/>
            <ac:spMk id="34" creationId="{00000000-0000-0000-0000-000000000000}"/>
          </ac:spMkLst>
        </pc:spChg>
        <pc:spChg chg="mod">
          <ac:chgData name="Sune Djurhuus" userId="0bcb62a1-eba1-4abb-82ee-8067ef961803" providerId="ADAL" clId="{A66B22BF-3ECB-440B-84D1-C93321C9DD49}" dt="2026-09-28T21:05:13.023" v="253" actId="27636"/>
          <ac:spMkLst>
            <pc:docMk/>
            <pc:sldMk cId="2721577243" sldId="271"/>
            <ac:spMk id="36" creationId="{00000000-0000-0000-0000-000000000000}"/>
          </ac:spMkLst>
        </pc:spChg>
        <pc:spChg chg="mod">
          <ac:chgData name="Sune Djurhuus" userId="0bcb62a1-eba1-4abb-82ee-8067ef961803" providerId="ADAL" clId="{A66B22BF-3ECB-440B-84D1-C93321C9DD49}" dt="2026-09-28T21:05:13.011" v="250" actId="27636"/>
          <ac:spMkLst>
            <pc:docMk/>
            <pc:sldMk cId="2721577243" sldId="271"/>
            <ac:spMk id="39" creationId="{00000000-0000-0000-0000-000000000000}"/>
          </ac:spMkLst>
        </pc:spChg>
        <pc:spChg chg="mod">
          <ac:chgData name="Sune Djurhuus" userId="0bcb62a1-eba1-4abb-82ee-8067ef961803" providerId="ADAL" clId="{A66B22BF-3ECB-440B-84D1-C93321C9DD49}" dt="2026-09-28T21:05:13.028" v="254" actId="27636"/>
          <ac:spMkLst>
            <pc:docMk/>
            <pc:sldMk cId="2721577243" sldId="271"/>
            <ac:spMk id="40" creationId="{00000000-0000-0000-0000-000000000000}"/>
          </ac:spMkLst>
        </pc:spChg>
        <pc:spChg chg="mod">
          <ac:chgData name="Sune Djurhuus" userId="0bcb62a1-eba1-4abb-82ee-8067ef961803" providerId="ADAL" clId="{A66B22BF-3ECB-440B-84D1-C93321C9DD49}" dt="2026-09-28T21:05:11.601" v="1" actId="26606"/>
          <ac:spMkLst>
            <pc:docMk/>
            <pc:sldMk cId="2721577243" sldId="271"/>
            <ac:spMk id="50" creationId="{00000000-0000-0000-0000-000000000000}"/>
          </ac:spMkLst>
        </pc:spChg>
        <pc:spChg chg="mod">
          <ac:chgData name="Sune Djurhuus" userId="0bcb62a1-eba1-4abb-82ee-8067ef961803" providerId="ADAL" clId="{A66B22BF-3ECB-440B-84D1-C93321C9DD49}" dt="2026-09-28T21:05:11.601" v="1" actId="26606"/>
          <ac:spMkLst>
            <pc:docMk/>
            <pc:sldMk cId="2721577243" sldId="271"/>
            <ac:spMk id="51" creationId="{00000000-0000-0000-0000-000000000000}"/>
          </ac:spMkLst>
        </pc:spChg>
        <pc:spChg chg="mod">
          <ac:chgData name="Sune Djurhuus" userId="0bcb62a1-eba1-4abb-82ee-8067ef961803" providerId="ADAL" clId="{A66B22BF-3ECB-440B-84D1-C93321C9DD49}" dt="2026-09-28T21:05:11.601" v="1" actId="26606"/>
          <ac:spMkLst>
            <pc:docMk/>
            <pc:sldMk cId="2721577243" sldId="271"/>
            <ac:spMk id="55" creationId="{00000000-0000-0000-0000-000000000000}"/>
          </ac:spMkLst>
        </pc:spChg>
        <pc:spChg chg="add mod">
          <ac:chgData name="Sune Djurhuus" userId="0bcb62a1-eba1-4abb-82ee-8067ef961803" providerId="ADAL" clId="{A66B22BF-3ECB-440B-84D1-C93321C9DD49}" dt="2026-09-28T21:19:12.240" v="674" actId="26606"/>
          <ac:spMkLst>
            <pc:docMk/>
            <pc:sldMk cId="2721577243" sldId="271"/>
            <ac:spMk id="57" creationId="{00000000-0000-0000-0000-000000000000}"/>
          </ac:spMkLst>
        </pc:spChg>
      </pc:sldChg>
      <pc:sldChg chg="addSp modSp add mod ord setBg">
        <pc:chgData name="Sune Djurhuus" userId="0bcb62a1-eba1-4abb-82ee-8067ef961803" providerId="ADAL" clId="{A66B22BF-3ECB-440B-84D1-C93321C9DD49}" dt="2026-10-22T07:39:42.139" v="1087" actId="1036"/>
        <pc:sldMkLst>
          <pc:docMk/>
          <pc:sldMk cId="4088514319" sldId="395"/>
        </pc:sldMkLst>
        <pc:spChg chg="add mod">
          <ac:chgData name="Sune Djurhuus" userId="0bcb62a1-eba1-4abb-82ee-8067ef961803" providerId="ADAL" clId="{A66B22BF-3ECB-440B-84D1-C93321C9DD49}" dt="2026-10-22T07:39:42.139" v="1087" actId="1036"/>
          <ac:spMkLst>
            <pc:docMk/>
            <pc:sldMk cId="4088514319" sldId="395"/>
            <ac:spMk id="4" creationId="{FC1AEADA-C293-5330-DD17-A89416ABFDDD}"/>
          </ac:spMkLst>
        </pc:spChg>
        <pc:spChg chg="add mod">
          <ac:chgData name="Sune Djurhuus" userId="0bcb62a1-eba1-4abb-82ee-8067ef961803" providerId="ADAL" clId="{A66B22BF-3ECB-440B-84D1-C93321C9DD49}" dt="2026-10-22T07:39:42.139" v="1087" actId="1036"/>
          <ac:spMkLst>
            <pc:docMk/>
            <pc:sldMk cId="4088514319" sldId="395"/>
            <ac:spMk id="7" creationId="{57E5E67B-7DD8-42E9-94E0-0809CDB157EC}"/>
          </ac:spMkLst>
        </pc:spChg>
      </pc:sldChg>
      <pc:sldChg chg="addSp modSp add mod ord setBg">
        <pc:chgData name="Sune Djurhuus" userId="0bcb62a1-eba1-4abb-82ee-8067ef961803" providerId="ADAL" clId="{A66B22BF-3ECB-440B-84D1-C93321C9DD49}" dt="2026-10-22T07:36:29.882" v="1012" actId="1076"/>
        <pc:sldMkLst>
          <pc:docMk/>
          <pc:sldMk cId="769484720" sldId="2147473431"/>
        </pc:sldMkLst>
        <pc:spChg chg="add mod">
          <ac:chgData name="Sune Djurhuus" userId="0bcb62a1-eba1-4abb-82ee-8067ef961803" providerId="ADAL" clId="{A66B22BF-3ECB-440B-84D1-C93321C9DD49}" dt="2026-10-22T07:36:29.882" v="1012" actId="1076"/>
          <ac:spMkLst>
            <pc:docMk/>
            <pc:sldMk cId="769484720" sldId="2147473431"/>
            <ac:spMk id="3" creationId="{316A6F8C-43BE-EF89-5D59-B91672852CA0}"/>
          </ac:spMkLst>
        </pc:spChg>
        <pc:spChg chg="add mod">
          <ac:chgData name="Sune Djurhuus" userId="0bcb62a1-eba1-4abb-82ee-8067ef961803" providerId="ADAL" clId="{A66B22BF-3ECB-440B-84D1-C93321C9DD49}" dt="2026-10-22T07:36:29.882" v="1012" actId="1076"/>
          <ac:spMkLst>
            <pc:docMk/>
            <pc:sldMk cId="769484720" sldId="2147473431"/>
            <ac:spMk id="5" creationId="{FC0371BF-771F-72B5-B4B6-9B9C6A6C62F1}"/>
          </ac:spMkLst>
        </pc:spChg>
      </pc:sldChg>
      <pc:sldChg chg="addSp modSp add mod ord setBg">
        <pc:chgData name="Sune Djurhuus" userId="0bcb62a1-eba1-4abb-82ee-8067ef961803" providerId="ADAL" clId="{A66B22BF-3ECB-440B-84D1-C93321C9DD49}" dt="2026-10-22T07:39:06.800" v="1041" actId="1076"/>
        <pc:sldMkLst>
          <pc:docMk/>
          <pc:sldMk cId="3111875776" sldId="2147473436"/>
        </pc:sldMkLst>
        <pc:spChg chg="add mod">
          <ac:chgData name="Sune Djurhuus" userId="0bcb62a1-eba1-4abb-82ee-8067ef961803" providerId="ADAL" clId="{A66B22BF-3ECB-440B-84D1-C93321C9DD49}" dt="2026-10-22T07:39:06.800" v="1041" actId="1076"/>
          <ac:spMkLst>
            <pc:docMk/>
            <pc:sldMk cId="3111875776" sldId="2147473436"/>
            <ac:spMk id="3" creationId="{1DDEAD9D-5ED2-1699-93DF-541D3088C1DA}"/>
          </ac:spMkLst>
        </pc:spChg>
        <pc:spChg chg="add mod">
          <ac:chgData name="Sune Djurhuus" userId="0bcb62a1-eba1-4abb-82ee-8067ef961803" providerId="ADAL" clId="{A66B22BF-3ECB-440B-84D1-C93321C9DD49}" dt="2026-10-22T07:39:06.800" v="1041" actId="1076"/>
          <ac:spMkLst>
            <pc:docMk/>
            <pc:sldMk cId="3111875776" sldId="2147473436"/>
            <ac:spMk id="10" creationId="{30B708BB-20FB-E08C-903D-AB9145C37A7E}"/>
          </ac:spMkLst>
        </pc:spChg>
      </pc:sldChg>
      <pc:sldChg chg="addSp modSp add mod ord setBg">
        <pc:chgData name="Sune Djurhuus" userId="0bcb62a1-eba1-4abb-82ee-8067ef961803" providerId="ADAL" clId="{A66B22BF-3ECB-440B-84D1-C93321C9DD49}" dt="2026-10-22T07:36:00.860" v="1008"/>
        <pc:sldMkLst>
          <pc:docMk/>
          <pc:sldMk cId="3597931204" sldId="2147474765"/>
        </pc:sldMkLst>
        <pc:spChg chg="add mod">
          <ac:chgData name="Sune Djurhuus" userId="0bcb62a1-eba1-4abb-82ee-8067ef961803" providerId="ADAL" clId="{A66B22BF-3ECB-440B-84D1-C93321C9DD49}" dt="2026-10-22T07:35:52.168" v="1006" actId="1076"/>
          <ac:spMkLst>
            <pc:docMk/>
            <pc:sldMk cId="3597931204" sldId="2147474765"/>
            <ac:spMk id="5" creationId="{7D3B025D-4F8A-7B57-5057-85B7229729B8}"/>
          </ac:spMkLst>
        </pc:spChg>
        <pc:spChg chg="add mod">
          <ac:chgData name="Sune Djurhuus" userId="0bcb62a1-eba1-4abb-82ee-8067ef961803" providerId="ADAL" clId="{A66B22BF-3ECB-440B-84D1-C93321C9DD49}" dt="2026-10-22T07:35:52.168" v="1006" actId="1076"/>
          <ac:spMkLst>
            <pc:docMk/>
            <pc:sldMk cId="3597931204" sldId="2147474765"/>
            <ac:spMk id="7" creationId="{47062756-2FCF-1374-7935-F8CF7A6AFBAF}"/>
          </ac:spMkLst>
        </pc:spChg>
        <pc:spChg chg="mod">
          <ac:chgData name="Sune Djurhuus" userId="0bcb62a1-eba1-4abb-82ee-8067ef961803" providerId="ADAL" clId="{A66B22BF-3ECB-440B-84D1-C93321C9DD49}" dt="2026-10-22T07:35:36.522" v="1004" actId="20577"/>
          <ac:spMkLst>
            <pc:docMk/>
            <pc:sldMk cId="3597931204" sldId="2147474765"/>
            <ac:spMk id="48" creationId="{434E963D-DD1D-116E-0F2F-1E646A8A4088}"/>
          </ac:spMkLst>
        </pc:spChg>
      </pc:sldChg>
      <pc:sldChg chg="addSp delSp modSp add del mod delAnim">
        <pc:chgData name="Sune Djurhuus" userId="0bcb62a1-eba1-4abb-82ee-8067ef961803" providerId="ADAL" clId="{A66B22BF-3ECB-440B-84D1-C93321C9DD49}" dt="2026-10-22T07:25:51.136" v="871" actId="47"/>
        <pc:sldMkLst>
          <pc:docMk/>
          <pc:sldMk cId="1607081673" sldId="2147474766"/>
        </pc:sldMkLst>
      </pc:sldChg>
      <pc:sldChg chg="add del ord setBg">
        <pc:chgData name="Sune Djurhuus" userId="0bcb62a1-eba1-4abb-82ee-8067ef961803" providerId="ADAL" clId="{A66B22BF-3ECB-440B-84D1-C93321C9DD49}" dt="2026-10-22T07:37:58.100" v="1033" actId="47"/>
        <pc:sldMkLst>
          <pc:docMk/>
          <pc:sldMk cId="1254436345" sldId="2147474816"/>
        </pc:sldMkLst>
      </pc:sldChg>
      <pc:sldChg chg="addSp add mod ord setBg">
        <pc:chgData name="Sune Djurhuus" userId="0bcb62a1-eba1-4abb-82ee-8067ef961803" providerId="ADAL" clId="{A66B22BF-3ECB-440B-84D1-C93321C9DD49}" dt="2026-10-22T07:38:24.751" v="1036" actId="22"/>
        <pc:sldMkLst>
          <pc:docMk/>
          <pc:sldMk cId="1423073350" sldId="2147474821"/>
        </pc:sldMkLst>
        <pc:spChg chg="add">
          <ac:chgData name="Sune Djurhuus" userId="0bcb62a1-eba1-4abb-82ee-8067ef961803" providerId="ADAL" clId="{A66B22BF-3ECB-440B-84D1-C93321C9DD49}" dt="2026-10-22T07:38:24.751" v="1036" actId="22"/>
          <ac:spMkLst>
            <pc:docMk/>
            <pc:sldMk cId="1423073350" sldId="2147474821"/>
            <ac:spMk id="34" creationId="{94AF5F0D-0BE2-CA91-B5CB-DBCCEE8BD749}"/>
          </ac:spMkLst>
        </pc:spChg>
        <pc:spChg chg="add">
          <ac:chgData name="Sune Djurhuus" userId="0bcb62a1-eba1-4abb-82ee-8067ef961803" providerId="ADAL" clId="{A66B22BF-3ECB-440B-84D1-C93321C9DD49}" dt="2026-10-22T07:38:24.751" v="1036" actId="22"/>
          <ac:spMkLst>
            <pc:docMk/>
            <pc:sldMk cId="1423073350" sldId="2147474821"/>
            <ac:spMk id="43" creationId="{3576266A-77FF-7E5F-48B9-75BDC2DCFB4C}"/>
          </ac:spMkLst>
        </pc:spChg>
      </pc:sldChg>
      <pc:sldChg chg="addSp modSp add mod ord setBg">
        <pc:chgData name="Sune Djurhuus" userId="0bcb62a1-eba1-4abb-82ee-8067ef961803" providerId="ADAL" clId="{A66B22BF-3ECB-440B-84D1-C93321C9DD49}" dt="2026-10-22T07:37:49.045" v="1032" actId="1035"/>
        <pc:sldMkLst>
          <pc:docMk/>
          <pc:sldMk cId="2508877772" sldId="2147474974"/>
        </pc:sldMkLst>
        <pc:spChg chg="mod">
          <ac:chgData name="Sune Djurhuus" userId="0bcb62a1-eba1-4abb-82ee-8067ef961803" providerId="ADAL" clId="{A66B22BF-3ECB-440B-84D1-C93321C9DD49}" dt="2026-10-22T07:37:36.389" v="1020" actId="20577"/>
          <ac:spMkLst>
            <pc:docMk/>
            <pc:sldMk cId="2508877772" sldId="2147474974"/>
            <ac:spMk id="2" creationId="{5FA2C8E6-7755-2CCE-D348-D8F141774804}"/>
          </ac:spMkLst>
        </pc:spChg>
        <pc:spChg chg="add mod">
          <ac:chgData name="Sune Djurhuus" userId="0bcb62a1-eba1-4abb-82ee-8067ef961803" providerId="ADAL" clId="{A66B22BF-3ECB-440B-84D1-C93321C9DD49}" dt="2026-10-22T07:37:49.045" v="1032" actId="1035"/>
          <ac:spMkLst>
            <pc:docMk/>
            <pc:sldMk cId="2508877772" sldId="2147474974"/>
            <ac:spMk id="5" creationId="{2935307E-2210-3915-DED0-DB4401D280A2}"/>
          </ac:spMkLst>
        </pc:spChg>
        <pc:spChg chg="add mod">
          <ac:chgData name="Sune Djurhuus" userId="0bcb62a1-eba1-4abb-82ee-8067ef961803" providerId="ADAL" clId="{A66B22BF-3ECB-440B-84D1-C93321C9DD49}" dt="2026-10-22T07:37:49.045" v="1032" actId="1035"/>
          <ac:spMkLst>
            <pc:docMk/>
            <pc:sldMk cId="2508877772" sldId="2147474974"/>
            <ac:spMk id="11" creationId="{1D991125-36E2-828E-7302-8623A37E3F6C}"/>
          </ac:spMkLst>
        </pc:spChg>
      </pc:sldChg>
      <pc:sldChg chg="addSp delSp modSp add del mod ord setBg">
        <pc:chgData name="Sune Djurhuus" userId="0bcb62a1-eba1-4abb-82ee-8067ef961803" providerId="ADAL" clId="{A66B22BF-3ECB-440B-84D1-C93321C9DD49}" dt="2026-10-22T07:38:38.079" v="1037" actId="47"/>
        <pc:sldMkLst>
          <pc:docMk/>
          <pc:sldMk cId="1623355113" sldId="2147475062"/>
        </pc:sldMkLst>
        <pc:spChg chg="add del mod">
          <ac:chgData name="Sune Djurhuus" userId="0bcb62a1-eba1-4abb-82ee-8067ef961803" providerId="ADAL" clId="{A66B22BF-3ECB-440B-84D1-C93321C9DD49}" dt="2026-10-22T07:34:18.691" v="978" actId="478"/>
          <ac:spMkLst>
            <pc:docMk/>
            <pc:sldMk cId="1623355113" sldId="2147475062"/>
            <ac:spMk id="43" creationId="{34896598-72FD-D647-94AB-3F850A53E166}"/>
          </ac:spMkLst>
        </pc:spChg>
        <pc:spChg chg="add mod">
          <ac:chgData name="Sune Djurhuus" userId="0bcb62a1-eba1-4abb-82ee-8067ef961803" providerId="ADAL" clId="{A66B22BF-3ECB-440B-84D1-C93321C9DD49}" dt="2026-10-22T07:34:48.352" v="986" actId="1035"/>
          <ac:spMkLst>
            <pc:docMk/>
            <pc:sldMk cId="1623355113" sldId="2147475062"/>
            <ac:spMk id="48" creationId="{BD249D62-866E-1C52-7B67-65D099C89F41}"/>
          </ac:spMkLst>
        </pc:spChg>
        <pc:spChg chg="add mod">
          <ac:chgData name="Sune Djurhuus" userId="0bcb62a1-eba1-4abb-82ee-8067ef961803" providerId="ADAL" clId="{A66B22BF-3ECB-440B-84D1-C93321C9DD49}" dt="2026-10-22T07:34:48.352" v="986" actId="1035"/>
          <ac:spMkLst>
            <pc:docMk/>
            <pc:sldMk cId="1623355113" sldId="2147475062"/>
            <ac:spMk id="52" creationId="{22B74C5C-7E48-2C84-A40B-96ABDD731AB0}"/>
          </ac:spMkLst>
        </pc:spChg>
      </pc:sldChg>
      <pc:sldChg chg="addSp delSp modSp new mod setBg">
        <pc:chgData name="Sune Djurhuus" userId="0bcb62a1-eba1-4abb-82ee-8067ef961803" providerId="ADAL" clId="{A66B22BF-3ECB-440B-84D1-C93321C9DD49}" dt="2026-10-22T07:31:08.964" v="946" actId="14100"/>
        <pc:sldMkLst>
          <pc:docMk/>
          <pc:sldMk cId="3743977383" sldId="2147475063"/>
        </pc:sldMkLst>
        <pc:spChg chg="add mod">
          <ac:chgData name="Sune Djurhuus" userId="0bcb62a1-eba1-4abb-82ee-8067ef961803" providerId="ADAL" clId="{A66B22BF-3ECB-440B-84D1-C93321C9DD49}" dt="2026-10-22T07:31:08.964" v="946" actId="14100"/>
          <ac:spMkLst>
            <pc:docMk/>
            <pc:sldMk cId="3743977383" sldId="2147475063"/>
            <ac:spMk id="2" creationId="{D1BF73D0-F3C0-881E-C6C6-0A84391E08B2}"/>
          </ac:spMkLst>
        </pc:spChg>
        <pc:spChg chg="add del mod">
          <ac:chgData name="Sune Djurhuus" userId="0bcb62a1-eba1-4abb-82ee-8067ef961803" providerId="ADAL" clId="{A66B22BF-3ECB-440B-84D1-C93321C9DD49}" dt="2026-10-22T07:29:09.025" v="931" actId="22"/>
          <ac:spMkLst>
            <pc:docMk/>
            <pc:sldMk cId="3743977383" sldId="2147475063"/>
            <ac:spMk id="4" creationId="{E9B3C37A-D361-4E44-B823-D6FD4334EFED}"/>
          </ac:spMkLst>
        </pc:spChg>
        <pc:spChg chg="add del">
          <ac:chgData name="Sune Djurhuus" userId="0bcb62a1-eba1-4abb-82ee-8067ef961803" providerId="ADAL" clId="{A66B22BF-3ECB-440B-84D1-C93321C9DD49}" dt="2026-10-22T07:29:08.577" v="930" actId="22"/>
          <ac:spMkLst>
            <pc:docMk/>
            <pc:sldMk cId="3743977383" sldId="2147475063"/>
            <ac:spMk id="6" creationId="{A68D4449-902D-06F8-E829-B2EEF5126A89}"/>
          </ac:spMkLst>
        </pc:spChg>
      </pc:sldChg>
      <pc:sldChg chg="modSp add del mod">
        <pc:chgData name="Sune Djurhuus" userId="0bcb62a1-eba1-4abb-82ee-8067ef961803" providerId="ADAL" clId="{A66B22BF-3ECB-440B-84D1-C93321C9DD49}" dt="2026-10-22T07:29:07.618" v="926"/>
        <pc:sldMkLst>
          <pc:docMk/>
          <pc:sldMk cId="1582003616" sldId="2147475064"/>
        </pc:sldMkLst>
        <pc:spChg chg="mod">
          <ac:chgData name="Sune Djurhuus" userId="0bcb62a1-eba1-4abb-82ee-8067ef961803" providerId="ADAL" clId="{A66B22BF-3ECB-440B-84D1-C93321C9DD49}" dt="2026-10-22T07:29:07.155" v="923" actId="6549"/>
          <ac:spMkLst>
            <pc:docMk/>
            <pc:sldMk cId="1582003616" sldId="2147475064"/>
            <ac:spMk id="2" creationId="{E5AB768E-096E-0842-79AE-8376C4D95107}"/>
          </ac:spMkLst>
        </pc:spChg>
      </pc:sldChg>
      <pc:sldChg chg="modSp add mod">
        <pc:chgData name="Sune Djurhuus" userId="0bcb62a1-eba1-4abb-82ee-8067ef961803" providerId="ADAL" clId="{A66B22BF-3ECB-440B-84D1-C93321C9DD49}" dt="2026-10-22T07:31:56.706" v="955" actId="108"/>
        <pc:sldMkLst>
          <pc:docMk/>
          <pc:sldMk cId="2766707004" sldId="2147475064"/>
        </pc:sldMkLst>
        <pc:spChg chg="mod">
          <ac:chgData name="Sune Djurhuus" userId="0bcb62a1-eba1-4abb-82ee-8067ef961803" providerId="ADAL" clId="{A66B22BF-3ECB-440B-84D1-C93321C9DD49}" dt="2026-10-22T07:31:56.706" v="955" actId="108"/>
          <ac:spMkLst>
            <pc:docMk/>
            <pc:sldMk cId="2766707004" sldId="2147475064"/>
            <ac:spMk id="2" creationId="{5AA2F9BC-7AB5-0A5B-DD1C-835CB9564105}"/>
          </ac:spMkLst>
        </pc:spChg>
      </pc:sldChg>
      <pc:sldChg chg="add del setBg">
        <pc:chgData name="Sune Djurhuus" userId="0bcb62a1-eba1-4abb-82ee-8067ef961803" providerId="ADAL" clId="{A66B22BF-3ECB-440B-84D1-C93321C9DD49}" dt="2026-10-22T07:31:27.250" v="948"/>
        <pc:sldMkLst>
          <pc:docMk/>
          <pc:sldMk cId="3607163977" sldId="2147475064"/>
        </pc:sldMkLst>
      </pc:sldChg>
      <pc:sldChg chg="modSp add mod">
        <pc:chgData name="Sune Djurhuus" userId="0bcb62a1-eba1-4abb-82ee-8067ef961803" providerId="ADAL" clId="{A66B22BF-3ECB-440B-84D1-C93321C9DD49}" dt="2026-10-22T07:32:20.251" v="959" actId="20577"/>
        <pc:sldMkLst>
          <pc:docMk/>
          <pc:sldMk cId="2054155408" sldId="2147475065"/>
        </pc:sldMkLst>
        <pc:spChg chg="mod">
          <ac:chgData name="Sune Djurhuus" userId="0bcb62a1-eba1-4abb-82ee-8067ef961803" providerId="ADAL" clId="{A66B22BF-3ECB-440B-84D1-C93321C9DD49}" dt="2026-10-22T07:32:20.251" v="959" actId="20577"/>
          <ac:spMkLst>
            <pc:docMk/>
            <pc:sldMk cId="2054155408" sldId="2147475065"/>
            <ac:spMk id="2" creationId="{AD4B85E3-7DDD-AF24-4F48-CA599D36B1A5}"/>
          </ac:spMkLst>
        </pc:spChg>
      </pc:sldChg>
      <pc:sldChg chg="modSp add del mod">
        <pc:chgData name="Sune Djurhuus" userId="0bcb62a1-eba1-4abb-82ee-8067ef961803" providerId="ADAL" clId="{A66B22BF-3ECB-440B-84D1-C93321C9DD49}" dt="2026-10-22T07:29:07.458" v="925"/>
        <pc:sldMkLst>
          <pc:docMk/>
          <pc:sldMk cId="2985106652" sldId="2147475065"/>
        </pc:sldMkLst>
        <pc:spChg chg="mod">
          <ac:chgData name="Sune Djurhuus" userId="0bcb62a1-eba1-4abb-82ee-8067ef961803" providerId="ADAL" clId="{A66B22BF-3ECB-440B-84D1-C93321C9DD49}" dt="2026-10-22T07:29:06.372" v="920" actId="6549"/>
          <ac:spMkLst>
            <pc:docMk/>
            <pc:sldMk cId="2985106652" sldId="2147475065"/>
            <ac:spMk id="2" creationId="{649A57A1-90CA-98B2-D5DC-24B1519A6628}"/>
          </ac:spMkLst>
        </pc:spChg>
      </pc:sldChg>
      <pc:sldChg chg="modSp add del mod">
        <pc:chgData name="Sune Djurhuus" userId="0bcb62a1-eba1-4abb-82ee-8067ef961803" providerId="ADAL" clId="{A66B22BF-3ECB-440B-84D1-C93321C9DD49}" dt="2026-10-22T07:29:07.306" v="924"/>
        <pc:sldMkLst>
          <pc:docMk/>
          <pc:sldMk cId="4228484616" sldId="2147475066"/>
        </pc:sldMkLst>
        <pc:spChg chg="mod">
          <ac:chgData name="Sune Djurhuus" userId="0bcb62a1-eba1-4abb-82ee-8067ef961803" providerId="ADAL" clId="{A66B22BF-3ECB-440B-84D1-C93321C9DD49}" dt="2026-10-22T07:29:05.805" v="917" actId="6549"/>
          <ac:spMkLst>
            <pc:docMk/>
            <pc:sldMk cId="4228484616" sldId="2147475066"/>
            <ac:spMk id="2" creationId="{30029DDB-72E1-0E31-3A32-0E13E1A851E5}"/>
          </ac:spMkLst>
        </pc:spChg>
      </pc:sldChg>
      <pc:sldChg chg="modSp add mod">
        <pc:chgData name="Sune Djurhuus" userId="0bcb62a1-eba1-4abb-82ee-8067ef961803" providerId="ADAL" clId="{A66B22BF-3ECB-440B-84D1-C93321C9DD49}" dt="2026-10-22T07:32:37.216" v="963" actId="108"/>
        <pc:sldMkLst>
          <pc:docMk/>
          <pc:sldMk cId="4280004216" sldId="2147475066"/>
        </pc:sldMkLst>
        <pc:spChg chg="mod">
          <ac:chgData name="Sune Djurhuus" userId="0bcb62a1-eba1-4abb-82ee-8067ef961803" providerId="ADAL" clId="{A66B22BF-3ECB-440B-84D1-C93321C9DD49}" dt="2026-10-22T07:32:37.216" v="963" actId="108"/>
          <ac:spMkLst>
            <pc:docMk/>
            <pc:sldMk cId="4280004216" sldId="2147475066"/>
            <ac:spMk id="2" creationId="{575B6AAB-B904-B23C-6E18-CF32FDC16807}"/>
          </ac:spMkLst>
        </pc:spChg>
      </pc:sldChg>
      <pc:sldChg chg="addSp modSp new del mod setBg">
        <pc:chgData name="Sune Djurhuus" userId="0bcb62a1-eba1-4abb-82ee-8067ef961803" providerId="ADAL" clId="{A66B22BF-3ECB-440B-84D1-C93321C9DD49}" dt="2026-10-22T07:44:40.109" v="1141" actId="47"/>
        <pc:sldMkLst>
          <pc:docMk/>
          <pc:sldMk cId="107677947" sldId="2147475067"/>
        </pc:sldMkLst>
        <pc:spChg chg="add">
          <ac:chgData name="Sune Djurhuus" userId="0bcb62a1-eba1-4abb-82ee-8067ef961803" providerId="ADAL" clId="{A66B22BF-3ECB-440B-84D1-C93321C9DD49}" dt="2026-10-22T07:43:55.943" v="1105" actId="11529"/>
          <ac:spMkLst>
            <pc:docMk/>
            <pc:sldMk cId="107677947" sldId="2147475067"/>
            <ac:spMk id="4" creationId="{022CB7D6-2CF5-4BE4-F58E-AFF8D2DA893F}"/>
          </ac:spMkLst>
        </pc:spChg>
        <pc:spChg chg="add mod">
          <ac:chgData name="Sune Djurhuus" userId="0bcb62a1-eba1-4abb-82ee-8067ef961803" providerId="ADAL" clId="{A66B22BF-3ECB-440B-84D1-C93321C9DD49}" dt="2026-10-22T07:44:36.871" v="1140" actId="20577"/>
          <ac:spMkLst>
            <pc:docMk/>
            <pc:sldMk cId="107677947" sldId="2147475067"/>
            <ac:spMk id="5" creationId="{B9CF901F-E872-835A-7B2C-99ADBAA33A66}"/>
          </ac:spMkLst>
        </pc:spChg>
        <pc:picChg chg="add mod">
          <ac:chgData name="Sune Djurhuus" userId="0bcb62a1-eba1-4abb-82ee-8067ef961803" providerId="ADAL" clId="{A66B22BF-3ECB-440B-84D1-C93321C9DD49}" dt="2026-10-22T07:43:41.586" v="1104" actId="1036"/>
          <ac:picMkLst>
            <pc:docMk/>
            <pc:sldMk cId="107677947" sldId="2147475067"/>
            <ac:picMk id="3" creationId="{B4F6D36C-04D3-9E10-47E8-95F595F30AE1}"/>
          </ac:picMkLst>
        </pc:picChg>
      </pc:sldChg>
      <pc:sldChg chg="addSp modSp add del mod">
        <pc:chgData name="Sune Djurhuus" userId="0bcb62a1-eba1-4abb-82ee-8067ef961803" providerId="ADAL" clId="{A66B22BF-3ECB-440B-84D1-C93321C9DD49}" dt="2026-10-22T07:25:51.136" v="871" actId="47"/>
        <pc:sldMkLst>
          <pc:docMk/>
          <pc:sldMk cId="3742113757" sldId="2147475231"/>
        </pc:sldMkLst>
      </pc:sldChg>
      <pc:sldMasterChg chg="add setBg addSldLayout delSldLayout modSldLayout sldLayoutOrd">
        <pc:chgData name="Sune Djurhuus" userId="0bcb62a1-eba1-4abb-82ee-8067ef961803" providerId="ADAL" clId="{A66B22BF-3ECB-440B-84D1-C93321C9DD49}" dt="2026-10-22T07:26:40.228" v="874"/>
        <pc:sldMasterMkLst>
          <pc:docMk/>
          <pc:sldMasterMk cId="0" sldId="2147483648"/>
        </pc:sldMasterMkLst>
        <pc:sldLayoutChg chg="mod ord setBg">
          <pc:chgData name="Sune Djurhuus" userId="0bcb62a1-eba1-4abb-82ee-8067ef961803" providerId="ADAL" clId="{A66B22BF-3ECB-440B-84D1-C93321C9DD49}" dt="2026-10-22T07:26:40.228" v="874"/>
          <pc:sldLayoutMkLst>
            <pc:docMk/>
            <pc:sldMasterMk cId="0" sldId="2147483648"/>
            <pc:sldLayoutMk cId="0" sldId="2147483649"/>
          </pc:sldLayoutMkLst>
        </pc:sldLayoutChg>
        <pc:sldLayoutChg chg="add setBg">
          <pc:chgData name="Sune Djurhuus" userId="0bcb62a1-eba1-4abb-82ee-8067ef961803" providerId="ADAL" clId="{A66B22BF-3ECB-440B-84D1-C93321C9DD49}" dt="2026-10-22T07:26:40.228" v="874"/>
          <pc:sldLayoutMkLst>
            <pc:docMk/>
            <pc:sldMasterMk cId="0" sldId="2147483648"/>
            <pc:sldLayoutMk cId="0" sldId="2147483650"/>
          </pc:sldLayoutMkLst>
        </pc:sldLayoutChg>
        <pc:sldLayoutChg chg="add setBg">
          <pc:chgData name="Sune Djurhuus" userId="0bcb62a1-eba1-4abb-82ee-8067ef961803" providerId="ADAL" clId="{A66B22BF-3ECB-440B-84D1-C93321C9DD49}" dt="2026-10-22T07:26:40.228" v="874"/>
          <pc:sldLayoutMkLst>
            <pc:docMk/>
            <pc:sldMasterMk cId="0" sldId="2147483648"/>
            <pc:sldLayoutMk cId="1359206428" sldId="2147483651"/>
          </pc:sldLayoutMkLst>
        </pc:sldLayoutChg>
        <pc:sldLayoutChg chg="add setBg">
          <pc:chgData name="Sune Djurhuus" userId="0bcb62a1-eba1-4abb-82ee-8067ef961803" providerId="ADAL" clId="{A66B22BF-3ECB-440B-84D1-C93321C9DD49}" dt="2026-10-22T07:26:40.228" v="874"/>
          <pc:sldLayoutMkLst>
            <pc:docMk/>
            <pc:sldMasterMk cId="0" sldId="2147483648"/>
            <pc:sldLayoutMk cId="73138390" sldId="2147483652"/>
          </pc:sldLayoutMkLst>
        </pc:sldLayoutChg>
        <pc:sldLayoutChg chg="add setBg">
          <pc:chgData name="Sune Djurhuus" userId="0bcb62a1-eba1-4abb-82ee-8067ef961803" providerId="ADAL" clId="{A66B22BF-3ECB-440B-84D1-C93321C9DD49}" dt="2026-10-22T07:26:40.228" v="874"/>
          <pc:sldLayoutMkLst>
            <pc:docMk/>
            <pc:sldMasterMk cId="0" sldId="2147483648"/>
            <pc:sldLayoutMk cId="472300556" sldId="2147483653"/>
          </pc:sldLayoutMkLst>
        </pc:sldLayoutChg>
        <pc:sldLayoutChg chg="add setBg">
          <pc:chgData name="Sune Djurhuus" userId="0bcb62a1-eba1-4abb-82ee-8067ef961803" providerId="ADAL" clId="{A66B22BF-3ECB-440B-84D1-C93321C9DD49}" dt="2026-10-22T07:26:40.228" v="874"/>
          <pc:sldLayoutMkLst>
            <pc:docMk/>
            <pc:sldMasterMk cId="0" sldId="2147483648"/>
            <pc:sldLayoutMk cId="2454221705" sldId="2147483654"/>
          </pc:sldLayoutMkLst>
        </pc:sldLayoutChg>
        <pc:sldLayoutChg chg="del">
          <pc:chgData name="Sune Djurhuus" userId="0bcb62a1-eba1-4abb-82ee-8067ef961803" providerId="ADAL" clId="{A66B22BF-3ECB-440B-84D1-C93321C9DD49}" dt="2026-10-22T07:25:51.136" v="871" actId="47"/>
          <pc:sldLayoutMkLst>
            <pc:docMk/>
            <pc:sldMasterMk cId="0" sldId="2147483648"/>
            <pc:sldLayoutMk cId="3521513670" sldId="2147483655"/>
          </pc:sldLayoutMkLst>
        </pc:sldLayoutChg>
        <pc:sldLayoutChg chg="del">
          <pc:chgData name="Sune Djurhuus" userId="0bcb62a1-eba1-4abb-82ee-8067ef961803" providerId="ADAL" clId="{A66B22BF-3ECB-440B-84D1-C93321C9DD49}" dt="2026-10-22T07:25:51.136" v="871" actId="47"/>
          <pc:sldLayoutMkLst>
            <pc:docMk/>
            <pc:sldMasterMk cId="0" sldId="2147483648"/>
            <pc:sldLayoutMk cId="3669837156" sldId="2147483656"/>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B2F1AE0-96CC-4E8C-A728-B9DA00DAAFDC}" type="doc">
      <dgm:prSet loTypeId="urn:microsoft.com/office/officeart/2008/layout/VerticalCurvedList" loCatId="list" qsTypeId="urn:microsoft.com/office/officeart/2005/8/quickstyle/simple1#1" qsCatId="simple" csTypeId="urn:microsoft.com/office/officeart/2005/8/colors/accent1_2#1" csCatId="accent1" phldr="1"/>
      <dgm:spPr/>
      <dgm:t>
        <a:bodyPr/>
        <a:lstStyle/>
        <a:p>
          <a:endParaRPr lang="en-GB"/>
        </a:p>
      </dgm:t>
    </dgm:pt>
    <dgm:pt modelId="{1CAAE575-EBA9-44AA-805A-6661D7D52230}">
      <dgm:prSet phldrT="[Text]"/>
      <dgm:spPr/>
      <dgm:t>
        <a:bodyPr/>
        <a:lstStyle/>
        <a:p>
          <a:r>
            <a:rPr lang="en-GB" noProof="0"/>
            <a:t>Worker productivity and production of knowledge and reports</a:t>
          </a:r>
        </a:p>
      </dgm:t>
    </dgm:pt>
    <dgm:pt modelId="{12608E85-BE4F-4335-BAAA-C52BFD334C4F}" type="parTrans" cxnId="{E944861C-BA4F-4138-8B43-2E0C157294DD}">
      <dgm:prSet/>
      <dgm:spPr/>
      <dgm:t>
        <a:bodyPr/>
        <a:lstStyle/>
        <a:p>
          <a:endParaRPr lang="en-GB" noProof="0"/>
        </a:p>
      </dgm:t>
    </dgm:pt>
    <dgm:pt modelId="{AF2494F6-F513-4FBC-9076-6350748B01A0}" type="sibTrans" cxnId="{E944861C-BA4F-4138-8B43-2E0C157294DD}">
      <dgm:prSet/>
      <dgm:spPr/>
      <dgm:t>
        <a:bodyPr/>
        <a:lstStyle/>
        <a:p>
          <a:endParaRPr lang="en-GB" noProof="0"/>
        </a:p>
      </dgm:t>
    </dgm:pt>
    <dgm:pt modelId="{2780062E-B961-400F-BA7E-C4DB3952B708}">
      <dgm:prSet phldrT="[Text]"/>
      <dgm:spPr/>
      <dgm:t>
        <a:bodyPr/>
        <a:lstStyle/>
        <a:p>
          <a:r>
            <a:rPr lang="en-GB" noProof="0"/>
            <a:t>Knowledge exploration services</a:t>
          </a:r>
        </a:p>
      </dgm:t>
    </dgm:pt>
    <dgm:pt modelId="{F44ADFDE-BE60-46D9-B78F-04C60E0A7BD7}" type="parTrans" cxnId="{88EA3E88-DA78-4865-9E78-9A88D87704AE}">
      <dgm:prSet/>
      <dgm:spPr/>
      <dgm:t>
        <a:bodyPr/>
        <a:lstStyle/>
        <a:p>
          <a:endParaRPr lang="en-GB" noProof="0"/>
        </a:p>
      </dgm:t>
    </dgm:pt>
    <dgm:pt modelId="{0053718F-0A83-4D83-A67D-693E265C422E}" type="sibTrans" cxnId="{88EA3E88-DA78-4865-9E78-9A88D87704AE}">
      <dgm:prSet/>
      <dgm:spPr/>
      <dgm:t>
        <a:bodyPr/>
        <a:lstStyle/>
        <a:p>
          <a:endParaRPr lang="en-GB" noProof="0"/>
        </a:p>
      </dgm:t>
    </dgm:pt>
    <dgm:pt modelId="{0AFA3D7B-FA98-4D03-9BEA-C869BA996BD3}">
      <dgm:prSet phldrT="[Text]"/>
      <dgm:spPr/>
      <dgm:t>
        <a:bodyPr/>
        <a:lstStyle/>
        <a:p>
          <a:r>
            <a:rPr lang="en-GB" noProof="0"/>
            <a:t>Data analysis, exploration, visualisation, advanced analytics, image treatment and q</a:t>
          </a:r>
          <a:r>
            <a:rPr lang="da-DK" noProof="0" err="1"/>
            <a:t>uality</a:t>
          </a:r>
          <a:endParaRPr lang="en-GB" noProof="0"/>
        </a:p>
      </dgm:t>
    </dgm:pt>
    <dgm:pt modelId="{34559873-4D3C-4EA9-AC85-6681C2F63FD6}" type="parTrans" cxnId="{44D3F76E-D199-4A5A-9A3E-B7AF1EEC62AD}">
      <dgm:prSet/>
      <dgm:spPr/>
      <dgm:t>
        <a:bodyPr/>
        <a:lstStyle/>
        <a:p>
          <a:endParaRPr lang="en-GB" noProof="0"/>
        </a:p>
      </dgm:t>
    </dgm:pt>
    <dgm:pt modelId="{A870231A-FFE7-4C39-9B5A-DF33DA73F664}" type="sibTrans" cxnId="{44D3F76E-D199-4A5A-9A3E-B7AF1EEC62AD}">
      <dgm:prSet/>
      <dgm:spPr/>
      <dgm:t>
        <a:bodyPr/>
        <a:lstStyle/>
        <a:p>
          <a:endParaRPr lang="en-GB" noProof="0"/>
        </a:p>
      </dgm:t>
    </dgm:pt>
    <dgm:pt modelId="{9A4C371D-0787-4935-B860-8420C076E1E0}" type="pres">
      <dgm:prSet presAssocID="{4B2F1AE0-96CC-4E8C-A728-B9DA00DAAFDC}" presName="Name0" presStyleCnt="0">
        <dgm:presLayoutVars>
          <dgm:chMax val="7"/>
          <dgm:chPref val="7"/>
          <dgm:dir/>
        </dgm:presLayoutVars>
      </dgm:prSet>
      <dgm:spPr/>
    </dgm:pt>
    <dgm:pt modelId="{DCD109A9-C9D0-413A-994E-8064587C88B3}" type="pres">
      <dgm:prSet presAssocID="{4B2F1AE0-96CC-4E8C-A728-B9DA00DAAFDC}" presName="Name1" presStyleCnt="0"/>
      <dgm:spPr/>
    </dgm:pt>
    <dgm:pt modelId="{EE4898BA-E6C4-45FD-A4DC-15FA4C8D7AD3}" type="pres">
      <dgm:prSet presAssocID="{4B2F1AE0-96CC-4E8C-A728-B9DA00DAAFDC}" presName="cycle" presStyleCnt="0"/>
      <dgm:spPr/>
    </dgm:pt>
    <dgm:pt modelId="{5E766A0A-C5FD-4892-8664-363B3FF98FAD}" type="pres">
      <dgm:prSet presAssocID="{4B2F1AE0-96CC-4E8C-A728-B9DA00DAAFDC}" presName="srcNode" presStyleLbl="node1" presStyleIdx="0" presStyleCnt="3"/>
      <dgm:spPr/>
    </dgm:pt>
    <dgm:pt modelId="{AABCBCF3-744E-43D7-9A7F-477BBBD118EE}" type="pres">
      <dgm:prSet presAssocID="{4B2F1AE0-96CC-4E8C-A728-B9DA00DAAFDC}" presName="conn" presStyleLbl="parChTrans1D2" presStyleIdx="0" presStyleCnt="1"/>
      <dgm:spPr/>
    </dgm:pt>
    <dgm:pt modelId="{77B43BDE-C3D0-4994-9097-233EAEE65EF0}" type="pres">
      <dgm:prSet presAssocID="{4B2F1AE0-96CC-4E8C-A728-B9DA00DAAFDC}" presName="extraNode" presStyleLbl="node1" presStyleIdx="0" presStyleCnt="3"/>
      <dgm:spPr/>
    </dgm:pt>
    <dgm:pt modelId="{2B8C97E7-1B4D-4925-9967-352A9B270D75}" type="pres">
      <dgm:prSet presAssocID="{4B2F1AE0-96CC-4E8C-A728-B9DA00DAAFDC}" presName="dstNode" presStyleLbl="node1" presStyleIdx="0" presStyleCnt="3"/>
      <dgm:spPr/>
    </dgm:pt>
    <dgm:pt modelId="{9A04916D-CD22-4F0D-811E-DD3C667E0109}" type="pres">
      <dgm:prSet presAssocID="{1CAAE575-EBA9-44AA-805A-6661D7D52230}" presName="text_1" presStyleLbl="node1" presStyleIdx="0" presStyleCnt="3">
        <dgm:presLayoutVars>
          <dgm:bulletEnabled val="1"/>
        </dgm:presLayoutVars>
      </dgm:prSet>
      <dgm:spPr/>
    </dgm:pt>
    <dgm:pt modelId="{FD719815-C544-4288-A2EC-34580D2FA9CE}" type="pres">
      <dgm:prSet presAssocID="{1CAAE575-EBA9-44AA-805A-6661D7D52230}" presName="accent_1" presStyleCnt="0"/>
      <dgm:spPr/>
    </dgm:pt>
    <dgm:pt modelId="{828DA0F8-3C38-4602-B5F5-CF7503AE1FFB}" type="pres">
      <dgm:prSet presAssocID="{1CAAE575-EBA9-44AA-805A-6661D7D52230}" presName="accentRepeatNode" presStyleLbl="solidFgAcc1" presStyleIdx="0" presStyleCnt="3"/>
      <dgm:spPr/>
    </dgm:pt>
    <dgm:pt modelId="{B9109B9D-0313-40FB-A812-89483E4B3AF8}" type="pres">
      <dgm:prSet presAssocID="{0AFA3D7B-FA98-4D03-9BEA-C869BA996BD3}" presName="text_2" presStyleLbl="node1" presStyleIdx="1" presStyleCnt="3">
        <dgm:presLayoutVars>
          <dgm:bulletEnabled val="1"/>
        </dgm:presLayoutVars>
      </dgm:prSet>
      <dgm:spPr/>
    </dgm:pt>
    <dgm:pt modelId="{60AD516F-C007-4701-BF60-C9DD46C4F7E1}" type="pres">
      <dgm:prSet presAssocID="{0AFA3D7B-FA98-4D03-9BEA-C869BA996BD3}" presName="accent_2" presStyleCnt="0"/>
      <dgm:spPr/>
    </dgm:pt>
    <dgm:pt modelId="{BE29F923-4BBE-4822-9692-2B0C2C37349D}" type="pres">
      <dgm:prSet presAssocID="{0AFA3D7B-FA98-4D03-9BEA-C869BA996BD3}" presName="accentRepeatNode" presStyleLbl="solidFgAcc1" presStyleIdx="1" presStyleCnt="3"/>
      <dgm:spPr/>
    </dgm:pt>
    <dgm:pt modelId="{4A58C1E0-E7FC-4D9A-A756-66AA9B381FEC}" type="pres">
      <dgm:prSet presAssocID="{2780062E-B961-400F-BA7E-C4DB3952B708}" presName="text_3" presStyleLbl="node1" presStyleIdx="2" presStyleCnt="3">
        <dgm:presLayoutVars>
          <dgm:bulletEnabled val="1"/>
        </dgm:presLayoutVars>
      </dgm:prSet>
      <dgm:spPr/>
    </dgm:pt>
    <dgm:pt modelId="{6A7941F3-8246-4780-9FB0-24A2045C3FD9}" type="pres">
      <dgm:prSet presAssocID="{2780062E-B961-400F-BA7E-C4DB3952B708}" presName="accent_3" presStyleCnt="0"/>
      <dgm:spPr/>
    </dgm:pt>
    <dgm:pt modelId="{38759C2C-F9BC-4BD4-9CEC-187A029773A7}" type="pres">
      <dgm:prSet presAssocID="{2780062E-B961-400F-BA7E-C4DB3952B708}" presName="accentRepeatNode" presStyleLbl="solidFgAcc1" presStyleIdx="2" presStyleCnt="3"/>
      <dgm:spPr/>
    </dgm:pt>
  </dgm:ptLst>
  <dgm:cxnLst>
    <dgm:cxn modelId="{3DDABA02-7D5B-4341-9FE6-5B6B940EE5A2}" type="presOf" srcId="{0AFA3D7B-FA98-4D03-9BEA-C869BA996BD3}" destId="{B9109B9D-0313-40FB-A812-89483E4B3AF8}" srcOrd="0" destOrd="0" presId="urn:microsoft.com/office/officeart/2008/layout/VerticalCurvedList"/>
    <dgm:cxn modelId="{E944861C-BA4F-4138-8B43-2E0C157294DD}" srcId="{4B2F1AE0-96CC-4E8C-A728-B9DA00DAAFDC}" destId="{1CAAE575-EBA9-44AA-805A-6661D7D52230}" srcOrd="0" destOrd="0" parTransId="{12608E85-BE4F-4335-BAAA-C52BFD334C4F}" sibTransId="{AF2494F6-F513-4FBC-9076-6350748B01A0}"/>
    <dgm:cxn modelId="{8D6A503C-87DB-43DA-8B61-D154A20930D3}" type="presOf" srcId="{1CAAE575-EBA9-44AA-805A-6661D7D52230}" destId="{9A04916D-CD22-4F0D-811E-DD3C667E0109}" srcOrd="0" destOrd="0" presId="urn:microsoft.com/office/officeart/2008/layout/VerticalCurvedList"/>
    <dgm:cxn modelId="{3F910369-7476-4E56-A056-1294A8A92B28}" type="presOf" srcId="{2780062E-B961-400F-BA7E-C4DB3952B708}" destId="{4A58C1E0-E7FC-4D9A-A756-66AA9B381FEC}" srcOrd="0" destOrd="0" presId="urn:microsoft.com/office/officeart/2008/layout/VerticalCurvedList"/>
    <dgm:cxn modelId="{44D3F76E-D199-4A5A-9A3E-B7AF1EEC62AD}" srcId="{4B2F1AE0-96CC-4E8C-A728-B9DA00DAAFDC}" destId="{0AFA3D7B-FA98-4D03-9BEA-C869BA996BD3}" srcOrd="1" destOrd="0" parTransId="{34559873-4D3C-4EA9-AC85-6681C2F63FD6}" sibTransId="{A870231A-FFE7-4C39-9B5A-DF33DA73F664}"/>
    <dgm:cxn modelId="{88EA3E88-DA78-4865-9E78-9A88D87704AE}" srcId="{4B2F1AE0-96CC-4E8C-A728-B9DA00DAAFDC}" destId="{2780062E-B961-400F-BA7E-C4DB3952B708}" srcOrd="2" destOrd="0" parTransId="{F44ADFDE-BE60-46D9-B78F-04C60E0A7BD7}" sibTransId="{0053718F-0A83-4D83-A67D-693E265C422E}"/>
    <dgm:cxn modelId="{555FB3A8-DFDF-4C3F-B119-C84832439E66}" type="presOf" srcId="{4B2F1AE0-96CC-4E8C-A728-B9DA00DAAFDC}" destId="{9A4C371D-0787-4935-B860-8420C076E1E0}" srcOrd="0" destOrd="0" presId="urn:microsoft.com/office/officeart/2008/layout/VerticalCurvedList"/>
    <dgm:cxn modelId="{BF680CC4-1F65-47A1-A9F8-A2B050AF983E}" type="presOf" srcId="{AF2494F6-F513-4FBC-9076-6350748B01A0}" destId="{AABCBCF3-744E-43D7-9A7F-477BBBD118EE}" srcOrd="0" destOrd="0" presId="urn:microsoft.com/office/officeart/2008/layout/VerticalCurvedList"/>
    <dgm:cxn modelId="{E3071600-8F86-4C2E-906B-A929ADA8BDC6}" type="presParOf" srcId="{9A4C371D-0787-4935-B860-8420C076E1E0}" destId="{DCD109A9-C9D0-413A-994E-8064587C88B3}" srcOrd="0" destOrd="0" presId="urn:microsoft.com/office/officeart/2008/layout/VerticalCurvedList"/>
    <dgm:cxn modelId="{E87B579B-0541-4B31-B7AD-EA2E60F1CCBA}" type="presParOf" srcId="{DCD109A9-C9D0-413A-994E-8064587C88B3}" destId="{EE4898BA-E6C4-45FD-A4DC-15FA4C8D7AD3}" srcOrd="0" destOrd="0" presId="urn:microsoft.com/office/officeart/2008/layout/VerticalCurvedList"/>
    <dgm:cxn modelId="{20669335-20F6-4E6A-8693-E0C96DA36AEB}" type="presParOf" srcId="{EE4898BA-E6C4-45FD-A4DC-15FA4C8D7AD3}" destId="{5E766A0A-C5FD-4892-8664-363B3FF98FAD}" srcOrd="0" destOrd="0" presId="urn:microsoft.com/office/officeart/2008/layout/VerticalCurvedList"/>
    <dgm:cxn modelId="{B91EB412-A391-4DD9-AC5F-C4639A10ED1D}" type="presParOf" srcId="{EE4898BA-E6C4-45FD-A4DC-15FA4C8D7AD3}" destId="{AABCBCF3-744E-43D7-9A7F-477BBBD118EE}" srcOrd="1" destOrd="0" presId="urn:microsoft.com/office/officeart/2008/layout/VerticalCurvedList"/>
    <dgm:cxn modelId="{2EDA1695-F751-4F4C-A29C-3DEE56CA7F64}" type="presParOf" srcId="{EE4898BA-E6C4-45FD-A4DC-15FA4C8D7AD3}" destId="{77B43BDE-C3D0-4994-9097-233EAEE65EF0}" srcOrd="2" destOrd="0" presId="urn:microsoft.com/office/officeart/2008/layout/VerticalCurvedList"/>
    <dgm:cxn modelId="{CCB48542-8F19-4494-B9F3-1CA2FC66CA5B}" type="presParOf" srcId="{EE4898BA-E6C4-45FD-A4DC-15FA4C8D7AD3}" destId="{2B8C97E7-1B4D-4925-9967-352A9B270D75}" srcOrd="3" destOrd="0" presId="urn:microsoft.com/office/officeart/2008/layout/VerticalCurvedList"/>
    <dgm:cxn modelId="{C3028363-571E-41AC-B844-139793819D6E}" type="presParOf" srcId="{DCD109A9-C9D0-413A-994E-8064587C88B3}" destId="{9A04916D-CD22-4F0D-811E-DD3C667E0109}" srcOrd="1" destOrd="0" presId="urn:microsoft.com/office/officeart/2008/layout/VerticalCurvedList"/>
    <dgm:cxn modelId="{6D15BF80-0AA1-457F-8264-E5F813551DEB}" type="presParOf" srcId="{DCD109A9-C9D0-413A-994E-8064587C88B3}" destId="{FD719815-C544-4288-A2EC-34580D2FA9CE}" srcOrd="2" destOrd="0" presId="urn:microsoft.com/office/officeart/2008/layout/VerticalCurvedList"/>
    <dgm:cxn modelId="{6CF513FC-5A66-4D9A-A690-EAB5891B30D4}" type="presParOf" srcId="{FD719815-C544-4288-A2EC-34580D2FA9CE}" destId="{828DA0F8-3C38-4602-B5F5-CF7503AE1FFB}" srcOrd="0" destOrd="0" presId="urn:microsoft.com/office/officeart/2008/layout/VerticalCurvedList"/>
    <dgm:cxn modelId="{8C49ED6A-01C8-4A5F-B629-7790C1C1DDCF}" type="presParOf" srcId="{DCD109A9-C9D0-413A-994E-8064587C88B3}" destId="{B9109B9D-0313-40FB-A812-89483E4B3AF8}" srcOrd="3" destOrd="0" presId="urn:microsoft.com/office/officeart/2008/layout/VerticalCurvedList"/>
    <dgm:cxn modelId="{8BAF7741-0BAF-4012-8EC4-F4CC575BC2B9}" type="presParOf" srcId="{DCD109A9-C9D0-413A-994E-8064587C88B3}" destId="{60AD516F-C007-4701-BF60-C9DD46C4F7E1}" srcOrd="4" destOrd="0" presId="urn:microsoft.com/office/officeart/2008/layout/VerticalCurvedList"/>
    <dgm:cxn modelId="{7D76744F-3E24-4221-8E13-0CD6DC0E019C}" type="presParOf" srcId="{60AD516F-C007-4701-BF60-C9DD46C4F7E1}" destId="{BE29F923-4BBE-4822-9692-2B0C2C37349D}" srcOrd="0" destOrd="0" presId="urn:microsoft.com/office/officeart/2008/layout/VerticalCurvedList"/>
    <dgm:cxn modelId="{388A6802-7030-4AF6-867D-0C57C41B21A8}" type="presParOf" srcId="{DCD109A9-C9D0-413A-994E-8064587C88B3}" destId="{4A58C1E0-E7FC-4D9A-A756-66AA9B381FEC}" srcOrd="5" destOrd="0" presId="urn:microsoft.com/office/officeart/2008/layout/VerticalCurvedList"/>
    <dgm:cxn modelId="{D5AA2C87-8EE5-4A10-84BD-7DBBDFF127F7}" type="presParOf" srcId="{DCD109A9-C9D0-413A-994E-8064587C88B3}" destId="{6A7941F3-8246-4780-9FB0-24A2045C3FD9}" srcOrd="6" destOrd="0" presId="urn:microsoft.com/office/officeart/2008/layout/VerticalCurvedList"/>
    <dgm:cxn modelId="{B45C44EF-1381-4D31-A820-5BE93C0C21CD}" type="presParOf" srcId="{6A7941F3-8246-4780-9FB0-24A2045C3FD9}" destId="{38759C2C-F9BC-4BD4-9CEC-187A029773A7}" srcOrd="0" destOrd="0" presId="urn:microsoft.com/office/officeart/2008/layout/VerticalCurve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B2F1AE0-96CC-4E8C-A728-B9DA00DAAFDC}" type="doc">
      <dgm:prSet loTypeId="urn:microsoft.com/office/officeart/2008/layout/VerticalCurvedList" loCatId="list" qsTypeId="urn:microsoft.com/office/officeart/2005/8/quickstyle/simple1#3" qsCatId="simple" csTypeId="urn:microsoft.com/office/officeart/2005/8/colors/accent1_2#2" csCatId="accent1" phldr="1"/>
      <dgm:spPr/>
      <dgm:t>
        <a:bodyPr/>
        <a:lstStyle/>
        <a:p>
          <a:endParaRPr lang="en-GB"/>
        </a:p>
      </dgm:t>
    </dgm:pt>
    <dgm:pt modelId="{1CAAE575-EBA9-44AA-805A-6661D7D52230}">
      <dgm:prSet phldrT="[Text]"/>
      <dgm:spPr/>
      <dgm:t>
        <a:bodyPr/>
        <a:lstStyle/>
        <a:p>
          <a:r>
            <a:rPr lang="en-GB" noProof="0"/>
            <a:t>Worker productivity and production of knowledge and reports</a:t>
          </a:r>
        </a:p>
      </dgm:t>
    </dgm:pt>
    <dgm:pt modelId="{12608E85-BE4F-4335-BAAA-C52BFD334C4F}" type="parTrans" cxnId="{E944861C-BA4F-4138-8B43-2E0C157294DD}">
      <dgm:prSet/>
      <dgm:spPr/>
      <dgm:t>
        <a:bodyPr/>
        <a:lstStyle/>
        <a:p>
          <a:endParaRPr lang="en-GB" noProof="0"/>
        </a:p>
      </dgm:t>
    </dgm:pt>
    <dgm:pt modelId="{AF2494F6-F513-4FBC-9076-6350748B01A0}" type="sibTrans" cxnId="{E944861C-BA4F-4138-8B43-2E0C157294DD}">
      <dgm:prSet/>
      <dgm:spPr/>
      <dgm:t>
        <a:bodyPr/>
        <a:lstStyle/>
        <a:p>
          <a:endParaRPr lang="en-GB" noProof="0"/>
        </a:p>
      </dgm:t>
    </dgm:pt>
    <dgm:pt modelId="{2780062E-B961-400F-BA7E-C4DB3952B708}">
      <dgm:prSet phldrT="[Text]"/>
      <dgm:spPr/>
      <dgm:t>
        <a:bodyPr/>
        <a:lstStyle/>
        <a:p>
          <a:r>
            <a:rPr lang="en-GB" noProof="0"/>
            <a:t>Knowledge exploration services</a:t>
          </a:r>
        </a:p>
      </dgm:t>
    </dgm:pt>
    <dgm:pt modelId="{F44ADFDE-BE60-46D9-B78F-04C60E0A7BD7}" type="parTrans" cxnId="{88EA3E88-DA78-4865-9E78-9A88D87704AE}">
      <dgm:prSet/>
      <dgm:spPr/>
      <dgm:t>
        <a:bodyPr/>
        <a:lstStyle/>
        <a:p>
          <a:endParaRPr lang="en-GB" noProof="0"/>
        </a:p>
      </dgm:t>
    </dgm:pt>
    <dgm:pt modelId="{0053718F-0A83-4D83-A67D-693E265C422E}" type="sibTrans" cxnId="{88EA3E88-DA78-4865-9E78-9A88D87704AE}">
      <dgm:prSet/>
      <dgm:spPr/>
      <dgm:t>
        <a:bodyPr/>
        <a:lstStyle/>
        <a:p>
          <a:endParaRPr lang="en-GB" noProof="0"/>
        </a:p>
      </dgm:t>
    </dgm:pt>
    <dgm:pt modelId="{0AFA3D7B-FA98-4D03-9BEA-C869BA996BD3}">
      <dgm:prSet phldrT="[Text]"/>
      <dgm:spPr/>
      <dgm:t>
        <a:bodyPr/>
        <a:lstStyle/>
        <a:p>
          <a:r>
            <a:rPr lang="en-GB" noProof="0"/>
            <a:t>Data analysis, exploration, visualisation, advanced analytics, image treatment and q</a:t>
          </a:r>
          <a:r>
            <a:rPr lang="da-DK" noProof="0" err="1"/>
            <a:t>uality</a:t>
          </a:r>
          <a:endParaRPr lang="en-GB" noProof="0"/>
        </a:p>
      </dgm:t>
    </dgm:pt>
    <dgm:pt modelId="{34559873-4D3C-4EA9-AC85-6681C2F63FD6}" type="parTrans" cxnId="{44D3F76E-D199-4A5A-9A3E-B7AF1EEC62AD}">
      <dgm:prSet/>
      <dgm:spPr/>
      <dgm:t>
        <a:bodyPr/>
        <a:lstStyle/>
        <a:p>
          <a:endParaRPr lang="en-GB" noProof="0"/>
        </a:p>
      </dgm:t>
    </dgm:pt>
    <dgm:pt modelId="{A870231A-FFE7-4C39-9B5A-DF33DA73F664}" type="sibTrans" cxnId="{44D3F76E-D199-4A5A-9A3E-B7AF1EEC62AD}">
      <dgm:prSet/>
      <dgm:spPr/>
      <dgm:t>
        <a:bodyPr/>
        <a:lstStyle/>
        <a:p>
          <a:endParaRPr lang="en-GB" noProof="0"/>
        </a:p>
      </dgm:t>
    </dgm:pt>
    <dgm:pt modelId="{9A4C371D-0787-4935-B860-8420C076E1E0}" type="pres">
      <dgm:prSet presAssocID="{4B2F1AE0-96CC-4E8C-A728-B9DA00DAAFDC}" presName="Name0" presStyleCnt="0">
        <dgm:presLayoutVars>
          <dgm:chMax val="7"/>
          <dgm:chPref val="7"/>
          <dgm:dir/>
        </dgm:presLayoutVars>
      </dgm:prSet>
      <dgm:spPr/>
    </dgm:pt>
    <dgm:pt modelId="{DCD109A9-C9D0-413A-994E-8064587C88B3}" type="pres">
      <dgm:prSet presAssocID="{4B2F1AE0-96CC-4E8C-A728-B9DA00DAAFDC}" presName="Name1" presStyleCnt="0"/>
      <dgm:spPr/>
    </dgm:pt>
    <dgm:pt modelId="{EE4898BA-E6C4-45FD-A4DC-15FA4C8D7AD3}" type="pres">
      <dgm:prSet presAssocID="{4B2F1AE0-96CC-4E8C-A728-B9DA00DAAFDC}" presName="cycle" presStyleCnt="0"/>
      <dgm:spPr/>
    </dgm:pt>
    <dgm:pt modelId="{5E766A0A-C5FD-4892-8664-363B3FF98FAD}" type="pres">
      <dgm:prSet presAssocID="{4B2F1AE0-96CC-4E8C-A728-B9DA00DAAFDC}" presName="srcNode" presStyleLbl="node1" presStyleIdx="0" presStyleCnt="3"/>
      <dgm:spPr/>
    </dgm:pt>
    <dgm:pt modelId="{AABCBCF3-744E-43D7-9A7F-477BBBD118EE}" type="pres">
      <dgm:prSet presAssocID="{4B2F1AE0-96CC-4E8C-A728-B9DA00DAAFDC}" presName="conn" presStyleLbl="parChTrans1D2" presStyleIdx="0" presStyleCnt="1"/>
      <dgm:spPr/>
    </dgm:pt>
    <dgm:pt modelId="{77B43BDE-C3D0-4994-9097-233EAEE65EF0}" type="pres">
      <dgm:prSet presAssocID="{4B2F1AE0-96CC-4E8C-A728-B9DA00DAAFDC}" presName="extraNode" presStyleLbl="node1" presStyleIdx="0" presStyleCnt="3"/>
      <dgm:spPr/>
    </dgm:pt>
    <dgm:pt modelId="{2B8C97E7-1B4D-4925-9967-352A9B270D75}" type="pres">
      <dgm:prSet presAssocID="{4B2F1AE0-96CC-4E8C-A728-B9DA00DAAFDC}" presName="dstNode" presStyleLbl="node1" presStyleIdx="0" presStyleCnt="3"/>
      <dgm:spPr/>
    </dgm:pt>
    <dgm:pt modelId="{9A04916D-CD22-4F0D-811E-DD3C667E0109}" type="pres">
      <dgm:prSet presAssocID="{1CAAE575-EBA9-44AA-805A-6661D7D52230}" presName="text_1" presStyleLbl="node1" presStyleIdx="0" presStyleCnt="3">
        <dgm:presLayoutVars>
          <dgm:bulletEnabled val="1"/>
        </dgm:presLayoutVars>
      </dgm:prSet>
      <dgm:spPr/>
    </dgm:pt>
    <dgm:pt modelId="{FD719815-C544-4288-A2EC-34580D2FA9CE}" type="pres">
      <dgm:prSet presAssocID="{1CAAE575-EBA9-44AA-805A-6661D7D52230}" presName="accent_1" presStyleCnt="0"/>
      <dgm:spPr/>
    </dgm:pt>
    <dgm:pt modelId="{828DA0F8-3C38-4602-B5F5-CF7503AE1FFB}" type="pres">
      <dgm:prSet presAssocID="{1CAAE575-EBA9-44AA-805A-6661D7D52230}" presName="accentRepeatNode" presStyleLbl="solidFgAcc1" presStyleIdx="0" presStyleCnt="3"/>
      <dgm:spPr/>
    </dgm:pt>
    <dgm:pt modelId="{B9109B9D-0313-40FB-A812-89483E4B3AF8}" type="pres">
      <dgm:prSet presAssocID="{0AFA3D7B-FA98-4D03-9BEA-C869BA996BD3}" presName="text_2" presStyleLbl="node1" presStyleIdx="1" presStyleCnt="3">
        <dgm:presLayoutVars>
          <dgm:bulletEnabled val="1"/>
        </dgm:presLayoutVars>
      </dgm:prSet>
      <dgm:spPr/>
    </dgm:pt>
    <dgm:pt modelId="{60AD516F-C007-4701-BF60-C9DD46C4F7E1}" type="pres">
      <dgm:prSet presAssocID="{0AFA3D7B-FA98-4D03-9BEA-C869BA996BD3}" presName="accent_2" presStyleCnt="0"/>
      <dgm:spPr/>
    </dgm:pt>
    <dgm:pt modelId="{BE29F923-4BBE-4822-9692-2B0C2C37349D}" type="pres">
      <dgm:prSet presAssocID="{0AFA3D7B-FA98-4D03-9BEA-C869BA996BD3}" presName="accentRepeatNode" presStyleLbl="solidFgAcc1" presStyleIdx="1" presStyleCnt="3"/>
      <dgm:spPr/>
    </dgm:pt>
    <dgm:pt modelId="{4A58C1E0-E7FC-4D9A-A756-66AA9B381FEC}" type="pres">
      <dgm:prSet presAssocID="{2780062E-B961-400F-BA7E-C4DB3952B708}" presName="text_3" presStyleLbl="node1" presStyleIdx="2" presStyleCnt="3">
        <dgm:presLayoutVars>
          <dgm:bulletEnabled val="1"/>
        </dgm:presLayoutVars>
      </dgm:prSet>
      <dgm:spPr/>
    </dgm:pt>
    <dgm:pt modelId="{6A7941F3-8246-4780-9FB0-24A2045C3FD9}" type="pres">
      <dgm:prSet presAssocID="{2780062E-B961-400F-BA7E-C4DB3952B708}" presName="accent_3" presStyleCnt="0"/>
      <dgm:spPr/>
    </dgm:pt>
    <dgm:pt modelId="{38759C2C-F9BC-4BD4-9CEC-187A029773A7}" type="pres">
      <dgm:prSet presAssocID="{2780062E-B961-400F-BA7E-C4DB3952B708}" presName="accentRepeatNode" presStyleLbl="solidFgAcc1" presStyleIdx="2" presStyleCnt="3"/>
      <dgm:spPr/>
    </dgm:pt>
  </dgm:ptLst>
  <dgm:cxnLst>
    <dgm:cxn modelId="{3DDABA02-7D5B-4341-9FE6-5B6B940EE5A2}" type="presOf" srcId="{0AFA3D7B-FA98-4D03-9BEA-C869BA996BD3}" destId="{B9109B9D-0313-40FB-A812-89483E4B3AF8}" srcOrd="0" destOrd="0" presId="urn:microsoft.com/office/officeart/2008/layout/VerticalCurvedList"/>
    <dgm:cxn modelId="{E944861C-BA4F-4138-8B43-2E0C157294DD}" srcId="{4B2F1AE0-96CC-4E8C-A728-B9DA00DAAFDC}" destId="{1CAAE575-EBA9-44AA-805A-6661D7D52230}" srcOrd="0" destOrd="0" parTransId="{12608E85-BE4F-4335-BAAA-C52BFD334C4F}" sibTransId="{AF2494F6-F513-4FBC-9076-6350748B01A0}"/>
    <dgm:cxn modelId="{8D6A503C-87DB-43DA-8B61-D154A20930D3}" type="presOf" srcId="{1CAAE575-EBA9-44AA-805A-6661D7D52230}" destId="{9A04916D-CD22-4F0D-811E-DD3C667E0109}" srcOrd="0" destOrd="0" presId="urn:microsoft.com/office/officeart/2008/layout/VerticalCurvedList"/>
    <dgm:cxn modelId="{3F910369-7476-4E56-A056-1294A8A92B28}" type="presOf" srcId="{2780062E-B961-400F-BA7E-C4DB3952B708}" destId="{4A58C1E0-E7FC-4D9A-A756-66AA9B381FEC}" srcOrd="0" destOrd="0" presId="urn:microsoft.com/office/officeart/2008/layout/VerticalCurvedList"/>
    <dgm:cxn modelId="{44D3F76E-D199-4A5A-9A3E-B7AF1EEC62AD}" srcId="{4B2F1AE0-96CC-4E8C-A728-B9DA00DAAFDC}" destId="{0AFA3D7B-FA98-4D03-9BEA-C869BA996BD3}" srcOrd="1" destOrd="0" parTransId="{34559873-4D3C-4EA9-AC85-6681C2F63FD6}" sibTransId="{A870231A-FFE7-4C39-9B5A-DF33DA73F664}"/>
    <dgm:cxn modelId="{88EA3E88-DA78-4865-9E78-9A88D87704AE}" srcId="{4B2F1AE0-96CC-4E8C-A728-B9DA00DAAFDC}" destId="{2780062E-B961-400F-BA7E-C4DB3952B708}" srcOrd="2" destOrd="0" parTransId="{F44ADFDE-BE60-46D9-B78F-04C60E0A7BD7}" sibTransId="{0053718F-0A83-4D83-A67D-693E265C422E}"/>
    <dgm:cxn modelId="{555FB3A8-DFDF-4C3F-B119-C84832439E66}" type="presOf" srcId="{4B2F1AE0-96CC-4E8C-A728-B9DA00DAAFDC}" destId="{9A4C371D-0787-4935-B860-8420C076E1E0}" srcOrd="0" destOrd="0" presId="urn:microsoft.com/office/officeart/2008/layout/VerticalCurvedList"/>
    <dgm:cxn modelId="{BF680CC4-1F65-47A1-A9F8-A2B050AF983E}" type="presOf" srcId="{AF2494F6-F513-4FBC-9076-6350748B01A0}" destId="{AABCBCF3-744E-43D7-9A7F-477BBBD118EE}" srcOrd="0" destOrd="0" presId="urn:microsoft.com/office/officeart/2008/layout/VerticalCurvedList"/>
    <dgm:cxn modelId="{E3071600-8F86-4C2E-906B-A929ADA8BDC6}" type="presParOf" srcId="{9A4C371D-0787-4935-B860-8420C076E1E0}" destId="{DCD109A9-C9D0-413A-994E-8064587C88B3}" srcOrd="0" destOrd="0" presId="urn:microsoft.com/office/officeart/2008/layout/VerticalCurvedList"/>
    <dgm:cxn modelId="{E87B579B-0541-4B31-B7AD-EA2E60F1CCBA}" type="presParOf" srcId="{DCD109A9-C9D0-413A-994E-8064587C88B3}" destId="{EE4898BA-E6C4-45FD-A4DC-15FA4C8D7AD3}" srcOrd="0" destOrd="0" presId="urn:microsoft.com/office/officeart/2008/layout/VerticalCurvedList"/>
    <dgm:cxn modelId="{20669335-20F6-4E6A-8693-E0C96DA36AEB}" type="presParOf" srcId="{EE4898BA-E6C4-45FD-A4DC-15FA4C8D7AD3}" destId="{5E766A0A-C5FD-4892-8664-363B3FF98FAD}" srcOrd="0" destOrd="0" presId="urn:microsoft.com/office/officeart/2008/layout/VerticalCurvedList"/>
    <dgm:cxn modelId="{B91EB412-A391-4DD9-AC5F-C4639A10ED1D}" type="presParOf" srcId="{EE4898BA-E6C4-45FD-A4DC-15FA4C8D7AD3}" destId="{AABCBCF3-744E-43D7-9A7F-477BBBD118EE}" srcOrd="1" destOrd="0" presId="urn:microsoft.com/office/officeart/2008/layout/VerticalCurvedList"/>
    <dgm:cxn modelId="{2EDA1695-F751-4F4C-A29C-3DEE56CA7F64}" type="presParOf" srcId="{EE4898BA-E6C4-45FD-A4DC-15FA4C8D7AD3}" destId="{77B43BDE-C3D0-4994-9097-233EAEE65EF0}" srcOrd="2" destOrd="0" presId="urn:microsoft.com/office/officeart/2008/layout/VerticalCurvedList"/>
    <dgm:cxn modelId="{CCB48542-8F19-4494-B9F3-1CA2FC66CA5B}" type="presParOf" srcId="{EE4898BA-E6C4-45FD-A4DC-15FA4C8D7AD3}" destId="{2B8C97E7-1B4D-4925-9967-352A9B270D75}" srcOrd="3" destOrd="0" presId="urn:microsoft.com/office/officeart/2008/layout/VerticalCurvedList"/>
    <dgm:cxn modelId="{C3028363-571E-41AC-B844-139793819D6E}" type="presParOf" srcId="{DCD109A9-C9D0-413A-994E-8064587C88B3}" destId="{9A04916D-CD22-4F0D-811E-DD3C667E0109}" srcOrd="1" destOrd="0" presId="urn:microsoft.com/office/officeart/2008/layout/VerticalCurvedList"/>
    <dgm:cxn modelId="{6D15BF80-0AA1-457F-8264-E5F813551DEB}" type="presParOf" srcId="{DCD109A9-C9D0-413A-994E-8064587C88B3}" destId="{FD719815-C544-4288-A2EC-34580D2FA9CE}" srcOrd="2" destOrd="0" presId="urn:microsoft.com/office/officeart/2008/layout/VerticalCurvedList"/>
    <dgm:cxn modelId="{6CF513FC-5A66-4D9A-A690-EAB5891B30D4}" type="presParOf" srcId="{FD719815-C544-4288-A2EC-34580D2FA9CE}" destId="{828DA0F8-3C38-4602-B5F5-CF7503AE1FFB}" srcOrd="0" destOrd="0" presId="urn:microsoft.com/office/officeart/2008/layout/VerticalCurvedList"/>
    <dgm:cxn modelId="{8C49ED6A-01C8-4A5F-B629-7790C1C1DDCF}" type="presParOf" srcId="{DCD109A9-C9D0-413A-994E-8064587C88B3}" destId="{B9109B9D-0313-40FB-A812-89483E4B3AF8}" srcOrd="3" destOrd="0" presId="urn:microsoft.com/office/officeart/2008/layout/VerticalCurvedList"/>
    <dgm:cxn modelId="{8BAF7741-0BAF-4012-8EC4-F4CC575BC2B9}" type="presParOf" srcId="{DCD109A9-C9D0-413A-994E-8064587C88B3}" destId="{60AD516F-C007-4701-BF60-C9DD46C4F7E1}" srcOrd="4" destOrd="0" presId="urn:microsoft.com/office/officeart/2008/layout/VerticalCurvedList"/>
    <dgm:cxn modelId="{7D76744F-3E24-4221-8E13-0CD6DC0E019C}" type="presParOf" srcId="{60AD516F-C007-4701-BF60-C9DD46C4F7E1}" destId="{BE29F923-4BBE-4822-9692-2B0C2C37349D}" srcOrd="0" destOrd="0" presId="urn:microsoft.com/office/officeart/2008/layout/VerticalCurvedList"/>
    <dgm:cxn modelId="{388A6802-7030-4AF6-867D-0C57C41B21A8}" type="presParOf" srcId="{DCD109A9-C9D0-413A-994E-8064587C88B3}" destId="{4A58C1E0-E7FC-4D9A-A756-66AA9B381FEC}" srcOrd="5" destOrd="0" presId="urn:microsoft.com/office/officeart/2008/layout/VerticalCurvedList"/>
    <dgm:cxn modelId="{D5AA2C87-8EE5-4A10-84BD-7DBBDFF127F7}" type="presParOf" srcId="{DCD109A9-C9D0-413A-994E-8064587C88B3}" destId="{6A7941F3-8246-4780-9FB0-24A2045C3FD9}" srcOrd="6" destOrd="0" presId="urn:microsoft.com/office/officeart/2008/layout/VerticalCurvedList"/>
    <dgm:cxn modelId="{B45C44EF-1381-4D31-A820-5BE93C0C21CD}" type="presParOf" srcId="{6A7941F3-8246-4780-9FB0-24A2045C3FD9}" destId="{38759C2C-F9BC-4BD4-9CEC-187A029773A7}"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BCBCF3-744E-43D7-9A7F-477BBBD118EE}">
      <dsp:nvSpPr>
        <dsp:cNvPr id="0" name=""/>
        <dsp:cNvSpPr/>
      </dsp:nvSpPr>
      <dsp:spPr>
        <a:xfrm>
          <a:off x="-4304146" y="-660291"/>
          <a:ext cx="5128092" cy="5128092"/>
        </a:xfrm>
        <a:prstGeom prst="blockArc">
          <a:avLst>
            <a:gd name="adj1" fmla="val 18900000"/>
            <a:gd name="adj2" fmla="val 2700000"/>
            <a:gd name="adj3" fmla="val 421"/>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A04916D-CD22-4F0D-811E-DD3C667E0109}">
      <dsp:nvSpPr>
        <dsp:cNvPr id="0" name=""/>
        <dsp:cNvSpPr/>
      </dsp:nvSpPr>
      <dsp:spPr>
        <a:xfrm>
          <a:off x="529890" y="380750"/>
          <a:ext cx="3571206" cy="76150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4442" tIns="35560" rIns="35560" bIns="35560" numCol="1" spcCol="1270" anchor="ctr" anchorCtr="0">
          <a:noAutofit/>
        </a:bodyPr>
        <a:lstStyle/>
        <a:p>
          <a:pPr marL="0" lvl="0" indent="0" algn="l" defTabSz="622300">
            <a:lnSpc>
              <a:spcPct val="90000"/>
            </a:lnSpc>
            <a:spcBef>
              <a:spcPct val="0"/>
            </a:spcBef>
            <a:spcAft>
              <a:spcPct val="35000"/>
            </a:spcAft>
            <a:buNone/>
          </a:pPr>
          <a:r>
            <a:rPr lang="en-GB" sz="1400" kern="1200" noProof="0"/>
            <a:t>Worker productivity and production of knowledge and reports</a:t>
          </a:r>
        </a:p>
      </dsp:txBody>
      <dsp:txXfrm>
        <a:off x="529890" y="380750"/>
        <a:ext cx="3571206" cy="761501"/>
      </dsp:txXfrm>
    </dsp:sp>
    <dsp:sp modelId="{828DA0F8-3C38-4602-B5F5-CF7503AE1FFB}">
      <dsp:nvSpPr>
        <dsp:cNvPr id="0" name=""/>
        <dsp:cNvSpPr/>
      </dsp:nvSpPr>
      <dsp:spPr>
        <a:xfrm>
          <a:off x="53951" y="285563"/>
          <a:ext cx="951877" cy="951877"/>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9109B9D-0313-40FB-A812-89483E4B3AF8}">
      <dsp:nvSpPr>
        <dsp:cNvPr id="0" name=""/>
        <dsp:cNvSpPr/>
      </dsp:nvSpPr>
      <dsp:spPr>
        <a:xfrm>
          <a:off x="806696" y="1523003"/>
          <a:ext cx="3294400" cy="76150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4442" tIns="35560" rIns="35560" bIns="35560" numCol="1" spcCol="1270" anchor="ctr" anchorCtr="0">
          <a:noAutofit/>
        </a:bodyPr>
        <a:lstStyle/>
        <a:p>
          <a:pPr marL="0" lvl="0" indent="0" algn="l" defTabSz="622300">
            <a:lnSpc>
              <a:spcPct val="90000"/>
            </a:lnSpc>
            <a:spcBef>
              <a:spcPct val="0"/>
            </a:spcBef>
            <a:spcAft>
              <a:spcPct val="35000"/>
            </a:spcAft>
            <a:buNone/>
          </a:pPr>
          <a:r>
            <a:rPr lang="en-GB" sz="1400" kern="1200" noProof="0"/>
            <a:t>Data analysis, exploration, visualisation, advanced analytics, image treatment and q</a:t>
          </a:r>
          <a:r>
            <a:rPr lang="da-DK" sz="1400" kern="1200" noProof="0" err="1"/>
            <a:t>uality</a:t>
          </a:r>
          <a:endParaRPr lang="en-GB" sz="1400" kern="1200" noProof="0"/>
        </a:p>
      </dsp:txBody>
      <dsp:txXfrm>
        <a:off x="806696" y="1523003"/>
        <a:ext cx="3294400" cy="761501"/>
      </dsp:txXfrm>
    </dsp:sp>
    <dsp:sp modelId="{BE29F923-4BBE-4822-9692-2B0C2C37349D}">
      <dsp:nvSpPr>
        <dsp:cNvPr id="0" name=""/>
        <dsp:cNvSpPr/>
      </dsp:nvSpPr>
      <dsp:spPr>
        <a:xfrm>
          <a:off x="330757" y="1427815"/>
          <a:ext cx="951877" cy="951877"/>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A58C1E0-E7FC-4D9A-A756-66AA9B381FEC}">
      <dsp:nvSpPr>
        <dsp:cNvPr id="0" name=""/>
        <dsp:cNvSpPr/>
      </dsp:nvSpPr>
      <dsp:spPr>
        <a:xfrm>
          <a:off x="529890" y="2665256"/>
          <a:ext cx="3571206" cy="76150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4442" tIns="35560" rIns="35560" bIns="35560" numCol="1" spcCol="1270" anchor="ctr" anchorCtr="0">
          <a:noAutofit/>
        </a:bodyPr>
        <a:lstStyle/>
        <a:p>
          <a:pPr marL="0" lvl="0" indent="0" algn="l" defTabSz="622300">
            <a:lnSpc>
              <a:spcPct val="90000"/>
            </a:lnSpc>
            <a:spcBef>
              <a:spcPct val="0"/>
            </a:spcBef>
            <a:spcAft>
              <a:spcPct val="35000"/>
            </a:spcAft>
            <a:buNone/>
          </a:pPr>
          <a:r>
            <a:rPr lang="en-GB" sz="1400" kern="1200" noProof="0"/>
            <a:t>Knowledge exploration services</a:t>
          </a:r>
        </a:p>
      </dsp:txBody>
      <dsp:txXfrm>
        <a:off x="529890" y="2665256"/>
        <a:ext cx="3571206" cy="761501"/>
      </dsp:txXfrm>
    </dsp:sp>
    <dsp:sp modelId="{38759C2C-F9BC-4BD4-9CEC-187A029773A7}">
      <dsp:nvSpPr>
        <dsp:cNvPr id="0" name=""/>
        <dsp:cNvSpPr/>
      </dsp:nvSpPr>
      <dsp:spPr>
        <a:xfrm>
          <a:off x="53951" y="2570068"/>
          <a:ext cx="951877" cy="951877"/>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BCBCF3-744E-43D7-9A7F-477BBBD118EE}">
      <dsp:nvSpPr>
        <dsp:cNvPr id="0" name=""/>
        <dsp:cNvSpPr/>
      </dsp:nvSpPr>
      <dsp:spPr>
        <a:xfrm>
          <a:off x="-4304146" y="-660291"/>
          <a:ext cx="5128092" cy="5128092"/>
        </a:xfrm>
        <a:prstGeom prst="blockArc">
          <a:avLst>
            <a:gd name="adj1" fmla="val 18900000"/>
            <a:gd name="adj2" fmla="val 2700000"/>
            <a:gd name="adj3" fmla="val 421"/>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A04916D-CD22-4F0D-811E-DD3C667E0109}">
      <dsp:nvSpPr>
        <dsp:cNvPr id="0" name=""/>
        <dsp:cNvSpPr/>
      </dsp:nvSpPr>
      <dsp:spPr>
        <a:xfrm>
          <a:off x="529890" y="380750"/>
          <a:ext cx="3571206" cy="76150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4442" tIns="35560" rIns="35560" bIns="35560" numCol="1" spcCol="1270" anchor="ctr" anchorCtr="0">
          <a:noAutofit/>
        </a:bodyPr>
        <a:lstStyle/>
        <a:p>
          <a:pPr marL="0" lvl="0" indent="0" algn="l" defTabSz="622300">
            <a:lnSpc>
              <a:spcPct val="90000"/>
            </a:lnSpc>
            <a:spcBef>
              <a:spcPct val="0"/>
            </a:spcBef>
            <a:spcAft>
              <a:spcPct val="35000"/>
            </a:spcAft>
            <a:buNone/>
          </a:pPr>
          <a:r>
            <a:rPr lang="en-GB" sz="1400" kern="1200" noProof="0"/>
            <a:t>Worker productivity and production of knowledge and reports</a:t>
          </a:r>
        </a:p>
      </dsp:txBody>
      <dsp:txXfrm>
        <a:off x="529890" y="380750"/>
        <a:ext cx="3571206" cy="761501"/>
      </dsp:txXfrm>
    </dsp:sp>
    <dsp:sp modelId="{828DA0F8-3C38-4602-B5F5-CF7503AE1FFB}">
      <dsp:nvSpPr>
        <dsp:cNvPr id="0" name=""/>
        <dsp:cNvSpPr/>
      </dsp:nvSpPr>
      <dsp:spPr>
        <a:xfrm>
          <a:off x="53951" y="285563"/>
          <a:ext cx="951877" cy="951877"/>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9109B9D-0313-40FB-A812-89483E4B3AF8}">
      <dsp:nvSpPr>
        <dsp:cNvPr id="0" name=""/>
        <dsp:cNvSpPr/>
      </dsp:nvSpPr>
      <dsp:spPr>
        <a:xfrm>
          <a:off x="806696" y="1523003"/>
          <a:ext cx="3294400" cy="76150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4442" tIns="35560" rIns="35560" bIns="35560" numCol="1" spcCol="1270" anchor="ctr" anchorCtr="0">
          <a:noAutofit/>
        </a:bodyPr>
        <a:lstStyle/>
        <a:p>
          <a:pPr marL="0" lvl="0" indent="0" algn="l" defTabSz="622300">
            <a:lnSpc>
              <a:spcPct val="90000"/>
            </a:lnSpc>
            <a:spcBef>
              <a:spcPct val="0"/>
            </a:spcBef>
            <a:spcAft>
              <a:spcPct val="35000"/>
            </a:spcAft>
            <a:buNone/>
          </a:pPr>
          <a:r>
            <a:rPr lang="en-GB" sz="1400" kern="1200" noProof="0"/>
            <a:t>Data analysis, exploration, visualisation, advanced analytics, image treatment and q</a:t>
          </a:r>
          <a:r>
            <a:rPr lang="da-DK" sz="1400" kern="1200" noProof="0" err="1"/>
            <a:t>uality</a:t>
          </a:r>
          <a:endParaRPr lang="en-GB" sz="1400" kern="1200" noProof="0"/>
        </a:p>
      </dsp:txBody>
      <dsp:txXfrm>
        <a:off x="806696" y="1523003"/>
        <a:ext cx="3294400" cy="761501"/>
      </dsp:txXfrm>
    </dsp:sp>
    <dsp:sp modelId="{BE29F923-4BBE-4822-9692-2B0C2C37349D}">
      <dsp:nvSpPr>
        <dsp:cNvPr id="0" name=""/>
        <dsp:cNvSpPr/>
      </dsp:nvSpPr>
      <dsp:spPr>
        <a:xfrm>
          <a:off x="330757" y="1427815"/>
          <a:ext cx="951877" cy="951877"/>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A58C1E0-E7FC-4D9A-A756-66AA9B381FEC}">
      <dsp:nvSpPr>
        <dsp:cNvPr id="0" name=""/>
        <dsp:cNvSpPr/>
      </dsp:nvSpPr>
      <dsp:spPr>
        <a:xfrm>
          <a:off x="529890" y="2665256"/>
          <a:ext cx="3571206" cy="76150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4442" tIns="35560" rIns="35560" bIns="35560" numCol="1" spcCol="1270" anchor="ctr" anchorCtr="0">
          <a:noAutofit/>
        </a:bodyPr>
        <a:lstStyle/>
        <a:p>
          <a:pPr marL="0" lvl="0" indent="0" algn="l" defTabSz="622300">
            <a:lnSpc>
              <a:spcPct val="90000"/>
            </a:lnSpc>
            <a:spcBef>
              <a:spcPct val="0"/>
            </a:spcBef>
            <a:spcAft>
              <a:spcPct val="35000"/>
            </a:spcAft>
            <a:buNone/>
          </a:pPr>
          <a:r>
            <a:rPr lang="en-GB" sz="1400" kern="1200" noProof="0"/>
            <a:t>Knowledge exploration services</a:t>
          </a:r>
        </a:p>
      </dsp:txBody>
      <dsp:txXfrm>
        <a:off x="529890" y="2665256"/>
        <a:ext cx="3571206" cy="761501"/>
      </dsp:txXfrm>
    </dsp:sp>
    <dsp:sp modelId="{38759C2C-F9BC-4BD4-9CEC-187A029773A7}">
      <dsp:nvSpPr>
        <dsp:cNvPr id="0" name=""/>
        <dsp:cNvSpPr/>
      </dsp:nvSpPr>
      <dsp:spPr>
        <a:xfrm>
          <a:off x="53951" y="2570068"/>
          <a:ext cx="951877" cy="951877"/>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424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User-provided content in this conversation.
[Sources]
- User-provided content in this conversation
- EEA/Eionet reference design: FOEN_Internal_Environmental_Data_Chatbot.pptx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95405-D798-9479-137A-78B4AEC2E5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ED5670-4484-480B-4D49-7332D10437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66A987-7193-C289-801D-37E80D329DBC}"/>
              </a:ext>
            </a:extLst>
          </p:cNvPr>
          <p:cNvSpPr>
            <a:spLocks noGrp="1"/>
          </p:cNvSpPr>
          <p:nvPr>
            <p:ph type="body" idx="1"/>
          </p:nvPr>
        </p:nvSpPr>
        <p:spPr/>
        <p:txBody>
          <a:bodyPr/>
          <a:lstStyle/>
          <a:p>
            <a:r>
              <a:rPr lang="en-GB" sz="1800">
                <a:effectLst/>
                <a:latin typeface="Aptos" panose="020B0004020202020204" pitchFamily="34" charset="0"/>
                <a:ea typeface="Aptos" panose="020B0004020202020204" pitchFamily="34" charset="0"/>
                <a:cs typeface="Aptos" panose="020B0004020202020204" pitchFamily="34" charset="0"/>
              </a:rPr>
              <a:t>We need to ensure that there is clear reference to the sources of the answers, and claim verification step. Additionally, we can collect feedback on accuracy and usefulness by using the thumbs up and down.</a:t>
            </a:r>
          </a:p>
        </p:txBody>
      </p:sp>
      <p:sp>
        <p:nvSpPr>
          <p:cNvPr id="4" name="Slide Number Placeholder 3">
            <a:extLst>
              <a:ext uri="{FF2B5EF4-FFF2-40B4-BE49-F238E27FC236}">
                <a16:creationId xmlns:a16="http://schemas.microsoft.com/office/drawing/2014/main" id="{3CF51825-C8C6-5C50-5431-FF95C252D6B2}"/>
              </a:ext>
            </a:extLst>
          </p:cNvPr>
          <p:cNvSpPr>
            <a:spLocks noGrp="1"/>
          </p:cNvSpPr>
          <p:nvPr>
            <p:ph type="sldNum" sz="quarter" idx="5"/>
          </p:nvPr>
        </p:nvSpPr>
        <p:spPr/>
        <p:txBody>
          <a:bodyPr/>
          <a:lstStyle/>
          <a:p>
            <a:pPr marL="0" marR="0" lvl="0" indent="0" algn="r" defTabSz="966612" rtl="0" eaLnBrk="1" fontAlgn="auto" latinLnBrk="0" hangingPunct="1">
              <a:lnSpc>
                <a:spcPct val="100000"/>
              </a:lnSpc>
              <a:spcBef>
                <a:spcPts val="0"/>
              </a:spcBef>
              <a:spcAft>
                <a:spcPts val="0"/>
              </a:spcAft>
              <a:buClrTx/>
              <a:buSzTx/>
              <a:buFontTx/>
              <a:buNone/>
              <a:tabLst/>
              <a:defRPr/>
            </a:pPr>
            <a:fld id="{CF36E38B-15D6-423C-8C56-65E8FA0DD268}" type="slidenum">
              <a:rPr kumimoji="0" lang="en-GB"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66612"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069246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User-provided AI use case description, “Teams Helpdesk Agent”.
[Sources]
- User-provided content in this conversation
- EEA/Eionet reference design: FOEN_Internal_Environmental_Data_Chatbot.pptx
[/Sources]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User-provided AI use case description, “SmartLab — in-house capability building for digitalisation and AI”.
[Sources]
- User-provided content in this conversation
- EEA/Eionet reference design: FOEN_Internal_Environmental_Data_Chatbot.pptx
[/Sources]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95405-D798-9479-137A-78B4AEC2E5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ED5670-4484-480B-4D49-7332D10437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66A987-7193-C289-801D-37E80D329DBC}"/>
              </a:ext>
            </a:extLst>
          </p:cNvPr>
          <p:cNvSpPr>
            <a:spLocks noGrp="1"/>
          </p:cNvSpPr>
          <p:nvPr>
            <p:ph type="body" idx="1"/>
          </p:nvPr>
        </p:nvSpPr>
        <p:spPr/>
        <p:txBody>
          <a:bodyPr/>
          <a:lstStyle/>
          <a:p>
            <a:endParaRPr lang="en-GB" sz="1800">
              <a:effectLst/>
              <a:latin typeface="Aptos" panose="020B0004020202020204" pitchFamily="34" charset="0"/>
              <a:ea typeface="Aptos" panose="020B0004020202020204" pitchFamily="34" charset="0"/>
              <a:cs typeface="Aptos" panose="020B0004020202020204" pitchFamily="34" charset="0"/>
            </a:endParaRPr>
          </a:p>
        </p:txBody>
      </p:sp>
      <p:sp>
        <p:nvSpPr>
          <p:cNvPr id="4" name="Slide Number Placeholder 3">
            <a:extLst>
              <a:ext uri="{FF2B5EF4-FFF2-40B4-BE49-F238E27FC236}">
                <a16:creationId xmlns:a16="http://schemas.microsoft.com/office/drawing/2014/main" id="{3CF51825-C8C6-5C50-5431-FF95C252D6B2}"/>
              </a:ext>
            </a:extLst>
          </p:cNvPr>
          <p:cNvSpPr>
            <a:spLocks noGrp="1"/>
          </p:cNvSpPr>
          <p:nvPr>
            <p:ph type="sldNum" sz="quarter" idx="5"/>
          </p:nvPr>
        </p:nvSpPr>
        <p:spPr/>
        <p:txBody>
          <a:bodyPr/>
          <a:lstStyle/>
          <a:p>
            <a:pPr marL="0" marR="0" lvl="0" indent="0" algn="r" defTabSz="966612" rtl="0" eaLnBrk="1" fontAlgn="auto" latinLnBrk="0" hangingPunct="1">
              <a:lnSpc>
                <a:spcPct val="100000"/>
              </a:lnSpc>
              <a:spcBef>
                <a:spcPts val="0"/>
              </a:spcBef>
              <a:spcAft>
                <a:spcPts val="0"/>
              </a:spcAft>
              <a:buClrTx/>
              <a:buSzTx/>
              <a:buFontTx/>
              <a:buNone/>
              <a:tabLst/>
              <a:defRPr/>
            </a:pPr>
            <a:fld id="{CF36E38B-15D6-423C-8C56-65E8FA0DD268}" type="slidenum">
              <a:rPr kumimoji="0" lang="en-GB"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66612"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069246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F36E38B-15D6-423C-8C56-65E8FA0DD268}" type="slidenum">
              <a:rPr lang="en-GB" smtClean="0"/>
              <a:t>8</a:t>
            </a:fld>
            <a:endParaRPr lang="en-GB"/>
          </a:p>
        </p:txBody>
      </p:sp>
    </p:spTree>
    <p:extLst>
      <p:ext uri="{BB962C8B-B14F-4D97-AF65-F5344CB8AC3E}">
        <p14:creationId xmlns:p14="http://schemas.microsoft.com/office/powerpoint/2010/main" val="13173612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User-provided AI use case description, “AI-assisted automation for environmental data processing”.
[Sources]
- User-provided content in this conversation
[/Sources]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User-provided AI use case description, “Shared µHPC infrastructure for environmental research and AI”.
[Sources]
- User-provided content in this conversation
- EEA/Eionet reference design: FOEN_Internal_Environmental_Data_Chatbot.pptx
[/Sources]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Template for drafting an AI use case_km.docx, FOEN internal environmental data chatbot description. Retrieved from EEA/Eionet SharePoint.
[Sources]
- https://eea1.sharepoint.com/teams/-EXT-Eionet/_layouts/15/DocIdRedir.aspx?ID=EIONET-1333827832-65207
[/Sources]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User-provided AI use case description, “AI Assisted Assessment of Nature Restoration Plans”.
[Sources]
- User-provided content in this conversation
[/Sources]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User-provided AI use case description, “POC hydrological state reporting using an MCP server for VMM data on waterinfo.be”.
[Sources]
- User-provided content in this conversation
[/Sources]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User-provided AI use case description, "ENVAI: Responsible AI support for environmental administration and ICT activities".
[Sources]
- User-provided content in this conversation
- EEA/Eionet reference design: FOEN_Internal_Environmental_Data_Chatbot.pptx
[/Sources]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User-provided AI use case description, “AI-driven environmental KB (Knowledge Base)”.
[Sources]
- User-provided content in this conversation
- EEA/Eionet reference design: FOEN_Internal_Environmental_Data_Chatbot.pptx
[/Sources]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User-provided AI use case description, “Environmental reporting”.
[Sources]
- User-provided content in this conversation
- EEA/Eionet reference design: FOEN_Internal_Environmental_Data_Chatbot.pptx
[/Sources]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User-provided AI use case description, “physical risk data extraction for green budgeting applications”.
[Sources]
- User-provided content in this conversation
- EEA/Eionet reference design: FOEN_Internal_Environmental_Data_Chatbot.pptx
[/Sources]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User-provided AI use case description, “Impact Assessment in the Age of Artificial Intelligence – Italian experience”.
[Sources]
- User-provided content in this conversation
- EEA/Eionet reference design: FOEN_Internal_Environmental_Data_Chatbot.pptx
[/Sources]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User-provided AI use case description, “AI-Driven Spatial Foresight for Soil Loss in Italian Metropolitan Cities”.
[Sources]
- User-provided content in this conversation
- EEA/Eionet reference design: FOEN_Internal_Environmental_Data_Chatbot.pptx
[/Sources]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User-provided AI use case description, “Perseus - AI-based system for extracting knowledge, managing risks and supporting organisational processes”.
[Sources]
- User-provided content in this conversation
- EEA/Eionet reference design: FOEN_Internal_Environmental_Data_Chatbot.pptx
[/Sources]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User-provided AI use case description, “Detection of onshore wind turbines from satellite imagery”.
[Sources]
- User-provided content in this conversation
- EEA/Eionet reference design: FOEN_Internal_Environmental_Data_Chatbot.pptx
[/Sources]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B6B57"/>
          </a:solidFill>
          <a:ln w="12700">
            <a:solidFill>
              <a:srgbClr val="0B6B57"/>
            </a:solidFill>
            <a:prstDash val="solid"/>
          </a:ln>
        </p:spPr>
        <p:txBody>
          <a:bodyPr/>
          <a:lstStyle/>
          <a:p>
            <a:endParaRPr lang="en-GB"/>
          </a:p>
        </p:txBody>
      </p:sp>
      <p:sp>
        <p:nvSpPr>
          <p:cNvPr id="3" name="Text 1"/>
          <p:cNvSpPr/>
          <p:nvPr/>
        </p:nvSpPr>
        <p:spPr>
          <a:xfrm>
            <a:off x="502920" y="6510528"/>
            <a:ext cx="2194560" cy="164592"/>
          </a:xfrm>
          <a:prstGeom prst="rect">
            <a:avLst/>
          </a:prstGeom>
          <a:noFill/>
          <a:ln/>
        </p:spPr>
        <p:txBody>
          <a:bodyPr wrap="square" lIns="0" tIns="0" rIns="0" bIns="0" rtlCol="0" anchor="ctr"/>
          <a:lstStyle/>
          <a:p>
            <a:pPr marL="0" indent="0">
              <a:buNone/>
            </a:pPr>
            <a:r>
              <a:rPr lang="en-US" sz="800" b="1" kern="0" spc="120">
                <a:solidFill>
                  <a:srgbClr val="6B7C76"/>
                </a:solidFill>
                <a:latin typeface="Aptos" pitchFamily="34" charset="0"/>
                <a:ea typeface="Aptos" pitchFamily="34" charset="-122"/>
                <a:cs typeface="Aptos" pitchFamily="34" charset="-120"/>
              </a:rPr>
              <a:t>FOEN AI USE CASE</a:t>
            </a:r>
            <a:endParaRPr lang="en-US" sz="800"/>
          </a:p>
        </p:txBody>
      </p:sp>
      <p:sp>
        <p:nvSpPr>
          <p:cNvPr id="4" name="Text 2"/>
          <p:cNvSpPr/>
          <p:nvPr/>
        </p:nvSpPr>
        <p:spPr>
          <a:xfrm>
            <a:off x="8412480" y="6510528"/>
            <a:ext cx="3246120" cy="164592"/>
          </a:xfrm>
          <a:prstGeom prst="rect">
            <a:avLst/>
          </a:prstGeom>
          <a:noFill/>
          <a:ln/>
        </p:spPr>
        <p:txBody>
          <a:bodyPr wrap="square" lIns="0" tIns="0" rIns="0" bIns="0" rtlCol="0" anchor="ctr"/>
          <a:lstStyle/>
          <a:p>
            <a:pPr marL="0" indent="0" algn="r">
              <a:buNone/>
            </a:pPr>
            <a:r>
              <a:rPr lang="en-US" sz="800">
                <a:solidFill>
                  <a:srgbClr val="6B7C76"/>
                </a:solidFill>
                <a:latin typeface="Aptos" pitchFamily="34" charset="0"/>
                <a:ea typeface="Aptos" pitchFamily="34" charset="-122"/>
                <a:cs typeface="Aptos" pitchFamily="34" charset="-120"/>
              </a:rPr>
              <a:t>Internal environmental data chatbot</a:t>
            </a:r>
            <a:endParaRPr lang="en-US" sz="800"/>
          </a:p>
        </p:txBody>
      </p:sp>
      <p:sp>
        <p:nvSpPr>
          <p:cNvPr id="25" name="Slide Number Placeholder 0"/>
          <p:cNvSpPr>
            <a:spLocks noGrp="1"/>
          </p:cNvSpPr>
          <p:nvPr>
            <p:ph type="sldNum" sz="quarter" idx="4294967295"/>
          </p:nvPr>
        </p:nvSpPr>
        <p:spPr>
          <a:xfrm>
            <a:off x="11686032" y="6510528"/>
            <a:ext cx="182880"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C76"/>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OEN_USE_CASE">
    <p:spTree>
      <p:nvGrpSpPr>
        <p:cNvPr id="1" name=""/>
        <p:cNvGrpSpPr/>
        <p:nvPr/>
      </p:nvGrpSpPr>
      <p:grpSpPr>
        <a:xfrm>
          <a:off x="0" y="0"/>
          <a:ext cx="0" cy="0"/>
          <a:chOff x="0" y="0"/>
          <a:chExt cx="0" cy="0"/>
        </a:xfrm>
      </p:grpSpPr>
      <p:sp>
        <p:nvSpPr>
          <p:cNvPr id="2" name="Shape 0"/>
          <p:cNvSpPr/>
          <p:nvPr/>
        </p:nvSpPr>
        <p:spPr>
          <a:xfrm>
            <a:off x="347472" y="365760"/>
            <a:ext cx="11475720" cy="0"/>
          </a:xfrm>
          <a:prstGeom prst="line">
            <a:avLst/>
          </a:prstGeom>
          <a:noFill/>
          <a:ln w="12700">
            <a:solidFill>
              <a:srgbClr val="D8E3DF"/>
            </a:solidFill>
            <a:prstDash val="solid"/>
          </a:ln>
        </p:spPr>
      </p:sp>
      <p:sp>
        <p:nvSpPr>
          <p:cNvPr id="3" name="Text 1"/>
          <p:cNvSpPr/>
          <p:nvPr/>
        </p:nvSpPr>
        <p:spPr>
          <a:xfrm>
            <a:off x="365760" y="6556248"/>
            <a:ext cx="1828800" cy="146304"/>
          </a:xfrm>
          <a:prstGeom prst="rect">
            <a:avLst/>
          </a:prstGeom>
          <a:noFill/>
          <a:ln/>
        </p:spPr>
        <p:txBody>
          <a:bodyPr wrap="square" lIns="0" tIns="0" rIns="0" bIns="0" rtlCol="0" anchor="ctr"/>
          <a:lstStyle/>
          <a:p>
            <a:pPr marL="0" indent="0">
              <a:buNone/>
            </a:pPr>
            <a:r>
              <a:rPr lang="en-US" sz="650" b="1" kern="0" spc="140">
                <a:solidFill>
                  <a:srgbClr val="7A8D87"/>
                </a:solidFill>
                <a:latin typeface="Aptos" pitchFamily="34" charset="0"/>
                <a:ea typeface="Aptos" pitchFamily="34" charset="-122"/>
                <a:cs typeface="Aptos" pitchFamily="34" charset="-120"/>
              </a:rPr>
              <a:t>FOEN AI USE CASE</a:t>
            </a:r>
            <a:endParaRPr lang="en-US" sz="650"/>
          </a:p>
        </p:txBody>
      </p:sp>
      <p:sp>
        <p:nvSpPr>
          <p:cNvPr id="4" name="Text 2"/>
          <p:cNvSpPr/>
          <p:nvPr/>
        </p:nvSpPr>
        <p:spPr>
          <a:xfrm>
            <a:off x="9921240" y="6556248"/>
            <a:ext cx="1901952" cy="146304"/>
          </a:xfrm>
          <a:prstGeom prst="rect">
            <a:avLst/>
          </a:prstGeom>
          <a:noFill/>
          <a:ln/>
        </p:spPr>
        <p:txBody>
          <a:bodyPr wrap="square" lIns="0" tIns="0" rIns="0" bIns="0" rtlCol="0" anchor="ctr"/>
          <a:lstStyle/>
          <a:p>
            <a:pPr marL="0" indent="0" algn="r">
              <a:buNone/>
            </a:pPr>
            <a:r>
              <a:rPr lang="en-US" sz="650">
                <a:solidFill>
                  <a:srgbClr val="7A8D87"/>
                </a:solidFill>
                <a:latin typeface="Aptos" pitchFamily="34" charset="0"/>
                <a:ea typeface="Aptos" pitchFamily="34" charset="-122"/>
                <a:cs typeface="Aptos" pitchFamily="34" charset="-120"/>
              </a:rPr>
              <a:t>AI-assisted environmental data processing</a:t>
            </a:r>
            <a:endParaRPr lang="en-US" sz="650"/>
          </a:p>
        </p:txBody>
      </p:sp>
      <p:sp>
        <p:nvSpPr>
          <p:cNvPr id="25" name="Slide Number Placeholder 0"/>
          <p:cNvSpPr>
            <a:spLocks noGrp="1"/>
          </p:cNvSpPr>
          <p:nvPr>
            <p:ph type="sldNum" sz="quarter" idx="4294967295"/>
          </p:nvPr>
        </p:nvSpPr>
        <p:spPr>
          <a:xfrm>
            <a:off x="11841480" y="6547104"/>
            <a:ext cx="109728" cy="146304"/>
          </a:xfrm>
          <a:prstGeom prst="rect">
            <a:avLst/>
          </a:prstGeom>
          <a:extLst>
            <a:ext uri="{C572A759-6A51-4108-AA02-DFA0A04FC94B}">
              <ma14:wrappingTextBoxFlag xmlns:ma14="http://schemas.microsoft.com/office/mac/drawingml/2011/main" xmlns="" val="0"/>
            </a:ext>
          </a:extLst>
        </p:spPr>
        <p:txBody>
          <a:bodyPr/>
          <a:lstStyle>
            <a:lvl1pPr>
              <a:defRPr sz="650">
                <a:solidFill>
                  <a:srgbClr val="7A8D87"/>
                </a:solidFill>
                <a:latin typeface="Aptos"/>
                <a:ea typeface="Aptos"/>
                <a:cs typeface="Aptos"/>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1359206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NVAI_MASTER">
    <p:spTree>
      <p:nvGrpSpPr>
        <p:cNvPr id="1" name=""/>
        <p:cNvGrpSpPr/>
        <p:nvPr/>
      </p:nvGrpSpPr>
      <p:grpSpPr>
        <a:xfrm>
          <a:off x="0" y="0"/>
          <a:ext cx="0" cy="0"/>
          <a:chOff x="0" y="0"/>
          <a:chExt cx="0" cy="0"/>
        </a:xfrm>
      </p:grpSpPr>
      <p:sp>
        <p:nvSpPr>
          <p:cNvPr id="2" name="Shape 0"/>
          <p:cNvSpPr/>
          <p:nvPr/>
        </p:nvSpPr>
        <p:spPr>
          <a:xfrm>
            <a:off x="411480" y="6565392"/>
            <a:ext cx="11365992" cy="0"/>
          </a:xfrm>
          <a:prstGeom prst="line">
            <a:avLst/>
          </a:prstGeom>
          <a:noFill/>
          <a:ln w="7620">
            <a:solidFill>
              <a:srgbClr val="D7E2DE"/>
            </a:solidFill>
            <a:prstDash val="solid"/>
          </a:ln>
        </p:spPr>
      </p:sp>
      <p:sp>
        <p:nvSpPr>
          <p:cNvPr id="3" name="Text 1"/>
          <p:cNvSpPr/>
          <p:nvPr/>
        </p:nvSpPr>
        <p:spPr>
          <a:xfrm>
            <a:off x="438912" y="6601968"/>
            <a:ext cx="5120640" cy="109728"/>
          </a:xfrm>
          <a:prstGeom prst="rect">
            <a:avLst/>
          </a:prstGeom>
          <a:noFill/>
          <a:ln/>
        </p:spPr>
        <p:txBody>
          <a:bodyPr wrap="square" lIns="0" tIns="0" rIns="0" bIns="0" rtlCol="0" anchor="ctr"/>
          <a:lstStyle/>
          <a:p>
            <a:pPr marL="0" indent="0">
              <a:buNone/>
            </a:pPr>
            <a:r>
              <a:rPr lang="en-US" sz="470" b="1" kern="0" spc="120">
                <a:solidFill>
                  <a:srgbClr val="82928D"/>
                </a:solidFill>
                <a:latin typeface="Aptos" pitchFamily="34" charset="0"/>
                <a:ea typeface="Aptos" pitchFamily="34" charset="-122"/>
                <a:cs typeface="Aptos" pitchFamily="34" charset="-120"/>
              </a:rPr>
              <a:t>SOURCE: USER-PROVIDED AI USE CASE DESCRIPTION</a:t>
            </a:r>
            <a:endParaRPr lang="en-US" sz="470"/>
          </a:p>
        </p:txBody>
      </p:sp>
      <p:sp>
        <p:nvSpPr>
          <p:cNvPr id="4" name="Text 2"/>
          <p:cNvSpPr/>
          <p:nvPr/>
        </p:nvSpPr>
        <p:spPr>
          <a:xfrm>
            <a:off x="7424928" y="6601968"/>
            <a:ext cx="4315968" cy="109728"/>
          </a:xfrm>
          <a:prstGeom prst="rect">
            <a:avLst/>
          </a:prstGeom>
          <a:noFill/>
          <a:ln/>
        </p:spPr>
        <p:txBody>
          <a:bodyPr wrap="square" lIns="0" tIns="0" rIns="0" bIns="0" rtlCol="0" anchor="ctr"/>
          <a:lstStyle/>
          <a:p>
            <a:pPr marL="0" indent="0" algn="r">
              <a:buNone/>
            </a:pPr>
            <a:r>
              <a:rPr lang="en-US" sz="470">
                <a:solidFill>
                  <a:srgbClr val="82928D"/>
                </a:solidFill>
                <a:latin typeface="Aptos" pitchFamily="34" charset="0"/>
                <a:ea typeface="Aptos" pitchFamily="34" charset="-122"/>
                <a:cs typeface="Aptos" pitchFamily="34" charset="-120"/>
              </a:rPr>
              <a:t>Responsible AI support for environmental administration and ICT activities</a:t>
            </a:r>
            <a:endParaRPr lang="en-US" sz="470"/>
          </a:p>
        </p:txBody>
      </p:sp>
      <p:sp>
        <p:nvSpPr>
          <p:cNvPr id="25" name="Slide Number Placeholder 0"/>
          <p:cNvSpPr>
            <a:spLocks noGrp="1"/>
          </p:cNvSpPr>
          <p:nvPr>
            <p:ph type="sldNum" sz="quarter" idx="4294967295"/>
          </p:nvPr>
        </p:nvSpPr>
        <p:spPr>
          <a:xfrm>
            <a:off x="11777472" y="6601968"/>
            <a:ext cx="800000" cy="300000"/>
          </a:xfrm>
          <a:prstGeom prst="rect">
            <a:avLst/>
          </a:prstGeom>
          <a:extLst>
            <a:ext uri="{C572A759-6A51-4108-AA02-DFA0A04FC94B}">
              <ma14:wrappingTextBoxFlag xmlns:ma14="http://schemas.microsoft.com/office/mac/drawingml/2011/main" xmlns="" val="0"/>
            </a:ext>
          </a:extLst>
        </p:spPr>
        <p:txBody>
          <a:bodyPr/>
          <a:lstStyle>
            <a:lvl1pPr>
              <a:defRPr sz="500">
                <a:solidFill>
                  <a:srgbClr val="82928D"/>
                </a:solidFill>
                <a:latin typeface="Aptos"/>
                <a:ea typeface="Aptos"/>
                <a:cs typeface="Aptos"/>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731383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USECASE">
    <p:spTree>
      <p:nvGrpSpPr>
        <p:cNvPr id="1" name=""/>
        <p:cNvGrpSpPr/>
        <p:nvPr/>
      </p:nvGrpSpPr>
      <p:grpSpPr>
        <a:xfrm>
          <a:off x="0" y="0"/>
          <a:ext cx="0" cy="0"/>
          <a:chOff x="0" y="0"/>
          <a:chExt cx="0" cy="0"/>
        </a:xfrm>
      </p:grpSpPr>
      <p:sp>
        <p:nvSpPr>
          <p:cNvPr id="2" name="Shape 0"/>
          <p:cNvSpPr/>
          <p:nvPr/>
        </p:nvSpPr>
        <p:spPr>
          <a:xfrm>
            <a:off x="411480" y="6565392"/>
            <a:ext cx="11384280" cy="0"/>
          </a:xfrm>
          <a:prstGeom prst="line">
            <a:avLst/>
          </a:prstGeom>
          <a:noFill/>
          <a:ln w="8890">
            <a:solidFill>
              <a:srgbClr val="CBD8D3"/>
            </a:solidFill>
            <a:prstDash val="solid"/>
          </a:ln>
        </p:spPr>
      </p:sp>
      <p:sp>
        <p:nvSpPr>
          <p:cNvPr id="3" name="Text 1"/>
          <p:cNvSpPr/>
          <p:nvPr/>
        </p:nvSpPr>
        <p:spPr>
          <a:xfrm>
            <a:off x="457200" y="6601968"/>
            <a:ext cx="2011680" cy="137160"/>
          </a:xfrm>
          <a:prstGeom prst="rect">
            <a:avLst/>
          </a:prstGeom>
          <a:noFill/>
          <a:ln/>
        </p:spPr>
        <p:txBody>
          <a:bodyPr wrap="square" lIns="0" tIns="0" rIns="0" bIns="0" rtlCol="0" anchor="ctr"/>
          <a:lstStyle/>
          <a:p>
            <a:pPr marL="0" indent="0">
              <a:buNone/>
            </a:pPr>
            <a:r>
              <a:rPr lang="en-US" sz="550" b="1" kern="0" spc="120">
                <a:solidFill>
                  <a:srgbClr val="738780"/>
                </a:solidFill>
                <a:latin typeface="Aptos" pitchFamily="34" charset="0"/>
                <a:ea typeface="Aptos" pitchFamily="34" charset="-122"/>
                <a:cs typeface="Aptos" pitchFamily="34" charset="-120"/>
              </a:rPr>
              <a:t>FOCUS: AI USE CASE</a:t>
            </a:r>
            <a:endParaRPr lang="en-US" sz="550"/>
          </a:p>
        </p:txBody>
      </p:sp>
      <p:sp>
        <p:nvSpPr>
          <p:cNvPr id="4" name="Text 2"/>
          <p:cNvSpPr/>
          <p:nvPr/>
        </p:nvSpPr>
        <p:spPr>
          <a:xfrm>
            <a:off x="9784080" y="6601968"/>
            <a:ext cx="1965960" cy="137160"/>
          </a:xfrm>
          <a:prstGeom prst="rect">
            <a:avLst/>
          </a:prstGeom>
          <a:noFill/>
          <a:ln/>
        </p:spPr>
        <p:txBody>
          <a:bodyPr wrap="square" lIns="0" tIns="0" rIns="0" bIns="0" rtlCol="0" anchor="ctr"/>
          <a:lstStyle/>
          <a:p>
            <a:pPr marL="0" indent="0" algn="r">
              <a:buNone/>
            </a:pPr>
            <a:r>
              <a:rPr lang="en-US" sz="550">
                <a:solidFill>
                  <a:srgbClr val="738780"/>
                </a:solidFill>
                <a:latin typeface="Aptos" pitchFamily="34" charset="0"/>
                <a:ea typeface="Aptos" pitchFamily="34" charset="-122"/>
                <a:cs typeface="Aptos" pitchFamily="34" charset="-120"/>
              </a:rPr>
              <a:t>Swedish Environmental Protection Agency</a:t>
            </a:r>
            <a:endParaRPr lang="en-US" sz="550"/>
          </a:p>
        </p:txBody>
      </p:sp>
      <p:sp>
        <p:nvSpPr>
          <p:cNvPr id="25" name="Slide Number Placeholder 0"/>
          <p:cNvSpPr>
            <a:spLocks noGrp="1"/>
          </p:cNvSpPr>
          <p:nvPr>
            <p:ph type="sldNum" sz="quarter" idx="4294967295"/>
          </p:nvPr>
        </p:nvSpPr>
        <p:spPr>
          <a:xfrm>
            <a:off x="1184148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550">
                <a:solidFill>
                  <a:srgbClr val="738780"/>
                </a:solidFill>
                <a:latin typeface="Aptos"/>
                <a:ea typeface="Aptos"/>
                <a:cs typeface="Aptos"/>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472300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EA_AI_USE_CASE">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B6B57"/>
          </a:solidFill>
          <a:ln w="12700">
            <a:solidFill>
              <a:srgbClr val="0B6B57"/>
            </a:solidFill>
            <a:prstDash val="solid"/>
          </a:ln>
        </p:spPr>
      </p:sp>
      <p:sp>
        <p:nvSpPr>
          <p:cNvPr id="3" name="Text 1"/>
          <p:cNvSpPr/>
          <p:nvPr/>
        </p:nvSpPr>
        <p:spPr>
          <a:xfrm>
            <a:off x="438912" y="6638544"/>
            <a:ext cx="2103120" cy="109728"/>
          </a:xfrm>
          <a:prstGeom prst="rect">
            <a:avLst/>
          </a:prstGeom>
          <a:noFill/>
          <a:ln/>
        </p:spPr>
        <p:txBody>
          <a:bodyPr wrap="square" lIns="0" tIns="0" rIns="0" bIns="0" rtlCol="0" anchor="ctr"/>
          <a:lstStyle/>
          <a:p>
            <a:pPr marL="0" indent="0">
              <a:buNone/>
            </a:pPr>
            <a:r>
              <a:rPr lang="en-US" sz="580" b="1" kern="0" spc="130">
                <a:solidFill>
                  <a:srgbClr val="74867F"/>
                </a:solidFill>
                <a:latin typeface="Aptos" pitchFamily="34" charset="0"/>
                <a:ea typeface="Aptos" pitchFamily="34" charset="-122"/>
                <a:cs typeface="Aptos" pitchFamily="34" charset="-120"/>
              </a:rPr>
              <a:t>FOCUS AREA: AI USE CASE</a:t>
            </a:r>
            <a:endParaRPr lang="en-US" sz="580"/>
          </a:p>
        </p:txBody>
      </p:sp>
      <p:sp>
        <p:nvSpPr>
          <p:cNvPr id="4" name="Text 2"/>
          <p:cNvSpPr/>
          <p:nvPr/>
        </p:nvSpPr>
        <p:spPr>
          <a:xfrm>
            <a:off x="10241280" y="6638544"/>
            <a:ext cx="1508760" cy="109728"/>
          </a:xfrm>
          <a:prstGeom prst="rect">
            <a:avLst/>
          </a:prstGeom>
          <a:noFill/>
          <a:ln/>
        </p:spPr>
        <p:txBody>
          <a:bodyPr wrap="square" lIns="0" tIns="0" rIns="0" bIns="0" rtlCol="0" anchor="ctr"/>
          <a:lstStyle/>
          <a:p>
            <a:pPr marL="0" indent="0" algn="r">
              <a:buNone/>
            </a:pPr>
            <a:r>
              <a:rPr lang="en-US" sz="580">
                <a:solidFill>
                  <a:srgbClr val="74867F"/>
                </a:solidFill>
                <a:latin typeface="Aptos" pitchFamily="34" charset="0"/>
                <a:ea typeface="Aptos" pitchFamily="34" charset="-122"/>
                <a:cs typeface="Aptos" pitchFamily="34" charset="-120"/>
              </a:rPr>
              <a:t>Internal working slide</a:t>
            </a:r>
            <a:endParaRPr lang="en-US" sz="580"/>
          </a:p>
        </p:txBody>
      </p:sp>
      <p:sp>
        <p:nvSpPr>
          <p:cNvPr id="25" name="Slide Number Placeholder 0"/>
          <p:cNvSpPr>
            <a:spLocks noGrp="1"/>
          </p:cNvSpPr>
          <p:nvPr>
            <p:ph type="sldNum" sz="quarter" idx="4294967295"/>
          </p:nvPr>
        </p:nvSpPr>
        <p:spPr>
          <a:xfrm>
            <a:off x="11814048" y="6638544"/>
            <a:ext cx="800000" cy="300000"/>
          </a:xfrm>
          <a:prstGeom prst="rect">
            <a:avLst/>
          </a:prstGeom>
          <a:extLst>
            <a:ext uri="{C572A759-6A51-4108-AA02-DFA0A04FC94B}">
              <ma14:wrappingTextBoxFlag xmlns:ma14="http://schemas.microsoft.com/office/mac/drawingml/2011/main" xmlns="" val="0"/>
            </a:ext>
          </a:extLst>
        </p:spPr>
        <p:txBody>
          <a:bodyPr/>
          <a:lstStyle>
            <a:lvl1pPr>
              <a:defRPr sz="580">
                <a:solidFill>
                  <a:srgbClr val="74867F"/>
                </a:solidFill>
                <a:latin typeface="Aptos"/>
                <a:ea typeface="Aptos"/>
                <a:cs typeface="Aptos"/>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24542217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cxnSp>
        <p:nvCxnSpPr>
          <p:cNvPr id="3" name="Straight Connector 7">
            <a:extLst>
              <a:ext uri="{FF2B5EF4-FFF2-40B4-BE49-F238E27FC236}">
                <a16:creationId xmlns:a16="http://schemas.microsoft.com/office/drawing/2014/main" id="{33E6BE15-809C-50BE-F22A-20351128FA48}"/>
              </a:ext>
            </a:extLst>
          </p:cNvPr>
          <p:cNvCxnSpPr/>
          <p:nvPr userDrawn="1"/>
        </p:nvCxnSpPr>
        <p:spPr>
          <a:xfrm>
            <a:off x="0" y="756000"/>
            <a:ext cx="12192000" cy="24938"/>
          </a:xfrm>
          <a:prstGeom prst="line">
            <a:avLst/>
          </a:prstGeom>
          <a:ln w="114300">
            <a:solidFill>
              <a:srgbClr val="113A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1664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Watermark slide">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319E2B6D-5999-4A45-1D5E-5A7BACDA22B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229533" y="169008"/>
            <a:ext cx="1762394" cy="924278"/>
          </a:xfrm>
          <a:prstGeom prst="rect">
            <a:avLst/>
          </a:prstGeom>
        </p:spPr>
      </p:pic>
      <p:pic>
        <p:nvPicPr>
          <p:cNvPr id="6" name="Graphic 5">
            <a:extLst>
              <a:ext uri="{FF2B5EF4-FFF2-40B4-BE49-F238E27FC236}">
                <a16:creationId xmlns:a16="http://schemas.microsoft.com/office/drawing/2014/main" id="{6E4CBA84-154A-8B69-CB6B-D93A1235EAE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18071" y="1293238"/>
            <a:ext cx="6594813" cy="5703622"/>
          </a:xfrm>
          <a:prstGeom prst="rect">
            <a:avLst/>
          </a:prstGeom>
        </p:spPr>
      </p:pic>
    </p:spTree>
    <p:extLst>
      <p:ext uri="{BB962C8B-B14F-4D97-AF65-F5344CB8AC3E}">
        <p14:creationId xmlns:p14="http://schemas.microsoft.com/office/powerpoint/2010/main" val="1942699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86032" y="6510528"/>
            <a:ext cx="182880"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C76"/>
                </a:solidFill>
              </a:defRPr>
            </a:lvl1pPr>
          </a:lstStyle>
          <a:p>
            <a:pPr algn="r"/>
            <a:fld id="{F7021451-1387-4CA6-816F-3879F97B5CBC}" type="slidenum">
              <a:rPr lang="en-US" b="0"/>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1.xml"/><Relationship Id="rId13"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diagramQuickStyle" Target="../diagrams/quickStyle1.xml"/><Relationship Id="rId12"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Layout" Target="../diagrams/layout1.xml"/><Relationship Id="rId11" Type="http://schemas.openxmlformats.org/officeDocument/2006/relationships/image" Target="../media/image6.svg"/><Relationship Id="rId5" Type="http://schemas.openxmlformats.org/officeDocument/2006/relationships/diagramData" Target="../diagrams/data1.xml"/><Relationship Id="rId10" Type="http://schemas.openxmlformats.org/officeDocument/2006/relationships/image" Target="../media/image5.svg"/><Relationship Id="rId4" Type="http://schemas.openxmlformats.org/officeDocument/2006/relationships/image" Target="../media/image4.png"/><Relationship Id="rId9" Type="http://schemas.microsoft.com/office/2007/relationships/diagramDrawing" Target="../diagrams/drawing1.xml"/><Relationship Id="rId1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Colors" Target="../diagrams/colors2.xml"/><Relationship Id="rId11" Type="http://schemas.openxmlformats.org/officeDocument/2006/relationships/image" Target="../media/image10.jpeg"/><Relationship Id="rId5" Type="http://schemas.openxmlformats.org/officeDocument/2006/relationships/diagramQuickStyle" Target="../diagrams/quickStyle2.xml"/><Relationship Id="rId10" Type="http://schemas.openxmlformats.org/officeDocument/2006/relationships/image" Target="../media/image7.svg"/><Relationship Id="rId4" Type="http://schemas.openxmlformats.org/officeDocument/2006/relationships/diagramLayout" Target="../diagrams/layout2.xml"/><Relationship Id="rId9" Type="http://schemas.openxmlformats.org/officeDocument/2006/relationships/image" Target="../media/image6.sv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5.svg"/><Relationship Id="rId10" Type="http://schemas.openxmlformats.org/officeDocument/2006/relationships/image" Target="../media/image20.png"/><Relationship Id="rId4" Type="http://schemas.openxmlformats.org/officeDocument/2006/relationships/image" Target="../media/image14.svg"/><Relationship Id="rId9" Type="http://schemas.openxmlformats.org/officeDocument/2006/relationships/image" Target="../media/image19.png"/></Relationships>
</file>

<file path=ppt/slides/_rels/slide1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hyperlink" Target="https://www.eea.europa.eu/en/europe-environment-2025/ask-ai" TargetMode="External"/><Relationship Id="rId7" Type="http://schemas.openxmlformats.org/officeDocument/2006/relationships/hyperlink" Target="https://ask.copernicus.eu/" TargetMode="External"/><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hyperlink" Target="https://climate-adapt.eea.europa.eu/en/ai-search-assistant" TargetMode="External"/><Relationship Id="rId10" Type="http://schemas.openxmlformats.org/officeDocument/2006/relationships/image" Target="../media/image26.png"/><Relationship Id="rId4" Type="http://schemas.openxmlformats.org/officeDocument/2006/relationships/image" Target="../media/image22.png"/><Relationship Id="rId9" Type="http://schemas.openxmlformats.org/officeDocument/2006/relationships/image" Target="../media/image25.png"/></Relationships>
</file>

<file path=ppt/slides/_rels/slide1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BF73D0-F3C0-881E-C6C6-0A84391E08B2}"/>
              </a:ext>
            </a:extLst>
          </p:cNvPr>
          <p:cNvSpPr txBox="1"/>
          <p:nvPr/>
        </p:nvSpPr>
        <p:spPr>
          <a:xfrm>
            <a:off x="2517732" y="1816274"/>
            <a:ext cx="7491682" cy="1384995"/>
          </a:xfrm>
          <a:prstGeom prst="rect">
            <a:avLst/>
          </a:prstGeom>
          <a:noFill/>
        </p:spPr>
        <p:txBody>
          <a:bodyPr wrap="square" rtlCol="0">
            <a:spAutoFit/>
          </a:bodyPr>
          <a:lstStyle/>
          <a:p>
            <a:r>
              <a:rPr lang="da-DK" sz="2800" b="1" dirty="0"/>
              <a:t>USE CASES</a:t>
            </a:r>
          </a:p>
          <a:p>
            <a:endParaRPr lang="da-DK" sz="2800" b="1" dirty="0"/>
          </a:p>
          <a:p>
            <a:r>
              <a:rPr lang="da-DK" sz="2800" b="1" dirty="0"/>
              <a:t>T1 </a:t>
            </a:r>
            <a:r>
              <a:rPr lang="en-GB" sz="2800" b="1" dirty="0"/>
              <a:t>Strategy, Governance and Organisation</a:t>
            </a:r>
          </a:p>
        </p:txBody>
      </p:sp>
    </p:spTree>
    <p:extLst>
      <p:ext uri="{BB962C8B-B14F-4D97-AF65-F5344CB8AC3E}">
        <p14:creationId xmlns:p14="http://schemas.microsoft.com/office/powerpoint/2010/main" val="37439773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1" cy="1"/>
          <a:chOff x="0" y="0"/>
          <a:chExt cx="1" cy="1"/>
        </a:xfrm>
      </p:grpSpPr>
      <p:sp>
        <p:nvSpPr>
          <p:cNvPr id="2" name="Text 0"/>
          <p:cNvSpPr txBox="1"/>
          <p:nvPr/>
        </p:nvSpPr>
        <p:spPr>
          <a:xfrm>
            <a:off x="530352" y="274320"/>
            <a:ext cx="7863840" cy="56692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2000" b="1" i="0">
                <a:solidFill>
                  <a:srgbClr val="14352D"/>
                </a:solidFill>
                <a:latin typeface="Aptos Display" pitchFamily="34" charset="0"/>
                <a:ea typeface="Aptos" pitchFamily="34" charset="-122"/>
                <a:cs typeface="Aptos" pitchFamily="34" charset="-120"/>
              </a:rPr>
              <a:t>From fragmented initiatives to governed AI across public administration</a:t>
            </a:r>
            <a:endParaRPr lang="en-US" sz="1800"/>
          </a:p>
        </p:txBody>
      </p:sp>
      <p:sp>
        <p:nvSpPr>
          <p:cNvPr id="3" name="Text 1"/>
          <p:cNvSpPr txBox="1"/>
          <p:nvPr/>
        </p:nvSpPr>
        <p:spPr>
          <a:xfrm>
            <a:off x="548640" y="720769"/>
            <a:ext cx="8010144" cy="25603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b="0" i="0" dirty="0">
                <a:solidFill>
                  <a:srgbClr val="55716A"/>
                </a:solidFill>
                <a:latin typeface="Aptos" pitchFamily="34" charset="0"/>
                <a:ea typeface="Aptos" pitchFamily="34" charset="-122"/>
                <a:cs typeface="Aptos" pitchFamily="34" charset="-120"/>
              </a:rPr>
              <a:t>Implementation of the Italian Strategy for Artificial Intelligence 2024–2026 in Public Administration</a:t>
            </a:r>
            <a:endParaRPr lang="en-US" dirty="0"/>
          </a:p>
        </p:txBody>
      </p:sp>
      <p:sp>
        <p:nvSpPr>
          <p:cNvPr id="4" name="Shape 2"/>
          <p:cNvSpPr/>
          <p:nvPr/>
        </p:nvSpPr>
        <p:spPr>
          <a:xfrm>
            <a:off x="9144000" y="329184"/>
            <a:ext cx="2496312" cy="566928"/>
          </a:xfrm>
          <a:prstGeom prst="roundRect">
            <a:avLst/>
          </a:prstGeom>
          <a:solidFill>
            <a:srgbClr val="DFF2EA"/>
          </a:solidFill>
          <a:ln w="12700">
            <a:solidFill>
              <a:srgbClr val="9ACDBD"/>
            </a:solidFill>
            <a:prstDash val="solid"/>
          </a:ln>
        </p:spPr>
        <p:txBody>
          <a:bodyPr/>
          <a:lstStyle/>
          <a:p>
            <a:endParaRPr lang="en-GB"/>
          </a:p>
        </p:txBody>
      </p:sp>
      <p:sp>
        <p:nvSpPr>
          <p:cNvPr id="6" name="Text 4"/>
          <p:cNvSpPr txBox="1"/>
          <p:nvPr/>
        </p:nvSpPr>
        <p:spPr>
          <a:xfrm>
            <a:off x="9144000" y="454384"/>
            <a:ext cx="2487168" cy="347472"/>
          </a:xfrm>
          <a:prstGeom prst="rect">
            <a:avLst/>
          </a:prstGeom>
          <a:noFill/>
          <a:ln>
            <a:noFill/>
          </a:ln>
        </p:spPr>
        <p:txBody>
          <a:bodyPr wrap="square" lIns="0" tIns="0" rIns="0" bIns="0" rtlCol="0" anchor="ctr">
            <a:normAutofit/>
          </a:bodyPr>
          <a:lstStyle/>
          <a:p>
            <a:pPr marL="0" indent="0" algn="ctr">
              <a:spcBef>
                <a:spcPts val="0"/>
              </a:spcBef>
              <a:spcAft>
                <a:spcPts val="0"/>
              </a:spcAft>
              <a:buNone/>
            </a:pPr>
            <a:r>
              <a:rPr lang="en-US" sz="1150" b="1" i="0" dirty="0">
                <a:solidFill>
                  <a:srgbClr val="14352D"/>
                </a:solidFill>
                <a:latin typeface="Aptos" pitchFamily="34" charset="0"/>
                <a:ea typeface="Aptos" pitchFamily="34" charset="-122"/>
                <a:cs typeface="Aptos" pitchFamily="34" charset="-120"/>
              </a:rPr>
              <a:t>Strategy, Governance &amp; </a:t>
            </a:r>
            <a:r>
              <a:rPr lang="en-US" sz="1150" b="1" i="0" dirty="0" err="1">
                <a:solidFill>
                  <a:srgbClr val="14352D"/>
                </a:solidFill>
                <a:latin typeface="Aptos" pitchFamily="34" charset="0"/>
                <a:ea typeface="Aptos" pitchFamily="34" charset="-122"/>
                <a:cs typeface="Aptos" pitchFamily="34" charset="-120"/>
              </a:rPr>
              <a:t>Organisation</a:t>
            </a:r>
            <a:endParaRPr lang="en-US" sz="660" dirty="0"/>
          </a:p>
        </p:txBody>
      </p:sp>
      <p:sp>
        <p:nvSpPr>
          <p:cNvPr id="7" name="Shape 5"/>
          <p:cNvSpPr/>
          <p:nvPr/>
        </p:nvSpPr>
        <p:spPr>
          <a:xfrm>
            <a:off x="548640" y="1234440"/>
            <a:ext cx="3547872" cy="1060704"/>
          </a:xfrm>
          <a:prstGeom prst="roundRect">
            <a:avLst>
              <a:gd name="adj" fmla="val 4762"/>
            </a:avLst>
          </a:prstGeom>
          <a:solidFill>
            <a:srgbClr val="EAF4F0"/>
          </a:solidFill>
          <a:ln w="10160">
            <a:solidFill>
              <a:srgbClr val="C8D8D2"/>
            </a:solidFill>
            <a:prstDash val="solid"/>
          </a:ln>
        </p:spPr>
        <p:txBody>
          <a:bodyPr/>
          <a:lstStyle/>
          <a:p>
            <a:endParaRPr lang="en-GB"/>
          </a:p>
        </p:txBody>
      </p:sp>
      <p:sp>
        <p:nvSpPr>
          <p:cNvPr id="8" name="Shape 6"/>
          <p:cNvSpPr/>
          <p:nvPr/>
        </p:nvSpPr>
        <p:spPr>
          <a:xfrm>
            <a:off x="713232"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9" name="Text 7"/>
          <p:cNvSpPr txBox="1"/>
          <p:nvPr/>
        </p:nvSpPr>
        <p:spPr>
          <a:xfrm>
            <a:off x="713232"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2</a:t>
            </a:r>
            <a:endParaRPr lang="en-US" sz="640"/>
          </a:p>
        </p:txBody>
      </p:sp>
      <p:sp>
        <p:nvSpPr>
          <p:cNvPr id="10" name="Text 8"/>
          <p:cNvSpPr txBox="1"/>
          <p:nvPr/>
        </p:nvSpPr>
        <p:spPr>
          <a:xfrm>
            <a:off x="1115568"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Challenge / opportunity</a:t>
            </a:r>
            <a:endParaRPr lang="en-US" sz="760"/>
          </a:p>
        </p:txBody>
      </p:sp>
      <p:sp>
        <p:nvSpPr>
          <p:cNvPr id="11" name="Text 9"/>
          <p:cNvSpPr txBox="1"/>
          <p:nvPr/>
        </p:nvSpPr>
        <p:spPr>
          <a:xfrm>
            <a:off x="731520" y="1719072"/>
            <a:ext cx="3182112" cy="420624"/>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1019" b="0" i="0">
                <a:solidFill>
                  <a:srgbClr val="344A44"/>
                </a:solidFill>
                <a:latin typeface="Aptos" pitchFamily="34" charset="0"/>
                <a:ea typeface="Aptos" pitchFamily="34" charset="-122"/>
                <a:cs typeface="Aptos" pitchFamily="34" charset="-120"/>
              </a:rPr>
              <a:t>Rapid change and fragmented initiatives risk silos, uneven adoption and regulatory non-compliance across national and local administrations.</a:t>
            </a:r>
            <a:endParaRPr lang="en-US" sz="640"/>
          </a:p>
        </p:txBody>
      </p:sp>
      <p:sp>
        <p:nvSpPr>
          <p:cNvPr id="12" name="Shape 10"/>
          <p:cNvSpPr/>
          <p:nvPr/>
        </p:nvSpPr>
        <p:spPr>
          <a:xfrm>
            <a:off x="4315968" y="1234440"/>
            <a:ext cx="3547872" cy="1060704"/>
          </a:xfrm>
          <a:prstGeom prst="roundRect">
            <a:avLst>
              <a:gd name="adj" fmla="val 4762"/>
            </a:avLst>
          </a:prstGeom>
          <a:solidFill>
            <a:srgbClr val="EAF4F0"/>
          </a:solidFill>
          <a:ln w="10160">
            <a:solidFill>
              <a:srgbClr val="C8D8D2"/>
            </a:solidFill>
            <a:prstDash val="solid"/>
          </a:ln>
        </p:spPr>
        <p:txBody>
          <a:bodyPr/>
          <a:lstStyle/>
          <a:p>
            <a:endParaRPr lang="en-GB"/>
          </a:p>
        </p:txBody>
      </p:sp>
      <p:sp>
        <p:nvSpPr>
          <p:cNvPr id="13" name="Shape 11"/>
          <p:cNvSpPr/>
          <p:nvPr/>
        </p:nvSpPr>
        <p:spPr>
          <a:xfrm>
            <a:off x="4480560"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14" name="Text 12"/>
          <p:cNvSpPr txBox="1"/>
          <p:nvPr/>
        </p:nvSpPr>
        <p:spPr>
          <a:xfrm>
            <a:off x="4480560"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3</a:t>
            </a:r>
            <a:endParaRPr lang="en-US" sz="640"/>
          </a:p>
        </p:txBody>
      </p:sp>
      <p:sp>
        <p:nvSpPr>
          <p:cNvPr id="15" name="Text 13"/>
          <p:cNvSpPr txBox="1"/>
          <p:nvPr/>
        </p:nvSpPr>
        <p:spPr>
          <a:xfrm>
            <a:off x="4882896"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Proposed use of AI</a:t>
            </a:r>
            <a:endParaRPr lang="en-US" sz="760"/>
          </a:p>
        </p:txBody>
      </p:sp>
      <p:sp>
        <p:nvSpPr>
          <p:cNvPr id="16" name="Text 14"/>
          <p:cNvSpPr txBox="1"/>
          <p:nvPr/>
        </p:nvSpPr>
        <p:spPr>
          <a:xfrm>
            <a:off x="4498848" y="1719072"/>
            <a:ext cx="3182112" cy="420624"/>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1019" b="0" i="0">
                <a:solidFill>
                  <a:srgbClr val="344A44"/>
                </a:solidFill>
                <a:latin typeface="Aptos" pitchFamily="34" charset="0"/>
                <a:ea typeface="Aptos" pitchFamily="34" charset="-122"/>
                <a:cs typeface="Aptos" pitchFamily="34" charset="-120"/>
              </a:rPr>
              <a:t>Deploy generative AI and automation for decision support, internal operations, document drafting and citizen assistance, with mandatory human oversight.</a:t>
            </a:r>
            <a:endParaRPr lang="en-US" sz="640"/>
          </a:p>
        </p:txBody>
      </p:sp>
      <p:sp>
        <p:nvSpPr>
          <p:cNvPr id="17" name="Shape 15"/>
          <p:cNvSpPr/>
          <p:nvPr/>
        </p:nvSpPr>
        <p:spPr>
          <a:xfrm>
            <a:off x="8083296" y="1234440"/>
            <a:ext cx="3547872" cy="1060704"/>
          </a:xfrm>
          <a:prstGeom prst="roundRect">
            <a:avLst>
              <a:gd name="adj" fmla="val 4762"/>
            </a:avLst>
          </a:prstGeom>
          <a:solidFill>
            <a:srgbClr val="EAF4F0"/>
          </a:solidFill>
          <a:ln w="10160">
            <a:solidFill>
              <a:srgbClr val="C8D8D2"/>
            </a:solidFill>
            <a:prstDash val="solid"/>
          </a:ln>
        </p:spPr>
        <p:txBody>
          <a:bodyPr/>
          <a:lstStyle/>
          <a:p>
            <a:endParaRPr lang="en-GB"/>
          </a:p>
        </p:txBody>
      </p:sp>
      <p:sp>
        <p:nvSpPr>
          <p:cNvPr id="18" name="Shape 16"/>
          <p:cNvSpPr/>
          <p:nvPr/>
        </p:nvSpPr>
        <p:spPr>
          <a:xfrm>
            <a:off x="8247888"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19" name="Text 17"/>
          <p:cNvSpPr txBox="1"/>
          <p:nvPr/>
        </p:nvSpPr>
        <p:spPr>
          <a:xfrm>
            <a:off x="8247888"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4</a:t>
            </a:r>
            <a:endParaRPr lang="en-US" sz="640"/>
          </a:p>
        </p:txBody>
      </p:sp>
      <p:sp>
        <p:nvSpPr>
          <p:cNvPr id="20" name="Text 18"/>
          <p:cNvSpPr txBox="1"/>
          <p:nvPr/>
        </p:nvSpPr>
        <p:spPr>
          <a:xfrm>
            <a:off x="8650224"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Scope</a:t>
            </a:r>
            <a:endParaRPr lang="en-US" sz="760"/>
          </a:p>
        </p:txBody>
      </p:sp>
      <p:sp>
        <p:nvSpPr>
          <p:cNvPr id="21" name="Text 19"/>
          <p:cNvSpPr txBox="1"/>
          <p:nvPr/>
        </p:nvSpPr>
        <p:spPr>
          <a:xfrm>
            <a:off x="8266176" y="1719072"/>
            <a:ext cx="3182112" cy="420624"/>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1019" b="0" i="0">
                <a:solidFill>
                  <a:srgbClr val="344A44"/>
                </a:solidFill>
                <a:latin typeface="Aptos" pitchFamily="34" charset="0"/>
                <a:ea typeface="Aptos" pitchFamily="34" charset="-122"/>
                <a:cs typeface="Aptos" pitchFamily="34" charset="-120"/>
              </a:rPr>
              <a:t>A nationwide governance framework for central, regional and local authorities, AgID and the Department for Digital Transformation; no fully autonomous decisions.</a:t>
            </a:r>
            <a:endParaRPr lang="en-US" sz="640"/>
          </a:p>
        </p:txBody>
      </p:sp>
      <p:sp>
        <p:nvSpPr>
          <p:cNvPr id="22" name="Shape 20"/>
          <p:cNvSpPr/>
          <p:nvPr/>
        </p:nvSpPr>
        <p:spPr>
          <a:xfrm>
            <a:off x="548640" y="2487168"/>
            <a:ext cx="3547872" cy="1060704"/>
          </a:xfrm>
          <a:prstGeom prst="roundRect">
            <a:avLst>
              <a:gd name="adj" fmla="val 4762"/>
            </a:avLst>
          </a:prstGeom>
          <a:solidFill>
            <a:srgbClr val="EAF4F0"/>
          </a:solidFill>
          <a:ln w="10160">
            <a:solidFill>
              <a:srgbClr val="C8D8D2"/>
            </a:solidFill>
            <a:prstDash val="solid"/>
          </a:ln>
        </p:spPr>
        <p:txBody>
          <a:bodyPr/>
          <a:lstStyle/>
          <a:p>
            <a:endParaRPr lang="en-GB"/>
          </a:p>
        </p:txBody>
      </p:sp>
      <p:sp>
        <p:nvSpPr>
          <p:cNvPr id="23" name="Shape 21"/>
          <p:cNvSpPr/>
          <p:nvPr/>
        </p:nvSpPr>
        <p:spPr>
          <a:xfrm>
            <a:off x="713232"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24" name="Text 22"/>
          <p:cNvSpPr txBox="1"/>
          <p:nvPr/>
        </p:nvSpPr>
        <p:spPr>
          <a:xfrm>
            <a:off x="713232"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5</a:t>
            </a:r>
            <a:endParaRPr lang="en-US" sz="640"/>
          </a:p>
        </p:txBody>
      </p:sp>
      <p:sp>
        <p:nvSpPr>
          <p:cNvPr id="25" name="Text 23"/>
          <p:cNvSpPr txBox="1"/>
          <p:nvPr/>
        </p:nvSpPr>
        <p:spPr>
          <a:xfrm>
            <a:off x="1115568"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Expected outcome</a:t>
            </a:r>
            <a:endParaRPr lang="en-US" sz="760"/>
          </a:p>
        </p:txBody>
      </p:sp>
      <p:sp>
        <p:nvSpPr>
          <p:cNvPr id="26" name="Text 24"/>
          <p:cNvSpPr txBox="1"/>
          <p:nvPr/>
        </p:nvSpPr>
        <p:spPr>
          <a:xfrm>
            <a:off x="731520" y="2971800"/>
            <a:ext cx="3182112" cy="420624"/>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1019" b="0" i="0">
                <a:solidFill>
                  <a:srgbClr val="344A44"/>
                </a:solidFill>
                <a:latin typeface="Aptos" pitchFamily="34" charset="0"/>
                <a:ea typeface="Aptos" pitchFamily="34" charset="-122"/>
                <a:cs typeface="Aptos" pitchFamily="34" charset="-120"/>
              </a:rPr>
              <a:t>A more agile and trustworthy administration with interoperable AI, faster and more accessible services, reduced bureaucracy and ethical compliance.</a:t>
            </a:r>
            <a:endParaRPr lang="en-US" sz="640"/>
          </a:p>
        </p:txBody>
      </p:sp>
      <p:sp>
        <p:nvSpPr>
          <p:cNvPr id="27" name="Shape 25"/>
          <p:cNvSpPr/>
          <p:nvPr/>
        </p:nvSpPr>
        <p:spPr>
          <a:xfrm>
            <a:off x="4315968" y="2487168"/>
            <a:ext cx="3547872" cy="1060704"/>
          </a:xfrm>
          <a:prstGeom prst="roundRect">
            <a:avLst>
              <a:gd name="adj" fmla="val 4762"/>
            </a:avLst>
          </a:prstGeom>
          <a:solidFill>
            <a:srgbClr val="EAF4F0"/>
          </a:solidFill>
          <a:ln w="10160">
            <a:solidFill>
              <a:srgbClr val="C8D8D2"/>
            </a:solidFill>
            <a:prstDash val="solid"/>
          </a:ln>
        </p:spPr>
        <p:txBody>
          <a:bodyPr/>
          <a:lstStyle/>
          <a:p>
            <a:endParaRPr lang="en-GB"/>
          </a:p>
        </p:txBody>
      </p:sp>
      <p:sp>
        <p:nvSpPr>
          <p:cNvPr id="28" name="Shape 26"/>
          <p:cNvSpPr/>
          <p:nvPr/>
        </p:nvSpPr>
        <p:spPr>
          <a:xfrm>
            <a:off x="4480560"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29" name="Text 27"/>
          <p:cNvSpPr txBox="1"/>
          <p:nvPr/>
        </p:nvSpPr>
        <p:spPr>
          <a:xfrm>
            <a:off x="4480560"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6</a:t>
            </a:r>
            <a:endParaRPr lang="en-US" sz="640"/>
          </a:p>
        </p:txBody>
      </p:sp>
      <p:sp>
        <p:nvSpPr>
          <p:cNvPr id="30" name="Text 28"/>
          <p:cNvSpPr txBox="1"/>
          <p:nvPr/>
        </p:nvSpPr>
        <p:spPr>
          <a:xfrm>
            <a:off x="4882896"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Environmental + digital contribution</a:t>
            </a:r>
            <a:endParaRPr lang="en-US" sz="760"/>
          </a:p>
        </p:txBody>
      </p:sp>
      <p:sp>
        <p:nvSpPr>
          <p:cNvPr id="31" name="Text 29"/>
          <p:cNvSpPr txBox="1"/>
          <p:nvPr/>
        </p:nvSpPr>
        <p:spPr>
          <a:xfrm>
            <a:off x="4498848" y="2971800"/>
            <a:ext cx="3182112" cy="420624"/>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1019" b="0" i="0">
                <a:solidFill>
                  <a:srgbClr val="344A44"/>
                </a:solidFill>
                <a:latin typeface="Aptos" pitchFamily="34" charset="0"/>
                <a:ea typeface="Aptos" pitchFamily="34" charset="-122"/>
                <a:cs typeface="Aptos" pitchFamily="34" charset="-120"/>
              </a:rPr>
              <a:t>Promotes sustainable infrastructure, environmental monitoring and energy efficiency while strengthening data quality, interoperability, cybersecurity and AI skills.</a:t>
            </a:r>
            <a:endParaRPr lang="en-US" sz="640"/>
          </a:p>
        </p:txBody>
      </p:sp>
      <p:sp>
        <p:nvSpPr>
          <p:cNvPr id="32" name="Shape 30"/>
          <p:cNvSpPr/>
          <p:nvPr/>
        </p:nvSpPr>
        <p:spPr>
          <a:xfrm>
            <a:off x="8083296" y="2487168"/>
            <a:ext cx="3547872" cy="1060704"/>
          </a:xfrm>
          <a:prstGeom prst="roundRect">
            <a:avLst>
              <a:gd name="adj" fmla="val 4762"/>
            </a:avLst>
          </a:prstGeom>
          <a:solidFill>
            <a:srgbClr val="EAF4F0"/>
          </a:solidFill>
          <a:ln w="10160">
            <a:solidFill>
              <a:srgbClr val="C8D8D2"/>
            </a:solidFill>
            <a:prstDash val="solid"/>
          </a:ln>
        </p:spPr>
        <p:txBody>
          <a:bodyPr/>
          <a:lstStyle/>
          <a:p>
            <a:endParaRPr lang="en-GB"/>
          </a:p>
        </p:txBody>
      </p:sp>
      <p:sp>
        <p:nvSpPr>
          <p:cNvPr id="33" name="Shape 31"/>
          <p:cNvSpPr/>
          <p:nvPr/>
        </p:nvSpPr>
        <p:spPr>
          <a:xfrm>
            <a:off x="8247888"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34" name="Text 32"/>
          <p:cNvSpPr txBox="1"/>
          <p:nvPr/>
        </p:nvSpPr>
        <p:spPr>
          <a:xfrm>
            <a:off x="8247888"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7</a:t>
            </a:r>
            <a:endParaRPr lang="en-US" sz="640"/>
          </a:p>
        </p:txBody>
      </p:sp>
      <p:sp>
        <p:nvSpPr>
          <p:cNvPr id="35" name="Text 33"/>
          <p:cNvSpPr txBox="1"/>
          <p:nvPr/>
        </p:nvSpPr>
        <p:spPr>
          <a:xfrm>
            <a:off x="8650224"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Key conditions</a:t>
            </a:r>
            <a:endParaRPr lang="en-US" sz="760"/>
          </a:p>
        </p:txBody>
      </p:sp>
      <p:sp>
        <p:nvSpPr>
          <p:cNvPr id="36" name="Text 34"/>
          <p:cNvSpPr txBox="1"/>
          <p:nvPr/>
        </p:nvSpPr>
        <p:spPr>
          <a:xfrm>
            <a:off x="8266176" y="2971800"/>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EU AI Act and national compliance; high-quality interoperable data; human-in-the-loop controls; workforce training; and reusable cross-administration solutions.</a:t>
            </a:r>
            <a:endParaRPr lang="en-US" sz="1000" dirty="0"/>
          </a:p>
        </p:txBody>
      </p:sp>
      <p:sp>
        <p:nvSpPr>
          <p:cNvPr id="37" name="Shape 35"/>
          <p:cNvSpPr/>
          <p:nvPr/>
        </p:nvSpPr>
        <p:spPr>
          <a:xfrm>
            <a:off x="548640" y="3822192"/>
            <a:ext cx="11082528" cy="2331720"/>
          </a:xfrm>
          <a:prstGeom prst="roundRect">
            <a:avLst>
              <a:gd name="adj" fmla="val 2446"/>
            </a:avLst>
          </a:prstGeom>
          <a:solidFill>
            <a:srgbClr val="14352D"/>
          </a:solidFill>
          <a:ln w="12700">
            <a:solidFill>
              <a:srgbClr val="14352D"/>
            </a:solidFill>
            <a:prstDash val="solid"/>
          </a:ln>
        </p:spPr>
        <p:txBody>
          <a:bodyPr/>
          <a:lstStyle/>
          <a:p>
            <a:endParaRPr lang="en-GB"/>
          </a:p>
        </p:txBody>
      </p:sp>
      <p:sp>
        <p:nvSpPr>
          <p:cNvPr id="39" name="Shape 37"/>
          <p:cNvSpPr/>
          <p:nvPr/>
        </p:nvSpPr>
        <p:spPr>
          <a:xfrm>
            <a:off x="5797296" y="4315968"/>
            <a:ext cx="0" cy="1353312"/>
          </a:xfrm>
          <a:prstGeom prst="line">
            <a:avLst/>
          </a:prstGeom>
          <a:noFill/>
          <a:ln w="12700">
            <a:solidFill>
              <a:srgbClr val="3B5B52">
                <a:alpha val="85000"/>
              </a:srgbClr>
            </a:solidFill>
            <a:prstDash val="solid"/>
          </a:ln>
        </p:spPr>
        <p:txBody>
          <a:bodyPr/>
          <a:lstStyle/>
          <a:p>
            <a:endParaRPr lang="en-GB"/>
          </a:p>
        </p:txBody>
      </p:sp>
      <p:sp>
        <p:nvSpPr>
          <p:cNvPr id="40" name="Shape 38"/>
          <p:cNvSpPr/>
          <p:nvPr/>
        </p:nvSpPr>
        <p:spPr>
          <a:xfrm>
            <a:off x="7626096" y="4315968"/>
            <a:ext cx="0" cy="1353312"/>
          </a:xfrm>
          <a:prstGeom prst="line">
            <a:avLst/>
          </a:prstGeom>
          <a:noFill/>
          <a:ln w="12700">
            <a:solidFill>
              <a:srgbClr val="3B5B52">
                <a:alpha val="85000"/>
              </a:srgbClr>
            </a:solidFill>
            <a:prstDash val="solid"/>
          </a:ln>
        </p:spPr>
        <p:txBody>
          <a:bodyPr/>
          <a:lstStyle/>
          <a:p>
            <a:endParaRPr lang="en-GB"/>
          </a:p>
        </p:txBody>
      </p:sp>
      <p:sp>
        <p:nvSpPr>
          <p:cNvPr id="41" name="Shape 39"/>
          <p:cNvSpPr/>
          <p:nvPr/>
        </p:nvSpPr>
        <p:spPr>
          <a:xfrm>
            <a:off x="9454896" y="4315968"/>
            <a:ext cx="0" cy="1353312"/>
          </a:xfrm>
          <a:prstGeom prst="line">
            <a:avLst/>
          </a:prstGeom>
          <a:noFill/>
          <a:ln w="12700">
            <a:solidFill>
              <a:srgbClr val="3B5B52">
                <a:alpha val="85000"/>
              </a:srgbClr>
            </a:solidFill>
            <a:prstDash val="solid"/>
          </a:ln>
        </p:spPr>
        <p:txBody>
          <a:bodyPr/>
          <a:lstStyle/>
          <a:p>
            <a:endParaRPr lang="en-GB"/>
          </a:p>
        </p:txBody>
      </p:sp>
      <p:sp>
        <p:nvSpPr>
          <p:cNvPr id="42" name="Text 40"/>
          <p:cNvSpPr txBox="1"/>
          <p:nvPr/>
        </p:nvSpPr>
        <p:spPr>
          <a:xfrm>
            <a:off x="822960" y="4096512"/>
            <a:ext cx="2057400"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000" b="1" i="0" kern="0" spc="210">
                <a:solidFill>
                  <a:srgbClr val="8ED3BE"/>
                </a:solidFill>
                <a:latin typeface="Aptos" pitchFamily="34" charset="0"/>
                <a:ea typeface="Aptos" pitchFamily="34" charset="-122"/>
                <a:cs typeface="Aptos" pitchFamily="34" charset="-120"/>
              </a:rPr>
              <a:t>MAIN TAKEAWAYS</a:t>
            </a:r>
            <a:endParaRPr lang="en-US" sz="560"/>
          </a:p>
        </p:txBody>
      </p:sp>
      <p:sp>
        <p:nvSpPr>
          <p:cNvPr id="43" name="Text 41"/>
          <p:cNvSpPr txBox="1"/>
          <p:nvPr/>
        </p:nvSpPr>
        <p:spPr>
          <a:xfrm>
            <a:off x="822960" y="4379976"/>
            <a:ext cx="2971800" cy="61264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750" b="1" i="0" dirty="0">
                <a:solidFill>
                  <a:srgbClr val="FFFFFF"/>
                </a:solidFill>
                <a:latin typeface="Aptos Display"/>
              </a:rPr>
              <a:t>Governed AI,</a:t>
            </a:r>
            <a:br>
              <a:rPr lang="en-US" dirty="0"/>
            </a:br>
            <a:r>
              <a:rPr lang="en-US" sz="1750" b="1" i="0" dirty="0">
                <a:solidFill>
                  <a:srgbClr val="FFFFFF"/>
                </a:solidFill>
                <a:latin typeface="Aptos Display"/>
              </a:rPr>
              <a:t>scaled across government</a:t>
            </a:r>
            <a:endParaRPr lang="en-US" sz="1500" dirty="0"/>
          </a:p>
        </p:txBody>
      </p:sp>
      <p:sp>
        <p:nvSpPr>
          <p:cNvPr id="45" name="Text 43"/>
          <p:cNvSpPr txBox="1"/>
          <p:nvPr/>
        </p:nvSpPr>
        <p:spPr>
          <a:xfrm>
            <a:off x="822960" y="5093208"/>
            <a:ext cx="2880360" cy="566928"/>
          </a:xfrm>
          <a:prstGeom prst="rect">
            <a:avLst/>
          </a:prstGeom>
          <a:noFill/>
          <a:ln>
            <a:noFill/>
          </a:ln>
        </p:spPr>
        <p:txBody>
          <a:bodyPr wrap="square" lIns="0" tIns="0" rIns="0" bIns="0" rtlCol="0" anchor="ctr">
            <a:normAutofit fontScale="92500" lnSpcReduction="10000"/>
          </a:bodyPr>
          <a:lstStyle/>
          <a:p>
            <a:pPr marL="0" indent="0" algn="l">
              <a:spcBef>
                <a:spcPts val="0"/>
              </a:spcBef>
              <a:spcAft>
                <a:spcPts val="0"/>
              </a:spcAft>
              <a:buNone/>
            </a:pPr>
            <a:r>
              <a:rPr lang="en-US" sz="1100" b="0" i="0">
                <a:solidFill>
                  <a:srgbClr val="D7E5E0"/>
                </a:solidFill>
                <a:latin typeface="Aptos" pitchFamily="34" charset="0"/>
                <a:ea typeface="Aptos" pitchFamily="34" charset="-122"/>
                <a:cs typeface="Aptos" pitchFamily="34" charset="-120"/>
              </a:rPr>
              <a:t>A unified strategy turns separate AI initiatives into reusable public capability while keeping rights, accountability and final decisions firmly in human hands.</a:t>
            </a:r>
            <a:endParaRPr lang="en-US" sz="740"/>
          </a:p>
        </p:txBody>
      </p:sp>
      <p:sp>
        <p:nvSpPr>
          <p:cNvPr id="46" name="Text 44"/>
          <p:cNvSpPr txBox="1"/>
          <p:nvPr/>
        </p:nvSpPr>
        <p:spPr>
          <a:xfrm>
            <a:off x="41330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01</a:t>
            </a:r>
            <a:endParaRPr lang="en-US" sz="630"/>
          </a:p>
        </p:txBody>
      </p:sp>
      <p:sp>
        <p:nvSpPr>
          <p:cNvPr id="47" name="Text 45"/>
          <p:cNvSpPr txBox="1"/>
          <p:nvPr/>
        </p:nvSpPr>
        <p:spPr>
          <a:xfrm>
            <a:off x="4133088" y="4462272"/>
            <a:ext cx="1572768" cy="292608"/>
          </a:xfrm>
          <a:prstGeom prst="rect">
            <a:avLst/>
          </a:prstGeom>
          <a:noFill/>
          <a:ln>
            <a:noFill/>
          </a:ln>
        </p:spPr>
        <p:txBody>
          <a:bodyPr wrap="square" lIns="0" tIns="0" rIns="0" bIns="0" rtlCol="0" anchor="ctr">
            <a:normAutofit fontScale="92500"/>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One strategic direction</a:t>
            </a:r>
            <a:endParaRPr lang="en-US" sz="860"/>
          </a:p>
        </p:txBody>
      </p:sp>
      <p:sp>
        <p:nvSpPr>
          <p:cNvPr id="48" name="Text 46"/>
          <p:cNvSpPr txBox="1"/>
          <p:nvPr/>
        </p:nvSpPr>
        <p:spPr>
          <a:xfrm>
            <a:off x="41330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Common governance and guidelines align national, regional and local adoption and investment.</a:t>
            </a:r>
            <a:endParaRPr lang="en-US" sz="700"/>
          </a:p>
        </p:txBody>
      </p:sp>
      <p:sp>
        <p:nvSpPr>
          <p:cNvPr id="49" name="Text 47"/>
          <p:cNvSpPr txBox="1"/>
          <p:nvPr/>
        </p:nvSpPr>
        <p:spPr>
          <a:xfrm>
            <a:off x="59618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02</a:t>
            </a:r>
            <a:endParaRPr lang="en-US" sz="630"/>
          </a:p>
        </p:txBody>
      </p:sp>
      <p:sp>
        <p:nvSpPr>
          <p:cNvPr id="50" name="Text 48"/>
          <p:cNvSpPr txBox="1"/>
          <p:nvPr/>
        </p:nvSpPr>
        <p:spPr>
          <a:xfrm>
            <a:off x="5961888" y="4462272"/>
            <a:ext cx="1572768" cy="292608"/>
          </a:xfrm>
          <a:prstGeom prst="rect">
            <a:avLst/>
          </a:prstGeom>
          <a:noFill/>
          <a:ln>
            <a:noFill/>
          </a:ln>
        </p:spPr>
        <p:txBody>
          <a:bodyPr wrap="square" lIns="0" tIns="0" rIns="0" bIns="0" rtlCol="0" anchor="ctr">
            <a:normAutofit fontScale="92500" lnSpcReduction="20000"/>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Human authority retained</a:t>
            </a:r>
            <a:endParaRPr lang="en-US" sz="860"/>
          </a:p>
        </p:txBody>
      </p:sp>
      <p:sp>
        <p:nvSpPr>
          <p:cNvPr id="51" name="Text 49"/>
          <p:cNvSpPr txBox="1"/>
          <p:nvPr/>
        </p:nvSpPr>
        <p:spPr>
          <a:xfrm>
            <a:off x="59618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AI supports workflows and decisions; accountable officials validate every final administrative outcome.</a:t>
            </a:r>
            <a:endParaRPr lang="en-US" sz="700"/>
          </a:p>
        </p:txBody>
      </p:sp>
      <p:sp>
        <p:nvSpPr>
          <p:cNvPr id="52" name="Text 50"/>
          <p:cNvSpPr txBox="1"/>
          <p:nvPr/>
        </p:nvSpPr>
        <p:spPr>
          <a:xfrm>
            <a:off x="77906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03</a:t>
            </a:r>
            <a:endParaRPr lang="en-US" sz="630"/>
          </a:p>
        </p:txBody>
      </p:sp>
      <p:sp>
        <p:nvSpPr>
          <p:cNvPr id="53" name="Text 51"/>
          <p:cNvSpPr txBox="1"/>
          <p:nvPr/>
        </p:nvSpPr>
        <p:spPr>
          <a:xfrm>
            <a:off x="7790688" y="4462272"/>
            <a:ext cx="1572768" cy="292608"/>
          </a:xfrm>
          <a:prstGeom prst="rect">
            <a:avLst/>
          </a:prstGeom>
          <a:noFill/>
          <a:ln>
            <a:noFill/>
          </a:ln>
        </p:spPr>
        <p:txBody>
          <a:bodyPr wrap="square" lIns="0" tIns="0" rIns="0" bIns="0" rtlCol="0" anchor="ctr">
            <a:normAutofit fontScale="92500"/>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Trustworthy foundations</a:t>
            </a:r>
            <a:endParaRPr lang="en-US" sz="860"/>
          </a:p>
        </p:txBody>
      </p:sp>
      <p:sp>
        <p:nvSpPr>
          <p:cNvPr id="54" name="Text 52"/>
          <p:cNvSpPr txBox="1"/>
          <p:nvPr/>
        </p:nvSpPr>
        <p:spPr>
          <a:xfrm>
            <a:off x="77906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Interoperable data, privacy, security, ethics and workforce capability determine sustainable adoption.</a:t>
            </a:r>
            <a:endParaRPr lang="en-US" sz="700"/>
          </a:p>
        </p:txBody>
      </p:sp>
      <p:sp>
        <p:nvSpPr>
          <p:cNvPr id="55" name="Text 53"/>
          <p:cNvSpPr txBox="1"/>
          <p:nvPr/>
        </p:nvSpPr>
        <p:spPr>
          <a:xfrm>
            <a:off x="96194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04</a:t>
            </a:r>
            <a:endParaRPr lang="en-US" sz="630"/>
          </a:p>
        </p:txBody>
      </p:sp>
      <p:sp>
        <p:nvSpPr>
          <p:cNvPr id="56" name="Text 54"/>
          <p:cNvSpPr txBox="1"/>
          <p:nvPr/>
        </p:nvSpPr>
        <p:spPr>
          <a:xfrm>
            <a:off x="9619488" y="4462272"/>
            <a:ext cx="1572768" cy="29260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Reusable public value</a:t>
            </a:r>
            <a:endParaRPr lang="en-US" sz="860"/>
          </a:p>
        </p:txBody>
      </p:sp>
      <p:sp>
        <p:nvSpPr>
          <p:cNvPr id="57" name="Text 55"/>
          <p:cNvSpPr txBox="1"/>
          <p:nvPr/>
        </p:nvSpPr>
        <p:spPr>
          <a:xfrm>
            <a:off x="96194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Shared solutions reduce duplication, speed service delivery and extend benefits across administrations.</a:t>
            </a:r>
            <a:endParaRPr lang="en-US" sz="700"/>
          </a:p>
        </p:txBody>
      </p:sp>
      <p:sp>
        <p:nvSpPr>
          <p:cNvPr id="58" name="Text 56"/>
          <p:cNvSpPr txBox="1"/>
          <p:nvPr/>
        </p:nvSpPr>
        <p:spPr>
          <a:xfrm>
            <a:off x="548640" y="6419088"/>
            <a:ext cx="10698480" cy="10972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500" b="0" i="0">
                <a:solidFill>
                  <a:srgbClr val="7A8B85"/>
                </a:solidFill>
                <a:latin typeface="Aptos" pitchFamily="34" charset="0"/>
                <a:ea typeface="Aptos" pitchFamily="34" charset="-122"/>
                <a:cs typeface="Aptos" pitchFamily="34" charset="-120"/>
              </a:rPr>
              <a:t>Source: User-provided AI use case description, “Implementation of the Italian Strategy for Artificial Intelligence 2024–2026 in Public Administration”.</a:t>
            </a:r>
            <a:endParaRPr lang="en-US" sz="500"/>
          </a:p>
        </p:txBody>
      </p:sp>
      <p:sp>
        <p:nvSpPr>
          <p:cNvPr id="59" name="Slide Number Placeholder 0"/>
          <p:cNvSpPr>
            <a:spLocks noGrp="1"/>
          </p:cNvSpPr>
          <p:nvPr>
            <p:ph type="sldNum" sz="quarter" idx="4294967295"/>
          </p:nvPr>
        </p:nvSpPr>
        <p:spPr>
          <a:xfrm>
            <a:off x="11686032" y="6510528"/>
            <a:ext cx="182880" cy="164592"/>
          </a:xfrm>
          <a:prstGeom prst="rect">
            <a:avLst/>
          </a:prstGeom>
          <a:extLst>
            <a:ext uri="{C572A759-6A51-4108-AA02-DFA0A04FC94B}">
              <ma14:wrappingTextBoxFlag xmlns:ma14="http://schemas.microsoft.com/office/mac/drawingml/2011/main" xmlns="" val="0"/>
            </a:ext>
          </a:extLst>
        </p:spPr>
        <p:txBody>
          <a:bodyPr/>
          <a:lstStyle>
            <a:lvl1pPr>
              <a:defRPr sz="500">
                <a:solidFill>
                  <a:srgbClr val="879790"/>
                </a:solidFill>
              </a:defRPr>
            </a:lvl1pPr>
          </a:lstStyle>
          <a:p>
            <a:pPr algn="l"/>
            <a:fld id="{F7021451-1387-4CA6-816F-3879F97B5CBC}" type="slidenum">
              <a:rPr lang="en-US" b="0"/>
              <a:t>2</a:t>
            </a:fld>
            <a:endParaRPr lang="en-US"/>
          </a:p>
        </p:txBody>
      </p:sp>
    </p:spTree>
    <p:extLst>
      <p:ext uri="{BB962C8B-B14F-4D97-AF65-F5344CB8AC3E}">
        <p14:creationId xmlns:p14="http://schemas.microsoft.com/office/powerpoint/2010/main" val="270794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0C6A971B-1FAE-027F-5884-A678EC8C8FCA}"/>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A4B4CE77-1213-04AE-841F-FAD041B817CA}"/>
              </a:ext>
            </a:extLst>
          </p:cNvPr>
          <p:cNvPicPr>
            <a:picLocks noChangeAspect="1"/>
          </p:cNvPicPr>
          <p:nvPr/>
        </p:nvPicPr>
        <p:blipFill>
          <a:blip r:embed="rId3"/>
          <a:stretch>
            <a:fillRect/>
          </a:stretch>
        </p:blipFill>
        <p:spPr>
          <a:xfrm>
            <a:off x="4788376" y="1110710"/>
            <a:ext cx="4340994" cy="5024553"/>
          </a:xfrm>
          <a:prstGeom prst="rect">
            <a:avLst/>
          </a:prstGeom>
          <a:ln w="28575">
            <a:solidFill>
              <a:srgbClr val="23A593"/>
            </a:solidFill>
          </a:ln>
        </p:spPr>
      </p:pic>
      <p:sp>
        <p:nvSpPr>
          <p:cNvPr id="48" name="TextBox 47">
            <a:extLst>
              <a:ext uri="{FF2B5EF4-FFF2-40B4-BE49-F238E27FC236}">
                <a16:creationId xmlns:a16="http://schemas.microsoft.com/office/drawing/2014/main" id="{434E963D-DD1D-116E-0F2F-1E646A8A4088}"/>
              </a:ext>
            </a:extLst>
          </p:cNvPr>
          <p:cNvSpPr txBox="1"/>
          <p:nvPr/>
        </p:nvSpPr>
        <p:spPr>
          <a:xfrm>
            <a:off x="223809" y="52400"/>
            <a:ext cx="11440553" cy="584775"/>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a:ln>
                  <a:noFill/>
                </a:ln>
                <a:solidFill>
                  <a:srgbClr val="002060"/>
                </a:solidFill>
                <a:effectLst/>
                <a:uLnTx/>
                <a:uFillTx/>
                <a:latin typeface="Calibri" panose="020F0502020204030204"/>
                <a:ea typeface="+mn-ea"/>
                <a:cs typeface="+mn-cs"/>
              </a:rPr>
              <a:t>AI is a core part of the Digital Capability Strategy </a:t>
            </a:r>
            <a:endParaRPr kumimoji="0" lang="en-US" sz="3200" b="1" i="0" u="none" strike="noStrike" kern="1200" cap="none" spc="0" normalizeH="0" baseline="0" noProof="0">
              <a:ln>
                <a:noFill/>
              </a:ln>
              <a:solidFill>
                <a:srgbClr val="002060"/>
              </a:solidFill>
              <a:effectLst/>
              <a:uLnTx/>
              <a:uFillTx/>
              <a:latin typeface="Calibri" panose="020F0502020204030204"/>
              <a:ea typeface="Calibri" panose="020F0502020204030204"/>
              <a:cs typeface="Calibri" panose="020F0502020204030204"/>
            </a:endParaRPr>
          </a:p>
        </p:txBody>
      </p:sp>
      <p:sp>
        <p:nvSpPr>
          <p:cNvPr id="14" name="Rectangle 13">
            <a:extLst>
              <a:ext uri="{FF2B5EF4-FFF2-40B4-BE49-F238E27FC236}">
                <a16:creationId xmlns:a16="http://schemas.microsoft.com/office/drawing/2014/main" id="{27AFFE92-531C-7329-8369-3F6A8FA7E534}"/>
              </a:ext>
            </a:extLst>
          </p:cNvPr>
          <p:cNvSpPr/>
          <p:nvPr/>
        </p:nvSpPr>
        <p:spPr>
          <a:xfrm>
            <a:off x="5425788" y="4671559"/>
            <a:ext cx="1775057" cy="609600"/>
          </a:xfrm>
          <a:prstGeom prst="rect">
            <a:avLst/>
          </a:prstGeom>
          <a:noFill/>
          <a:ln>
            <a:solidFill>
              <a:srgbClr val="23A59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Picture 15">
            <a:extLst>
              <a:ext uri="{FF2B5EF4-FFF2-40B4-BE49-F238E27FC236}">
                <a16:creationId xmlns:a16="http://schemas.microsoft.com/office/drawing/2014/main" id="{54E15685-AB64-6436-3DB3-EBBA6FD763FC}"/>
              </a:ext>
            </a:extLst>
          </p:cNvPr>
          <p:cNvPicPr>
            <a:picLocks noChangeAspect="1"/>
          </p:cNvPicPr>
          <p:nvPr/>
        </p:nvPicPr>
        <p:blipFill>
          <a:blip r:embed="rId4"/>
          <a:srcRect b="4117"/>
          <a:stretch/>
        </p:blipFill>
        <p:spPr>
          <a:xfrm>
            <a:off x="7414076" y="3429001"/>
            <a:ext cx="4554115" cy="1483660"/>
          </a:xfrm>
          <a:prstGeom prst="rect">
            <a:avLst/>
          </a:prstGeom>
        </p:spPr>
      </p:pic>
      <p:grpSp>
        <p:nvGrpSpPr>
          <p:cNvPr id="32" name="Group 31">
            <a:extLst>
              <a:ext uri="{FF2B5EF4-FFF2-40B4-BE49-F238E27FC236}">
                <a16:creationId xmlns:a16="http://schemas.microsoft.com/office/drawing/2014/main" id="{89CA2772-9C1D-5F3D-AFF2-F8D682B64CC8}"/>
              </a:ext>
            </a:extLst>
          </p:cNvPr>
          <p:cNvGrpSpPr/>
          <p:nvPr/>
        </p:nvGrpSpPr>
        <p:grpSpPr>
          <a:xfrm>
            <a:off x="223809" y="1409951"/>
            <a:ext cx="4152232" cy="3807509"/>
            <a:chOff x="223809" y="1409951"/>
            <a:chExt cx="4152232" cy="3807509"/>
          </a:xfrm>
        </p:grpSpPr>
        <p:graphicFrame>
          <p:nvGraphicFramePr>
            <p:cNvPr id="17" name="Diagram 16">
              <a:extLst>
                <a:ext uri="{FF2B5EF4-FFF2-40B4-BE49-F238E27FC236}">
                  <a16:creationId xmlns:a16="http://schemas.microsoft.com/office/drawing/2014/main" id="{6FDF2DC8-EE0E-10B1-925B-3BB63C8690C2}"/>
                </a:ext>
              </a:extLst>
            </p:cNvPr>
            <p:cNvGraphicFramePr/>
            <p:nvPr/>
          </p:nvGraphicFramePr>
          <p:xfrm>
            <a:off x="223809" y="1409951"/>
            <a:ext cx="4152232" cy="380750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20" name="Graphic 19" descr="Person with idea with solid fill">
              <a:extLst>
                <a:ext uri="{FF2B5EF4-FFF2-40B4-BE49-F238E27FC236}">
                  <a16:creationId xmlns:a16="http://schemas.microsoft.com/office/drawing/2014/main" id="{2D47AB15-07D8-EE44-A3EE-553635C2E89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30304" y="1842246"/>
              <a:ext cx="618565" cy="618565"/>
            </a:xfrm>
            <a:prstGeom prst="rect">
              <a:avLst/>
            </a:prstGeom>
          </p:spPr>
        </p:pic>
        <p:pic>
          <p:nvPicPr>
            <p:cNvPr id="24" name="Graphic 23" descr="Statistics with solid fill">
              <a:extLst>
                <a:ext uri="{FF2B5EF4-FFF2-40B4-BE49-F238E27FC236}">
                  <a16:creationId xmlns:a16="http://schemas.microsoft.com/office/drawing/2014/main" id="{0B8F9B83-0CF6-E489-05F5-10773DE062D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39586" y="3004422"/>
              <a:ext cx="618565" cy="618565"/>
            </a:xfrm>
            <a:prstGeom prst="rect">
              <a:avLst/>
            </a:prstGeom>
          </p:spPr>
        </p:pic>
        <p:pic>
          <p:nvPicPr>
            <p:cNvPr id="26" name="Graphic 25" descr="Magnifying glass with solid fill">
              <a:extLst>
                <a:ext uri="{FF2B5EF4-FFF2-40B4-BE49-F238E27FC236}">
                  <a16:creationId xmlns:a16="http://schemas.microsoft.com/office/drawing/2014/main" id="{00601FFC-436D-D7E4-182E-7D5E90127F7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47198" y="4127835"/>
              <a:ext cx="584776" cy="584776"/>
            </a:xfrm>
            <a:prstGeom prst="rect">
              <a:avLst/>
            </a:prstGeom>
          </p:spPr>
        </p:pic>
      </p:grpSp>
      <p:pic>
        <p:nvPicPr>
          <p:cNvPr id="28" name="Graphic 27" descr="Back with solid fill">
            <a:extLst>
              <a:ext uri="{FF2B5EF4-FFF2-40B4-BE49-F238E27FC236}">
                <a16:creationId xmlns:a16="http://schemas.microsoft.com/office/drawing/2014/main" id="{3619AFC2-FC65-0B14-34DC-8F8C53F21B2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rot="10800000">
            <a:off x="3674871" y="4912660"/>
            <a:ext cx="1018685" cy="914400"/>
          </a:xfrm>
          <a:prstGeom prst="rect">
            <a:avLst/>
          </a:prstGeom>
        </p:spPr>
      </p:pic>
      <p:pic>
        <p:nvPicPr>
          <p:cNvPr id="29" name="Graphic 28" descr="Back with solid fill">
            <a:extLst>
              <a:ext uri="{FF2B5EF4-FFF2-40B4-BE49-F238E27FC236}">
                <a16:creationId xmlns:a16="http://schemas.microsoft.com/office/drawing/2014/main" id="{D3A5FD2D-5B25-465D-C4BF-2C686412EAF8}"/>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rot="7102792">
            <a:off x="9359199" y="5101672"/>
            <a:ext cx="1018685" cy="914400"/>
          </a:xfrm>
          <a:prstGeom prst="rect">
            <a:avLst/>
          </a:prstGeom>
        </p:spPr>
      </p:pic>
      <p:pic>
        <p:nvPicPr>
          <p:cNvPr id="31" name="Picture 30">
            <a:extLst>
              <a:ext uri="{FF2B5EF4-FFF2-40B4-BE49-F238E27FC236}">
                <a16:creationId xmlns:a16="http://schemas.microsoft.com/office/drawing/2014/main" id="{9935BEC1-4029-DA62-F293-864DF3D50941}"/>
              </a:ext>
            </a:extLst>
          </p:cNvPr>
          <p:cNvPicPr>
            <a:picLocks noChangeAspect="1"/>
          </p:cNvPicPr>
          <p:nvPr/>
        </p:nvPicPr>
        <p:blipFill>
          <a:blip r:embed="rId14"/>
          <a:srcRect l="7015" t="52063" r="52494"/>
          <a:stretch/>
        </p:blipFill>
        <p:spPr>
          <a:xfrm>
            <a:off x="9691133" y="1496416"/>
            <a:ext cx="1844022" cy="1547359"/>
          </a:xfrm>
          <a:prstGeom prst="rect">
            <a:avLst/>
          </a:prstGeom>
        </p:spPr>
      </p:pic>
      <p:sp>
        <p:nvSpPr>
          <p:cNvPr id="3" name="Shape 2">
            <a:extLst>
              <a:ext uri="{FF2B5EF4-FFF2-40B4-BE49-F238E27FC236}">
                <a16:creationId xmlns:a16="http://schemas.microsoft.com/office/drawing/2014/main" id="{316A6F8C-43BE-EF89-5D59-B91672852CA0}"/>
              </a:ext>
            </a:extLst>
          </p:cNvPr>
          <p:cNvSpPr/>
          <p:nvPr/>
        </p:nvSpPr>
        <p:spPr>
          <a:xfrm>
            <a:off x="9264736" y="66758"/>
            <a:ext cx="2496312" cy="566928"/>
          </a:xfrm>
          <a:prstGeom prst="roundRect">
            <a:avLst/>
          </a:prstGeom>
          <a:solidFill>
            <a:srgbClr val="DFF2EA"/>
          </a:solidFill>
          <a:ln w="12700">
            <a:solidFill>
              <a:srgbClr val="9ACDBD"/>
            </a:solidFill>
            <a:prstDash val="solid"/>
          </a:ln>
        </p:spPr>
        <p:txBody>
          <a:bodyPr/>
          <a:lstStyle/>
          <a:p>
            <a:endParaRPr lang="en-GB"/>
          </a:p>
        </p:txBody>
      </p:sp>
      <p:sp>
        <p:nvSpPr>
          <p:cNvPr id="5" name="Text 4">
            <a:extLst>
              <a:ext uri="{FF2B5EF4-FFF2-40B4-BE49-F238E27FC236}">
                <a16:creationId xmlns:a16="http://schemas.microsoft.com/office/drawing/2014/main" id="{FC0371BF-771F-72B5-B4B6-9B9C6A6C62F1}"/>
              </a:ext>
            </a:extLst>
          </p:cNvPr>
          <p:cNvSpPr/>
          <p:nvPr/>
        </p:nvSpPr>
        <p:spPr>
          <a:xfrm>
            <a:off x="9335073" y="171863"/>
            <a:ext cx="2295144" cy="347472"/>
          </a:xfrm>
          <a:prstGeom prst="rect">
            <a:avLst/>
          </a:prstGeom>
          <a:noFill/>
          <a:ln>
            <a:noFill/>
          </a:ln>
        </p:spPr>
        <p:txBody>
          <a:bodyPr wrap="square" lIns="0" tIns="0" rIns="0" bIns="0" rtlCol="0" anchor="ctr">
            <a:normAutofit/>
          </a:bodyPr>
          <a:lstStyle/>
          <a:p>
            <a:pPr marL="0" indent="0" algn="ctr">
              <a:lnSpc>
                <a:spcPct val="100000"/>
              </a:lnSpc>
              <a:spcBef>
                <a:spcPts val="0"/>
              </a:spcBef>
              <a:spcAft>
                <a:spcPts val="0"/>
              </a:spcAft>
              <a:buNone/>
            </a:pPr>
            <a:r>
              <a:rPr lang="en-US" sz="1150" b="1" i="0" dirty="0">
                <a:solidFill>
                  <a:srgbClr val="14352D"/>
                </a:solidFill>
                <a:latin typeface="Aptos" pitchFamily="34" charset="0"/>
                <a:ea typeface="Aptos" pitchFamily="34" charset="-122"/>
                <a:cs typeface="Aptos" pitchFamily="34" charset="-120"/>
              </a:rPr>
              <a:t>People, Skills &amp; Ways of Working</a:t>
            </a:r>
            <a:endParaRPr lang="en-US" sz="710" dirty="0"/>
          </a:p>
        </p:txBody>
      </p:sp>
    </p:spTree>
    <p:extLst>
      <p:ext uri="{BB962C8B-B14F-4D97-AF65-F5344CB8AC3E}">
        <p14:creationId xmlns:p14="http://schemas.microsoft.com/office/powerpoint/2010/main" val="7694847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9E33B13D-D431-D29F-07B6-69DBF44EF82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AA2F9BC-7AB5-0A5B-DD1C-835CB9564105}"/>
              </a:ext>
            </a:extLst>
          </p:cNvPr>
          <p:cNvSpPr txBox="1"/>
          <p:nvPr/>
        </p:nvSpPr>
        <p:spPr>
          <a:xfrm>
            <a:off x="2517732" y="1816274"/>
            <a:ext cx="7491682" cy="13849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2800" b="1" i="0" u="none" strike="noStrike" kern="1200" cap="none" spc="0" normalizeH="0" baseline="0" noProof="0" dirty="0">
                <a:ln>
                  <a:noFill/>
                </a:ln>
                <a:solidFill>
                  <a:prstClr val="white"/>
                </a:solidFill>
                <a:effectLst/>
                <a:uLnTx/>
                <a:uFillTx/>
                <a:latin typeface="Aptos"/>
                <a:ea typeface="+mn-ea"/>
                <a:cs typeface="+mn-cs"/>
              </a:rPr>
              <a:t>USE CASES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2800" b="1" i="0" u="none" strike="noStrike" kern="1200" cap="none" spc="0" normalizeH="0" baseline="0" noProof="0" dirty="0">
              <a:ln>
                <a:noFill/>
              </a:ln>
              <a:solidFill>
                <a:prstClr val="white"/>
              </a:solidFill>
              <a:effectLst/>
              <a:uLnTx/>
              <a:uFillTx/>
              <a:latin typeface="Aptos"/>
              <a:ea typeface="+mn-ea"/>
              <a:cs typeface="+mn-cs"/>
            </a:endParaRPr>
          </a:p>
          <a:p>
            <a:pPr lvl="0"/>
            <a:r>
              <a:rPr kumimoji="0" lang="da-DK" sz="2800" b="1" i="0" u="none" strike="noStrike" kern="1200" cap="none" spc="0" normalizeH="0" baseline="0" noProof="0" dirty="0">
                <a:ln>
                  <a:noFill/>
                </a:ln>
                <a:solidFill>
                  <a:prstClr val="white"/>
                </a:solidFill>
                <a:effectLst/>
                <a:uLnTx/>
                <a:uFillTx/>
                <a:latin typeface="Aptos"/>
                <a:ea typeface="+mn-ea"/>
                <a:cs typeface="+mn-cs"/>
              </a:rPr>
              <a:t>T2 </a:t>
            </a:r>
            <a:r>
              <a:rPr lang="en-GB" sz="2800" b="1" dirty="0">
                <a:solidFill>
                  <a:prstClr val="white"/>
                </a:solidFill>
                <a:latin typeface="Aptos"/>
              </a:rPr>
              <a:t>People, Skills and Ways of Working </a:t>
            </a:r>
          </a:p>
        </p:txBody>
      </p:sp>
    </p:spTree>
    <p:extLst>
      <p:ext uri="{BB962C8B-B14F-4D97-AF65-F5344CB8AC3E}">
        <p14:creationId xmlns:p14="http://schemas.microsoft.com/office/powerpoint/2010/main" val="2766707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1" cy="1"/>
          <a:chOff x="0" y="0"/>
          <a:chExt cx="1" cy="1"/>
        </a:xfrm>
      </p:grpSpPr>
      <p:sp>
        <p:nvSpPr>
          <p:cNvPr id="2" name="Text 0"/>
          <p:cNvSpPr/>
          <p:nvPr/>
        </p:nvSpPr>
        <p:spPr>
          <a:xfrm>
            <a:off x="530352" y="274320"/>
            <a:ext cx="7863840" cy="56692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2200" b="1" i="0">
                <a:solidFill>
                  <a:srgbClr val="14352D"/>
                </a:solidFill>
                <a:latin typeface="Aptos Display" pitchFamily="34" charset="0"/>
                <a:ea typeface="Aptos" pitchFamily="34" charset="-122"/>
                <a:cs typeface="Aptos" pitchFamily="34" charset="-120"/>
              </a:rPr>
              <a:t>From onboarding friction to instant Teams guidance</a:t>
            </a:r>
            <a:endParaRPr lang="en-US" sz="1750"/>
          </a:p>
        </p:txBody>
      </p:sp>
      <p:sp>
        <p:nvSpPr>
          <p:cNvPr id="3" name="Text 1"/>
          <p:cNvSpPr/>
          <p:nvPr/>
        </p:nvSpPr>
        <p:spPr>
          <a:xfrm>
            <a:off x="548640" y="720771"/>
            <a:ext cx="5669280" cy="16459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b="0" i="0" dirty="0">
                <a:solidFill>
                  <a:srgbClr val="55716A"/>
                </a:solidFill>
                <a:latin typeface="Aptos" pitchFamily="34" charset="0"/>
                <a:ea typeface="Aptos" pitchFamily="34" charset="-122"/>
                <a:cs typeface="Aptos" pitchFamily="34" charset="-120"/>
              </a:rPr>
              <a:t>Teams Helpdesk Agent</a:t>
            </a:r>
            <a:endParaRPr lang="en-US" dirty="0"/>
          </a:p>
        </p:txBody>
      </p:sp>
      <p:sp>
        <p:nvSpPr>
          <p:cNvPr id="4" name="Shape 2"/>
          <p:cNvSpPr/>
          <p:nvPr/>
        </p:nvSpPr>
        <p:spPr>
          <a:xfrm>
            <a:off x="9144000" y="329184"/>
            <a:ext cx="2496312" cy="566928"/>
          </a:xfrm>
          <a:prstGeom prst="roundRect">
            <a:avLst>
              <a:gd name="adj" fmla="val 11765"/>
            </a:avLst>
          </a:prstGeom>
          <a:solidFill>
            <a:srgbClr val="DFF2EA"/>
          </a:solidFill>
          <a:ln w="12700">
            <a:solidFill>
              <a:srgbClr val="9ACDBD"/>
            </a:solidFill>
            <a:prstDash val="solid"/>
          </a:ln>
        </p:spPr>
        <p:txBody>
          <a:bodyPr/>
          <a:lstStyle/>
          <a:p>
            <a:endParaRPr lang="en-GB" dirty="0"/>
          </a:p>
        </p:txBody>
      </p:sp>
      <p:sp>
        <p:nvSpPr>
          <p:cNvPr id="6" name="Text 4"/>
          <p:cNvSpPr/>
          <p:nvPr/>
        </p:nvSpPr>
        <p:spPr>
          <a:xfrm>
            <a:off x="9264580" y="434290"/>
            <a:ext cx="2174564" cy="347472"/>
          </a:xfrm>
          <a:prstGeom prst="rect">
            <a:avLst/>
          </a:prstGeom>
          <a:noFill/>
          <a:ln>
            <a:noFill/>
          </a:ln>
        </p:spPr>
        <p:txBody>
          <a:bodyPr wrap="square" lIns="0" tIns="0" rIns="0" bIns="0" rtlCol="0" anchor="ctr">
            <a:normAutofit/>
          </a:bodyPr>
          <a:lstStyle/>
          <a:p>
            <a:pPr marL="0" indent="0" algn="ctr">
              <a:spcBef>
                <a:spcPts val="0"/>
              </a:spcBef>
              <a:spcAft>
                <a:spcPts val="0"/>
              </a:spcAft>
              <a:buNone/>
            </a:pPr>
            <a:r>
              <a:rPr lang="en-US" sz="1150" b="1" i="0" dirty="0">
                <a:solidFill>
                  <a:srgbClr val="14352D"/>
                </a:solidFill>
                <a:latin typeface="Aptos" pitchFamily="34" charset="0"/>
                <a:ea typeface="Aptos" pitchFamily="34" charset="-122"/>
                <a:cs typeface="Aptos" pitchFamily="34" charset="-120"/>
              </a:rPr>
              <a:t>People, Skills &amp; Ways of Working</a:t>
            </a:r>
            <a:endParaRPr lang="en-US" sz="720" dirty="0"/>
          </a:p>
        </p:txBody>
      </p:sp>
      <p:sp>
        <p:nvSpPr>
          <p:cNvPr id="7" name="Shape 5"/>
          <p:cNvSpPr/>
          <p:nvPr/>
        </p:nvSpPr>
        <p:spPr>
          <a:xfrm>
            <a:off x="548640" y="1234440"/>
            <a:ext cx="3547872" cy="1060704"/>
          </a:xfrm>
          <a:prstGeom prst="roundRect">
            <a:avLst>
              <a:gd name="adj" fmla="val 5814"/>
            </a:avLst>
          </a:prstGeom>
          <a:solidFill>
            <a:srgbClr val="EAF4F0"/>
          </a:solidFill>
          <a:ln w="10160">
            <a:solidFill>
              <a:srgbClr val="C8D8D2"/>
            </a:solidFill>
            <a:prstDash val="solid"/>
          </a:ln>
        </p:spPr>
        <p:txBody>
          <a:bodyPr/>
          <a:lstStyle/>
          <a:p>
            <a:endParaRPr lang="en-GB"/>
          </a:p>
        </p:txBody>
      </p:sp>
      <p:sp>
        <p:nvSpPr>
          <p:cNvPr id="8" name="Shape 6"/>
          <p:cNvSpPr/>
          <p:nvPr/>
        </p:nvSpPr>
        <p:spPr>
          <a:xfrm>
            <a:off x="713232"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9" name="Text 7"/>
          <p:cNvSpPr/>
          <p:nvPr/>
        </p:nvSpPr>
        <p:spPr>
          <a:xfrm>
            <a:off x="713232"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2</a:t>
            </a:r>
            <a:endParaRPr lang="en-US" sz="650"/>
          </a:p>
        </p:txBody>
      </p:sp>
      <p:sp>
        <p:nvSpPr>
          <p:cNvPr id="10" name="Text 8"/>
          <p:cNvSpPr/>
          <p:nvPr/>
        </p:nvSpPr>
        <p:spPr>
          <a:xfrm>
            <a:off x="1115568"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Challenge / opportunity</a:t>
            </a:r>
            <a:endParaRPr lang="en-US" sz="900"/>
          </a:p>
        </p:txBody>
      </p:sp>
      <p:sp>
        <p:nvSpPr>
          <p:cNvPr id="11" name="Text 9"/>
          <p:cNvSpPr/>
          <p:nvPr/>
        </p:nvSpPr>
        <p:spPr>
          <a:xfrm>
            <a:off x="731520" y="1719072"/>
            <a:ext cx="3182112" cy="420624"/>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1019" b="0" i="0">
                <a:solidFill>
                  <a:srgbClr val="344A44"/>
                </a:solidFill>
                <a:latin typeface="Aptos" pitchFamily="34" charset="0"/>
                <a:ea typeface="Aptos" pitchFamily="34" charset="-122"/>
                <a:cs typeface="Aptos" pitchFamily="34" charset="-120"/>
              </a:rPr>
              <a:t>New reporters and Expert Group members must search across many pages and documents to locate data, rules, contacts and deadlines.</a:t>
            </a:r>
            <a:endParaRPr lang="en-US" sz="715"/>
          </a:p>
        </p:txBody>
      </p:sp>
      <p:sp>
        <p:nvSpPr>
          <p:cNvPr id="12" name="Shape 10"/>
          <p:cNvSpPr/>
          <p:nvPr/>
        </p:nvSpPr>
        <p:spPr>
          <a:xfrm>
            <a:off x="4315968" y="1234440"/>
            <a:ext cx="3547872" cy="1060704"/>
          </a:xfrm>
          <a:prstGeom prst="roundRect">
            <a:avLst>
              <a:gd name="adj" fmla="val 5814"/>
            </a:avLst>
          </a:prstGeom>
          <a:solidFill>
            <a:srgbClr val="EAF4F0"/>
          </a:solidFill>
          <a:ln w="10160">
            <a:solidFill>
              <a:srgbClr val="C8D8D2"/>
            </a:solidFill>
            <a:prstDash val="solid"/>
          </a:ln>
        </p:spPr>
        <p:txBody>
          <a:bodyPr/>
          <a:lstStyle/>
          <a:p>
            <a:endParaRPr lang="en-GB"/>
          </a:p>
        </p:txBody>
      </p:sp>
      <p:sp>
        <p:nvSpPr>
          <p:cNvPr id="13" name="Shape 11"/>
          <p:cNvSpPr/>
          <p:nvPr/>
        </p:nvSpPr>
        <p:spPr>
          <a:xfrm>
            <a:off x="4480560"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14" name="Text 12"/>
          <p:cNvSpPr/>
          <p:nvPr/>
        </p:nvSpPr>
        <p:spPr>
          <a:xfrm>
            <a:off x="4480560"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3</a:t>
            </a:r>
            <a:endParaRPr lang="en-US" sz="650"/>
          </a:p>
        </p:txBody>
      </p:sp>
      <p:sp>
        <p:nvSpPr>
          <p:cNvPr id="15" name="Text 13"/>
          <p:cNvSpPr/>
          <p:nvPr/>
        </p:nvSpPr>
        <p:spPr>
          <a:xfrm>
            <a:off x="4882896"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Proposed use of AI</a:t>
            </a:r>
            <a:endParaRPr lang="en-US" sz="900"/>
          </a:p>
        </p:txBody>
      </p:sp>
      <p:sp>
        <p:nvSpPr>
          <p:cNvPr id="16" name="Text 14"/>
          <p:cNvSpPr/>
          <p:nvPr/>
        </p:nvSpPr>
        <p:spPr>
          <a:xfrm>
            <a:off x="4498848" y="1719072"/>
            <a:ext cx="3182112" cy="420624"/>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1019" b="0" i="0">
                <a:solidFill>
                  <a:srgbClr val="344A44"/>
                </a:solidFill>
                <a:latin typeface="Aptos" pitchFamily="34" charset="0"/>
                <a:ea typeface="Aptos" pitchFamily="34" charset="-122"/>
                <a:cs typeface="Aptos" pitchFamily="34" charset="-120"/>
              </a:rPr>
              <a:t>A Teams-based assistant answers questions on document locations, reporting registration, procedures, rules and relevant contacts.</a:t>
            </a:r>
            <a:endParaRPr lang="en-US" sz="715"/>
          </a:p>
        </p:txBody>
      </p:sp>
      <p:sp>
        <p:nvSpPr>
          <p:cNvPr id="17" name="Shape 15"/>
          <p:cNvSpPr/>
          <p:nvPr/>
        </p:nvSpPr>
        <p:spPr>
          <a:xfrm>
            <a:off x="8083296" y="1234440"/>
            <a:ext cx="3547872" cy="1060704"/>
          </a:xfrm>
          <a:prstGeom prst="roundRect">
            <a:avLst>
              <a:gd name="adj" fmla="val 5814"/>
            </a:avLst>
          </a:prstGeom>
          <a:solidFill>
            <a:srgbClr val="EAF4F0"/>
          </a:solidFill>
          <a:ln w="10160">
            <a:solidFill>
              <a:srgbClr val="C8D8D2"/>
            </a:solidFill>
            <a:prstDash val="solid"/>
          </a:ln>
        </p:spPr>
        <p:txBody>
          <a:bodyPr/>
          <a:lstStyle/>
          <a:p>
            <a:endParaRPr lang="en-GB"/>
          </a:p>
        </p:txBody>
      </p:sp>
      <p:sp>
        <p:nvSpPr>
          <p:cNvPr id="18" name="Shape 16"/>
          <p:cNvSpPr/>
          <p:nvPr/>
        </p:nvSpPr>
        <p:spPr>
          <a:xfrm>
            <a:off x="8247888"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19" name="Text 17"/>
          <p:cNvSpPr/>
          <p:nvPr/>
        </p:nvSpPr>
        <p:spPr>
          <a:xfrm>
            <a:off x="8247888"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4</a:t>
            </a:r>
            <a:endParaRPr lang="en-US" sz="650"/>
          </a:p>
        </p:txBody>
      </p:sp>
      <p:sp>
        <p:nvSpPr>
          <p:cNvPr id="20" name="Text 18"/>
          <p:cNvSpPr/>
          <p:nvPr/>
        </p:nvSpPr>
        <p:spPr>
          <a:xfrm>
            <a:off x="8650224"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Scope</a:t>
            </a:r>
            <a:endParaRPr lang="en-US" sz="900"/>
          </a:p>
        </p:txBody>
      </p:sp>
      <p:sp>
        <p:nvSpPr>
          <p:cNvPr id="21" name="Text 19"/>
          <p:cNvSpPr/>
          <p:nvPr/>
        </p:nvSpPr>
        <p:spPr>
          <a:xfrm>
            <a:off x="8266176" y="1719072"/>
            <a:ext cx="3182112" cy="420624"/>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1019" b="0" i="0">
                <a:solidFill>
                  <a:srgbClr val="344A44"/>
                </a:solidFill>
                <a:latin typeface="Aptos" pitchFamily="34" charset="0"/>
                <a:ea typeface="Aptos" pitchFamily="34" charset="-122"/>
                <a:cs typeface="Aptos" pitchFamily="34" charset="-120"/>
              </a:rPr>
              <a:t>Available in the existing EEA Teams environment to authorised channel members, focused on onboarding and operational guidance.</a:t>
            </a:r>
            <a:endParaRPr lang="en-US" sz="715"/>
          </a:p>
        </p:txBody>
      </p:sp>
      <p:sp>
        <p:nvSpPr>
          <p:cNvPr id="22" name="Shape 20"/>
          <p:cNvSpPr/>
          <p:nvPr/>
        </p:nvSpPr>
        <p:spPr>
          <a:xfrm>
            <a:off x="548640" y="2487168"/>
            <a:ext cx="3547872" cy="1060704"/>
          </a:xfrm>
          <a:prstGeom prst="roundRect">
            <a:avLst>
              <a:gd name="adj" fmla="val 5814"/>
            </a:avLst>
          </a:prstGeom>
          <a:solidFill>
            <a:srgbClr val="EAF4F0"/>
          </a:solidFill>
          <a:ln w="10160">
            <a:solidFill>
              <a:srgbClr val="C8D8D2"/>
            </a:solidFill>
            <a:prstDash val="solid"/>
          </a:ln>
        </p:spPr>
        <p:txBody>
          <a:bodyPr/>
          <a:lstStyle/>
          <a:p>
            <a:endParaRPr lang="en-GB"/>
          </a:p>
        </p:txBody>
      </p:sp>
      <p:sp>
        <p:nvSpPr>
          <p:cNvPr id="23" name="Shape 21"/>
          <p:cNvSpPr/>
          <p:nvPr/>
        </p:nvSpPr>
        <p:spPr>
          <a:xfrm>
            <a:off x="713232"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24" name="Text 22"/>
          <p:cNvSpPr/>
          <p:nvPr/>
        </p:nvSpPr>
        <p:spPr>
          <a:xfrm>
            <a:off x="713232"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5</a:t>
            </a:r>
            <a:endParaRPr lang="en-US" sz="650"/>
          </a:p>
        </p:txBody>
      </p:sp>
      <p:sp>
        <p:nvSpPr>
          <p:cNvPr id="25" name="Text 23"/>
          <p:cNvSpPr/>
          <p:nvPr/>
        </p:nvSpPr>
        <p:spPr>
          <a:xfrm>
            <a:off x="1115568"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Expected outcome</a:t>
            </a:r>
            <a:endParaRPr lang="en-US" sz="900"/>
          </a:p>
        </p:txBody>
      </p:sp>
      <p:sp>
        <p:nvSpPr>
          <p:cNvPr id="26" name="Text 24"/>
          <p:cNvSpPr/>
          <p:nvPr/>
        </p:nvSpPr>
        <p:spPr>
          <a:xfrm>
            <a:off x="731520" y="2971800"/>
            <a:ext cx="3182112" cy="420624"/>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1019" b="0" i="0">
                <a:solidFill>
                  <a:srgbClr val="344A44"/>
                </a:solidFill>
                <a:latin typeface="Aptos" pitchFamily="34" charset="0"/>
                <a:ea typeface="Aptos" pitchFamily="34" charset="-122"/>
                <a:cs typeface="Aptos" pitchFamily="34" charset="-120"/>
              </a:rPr>
              <a:t>Faster onboarding, clearer responsibilities and earlier visibility of short-term deadlines, with less time spent searching.</a:t>
            </a:r>
            <a:endParaRPr lang="en-US" sz="715"/>
          </a:p>
        </p:txBody>
      </p:sp>
      <p:sp>
        <p:nvSpPr>
          <p:cNvPr id="27" name="Shape 25"/>
          <p:cNvSpPr/>
          <p:nvPr/>
        </p:nvSpPr>
        <p:spPr>
          <a:xfrm>
            <a:off x="4315968" y="2487168"/>
            <a:ext cx="3547872" cy="1060704"/>
          </a:xfrm>
          <a:prstGeom prst="roundRect">
            <a:avLst>
              <a:gd name="adj" fmla="val 5814"/>
            </a:avLst>
          </a:prstGeom>
          <a:solidFill>
            <a:srgbClr val="EAF4F0"/>
          </a:solidFill>
          <a:ln w="10160">
            <a:solidFill>
              <a:srgbClr val="C8D8D2"/>
            </a:solidFill>
            <a:prstDash val="solid"/>
          </a:ln>
        </p:spPr>
        <p:txBody>
          <a:bodyPr/>
          <a:lstStyle/>
          <a:p>
            <a:endParaRPr lang="en-GB"/>
          </a:p>
        </p:txBody>
      </p:sp>
      <p:sp>
        <p:nvSpPr>
          <p:cNvPr id="28" name="Shape 26"/>
          <p:cNvSpPr/>
          <p:nvPr/>
        </p:nvSpPr>
        <p:spPr>
          <a:xfrm>
            <a:off x="4480560"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29" name="Text 27"/>
          <p:cNvSpPr/>
          <p:nvPr/>
        </p:nvSpPr>
        <p:spPr>
          <a:xfrm>
            <a:off x="4480560"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6</a:t>
            </a:r>
            <a:endParaRPr lang="en-US" sz="650"/>
          </a:p>
        </p:txBody>
      </p:sp>
      <p:sp>
        <p:nvSpPr>
          <p:cNvPr id="30" name="Text 28"/>
          <p:cNvSpPr/>
          <p:nvPr/>
        </p:nvSpPr>
        <p:spPr>
          <a:xfrm>
            <a:off x="4882896"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Environmental + digital contribution</a:t>
            </a:r>
            <a:endParaRPr lang="en-US" sz="900"/>
          </a:p>
        </p:txBody>
      </p:sp>
      <p:sp>
        <p:nvSpPr>
          <p:cNvPr id="31" name="Text 29"/>
          <p:cNvSpPr/>
          <p:nvPr/>
        </p:nvSpPr>
        <p:spPr>
          <a:xfrm>
            <a:off x="4498848" y="2971800"/>
            <a:ext cx="3182112" cy="420624"/>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1019" b="0" i="0">
                <a:solidFill>
                  <a:srgbClr val="344A44"/>
                </a:solidFill>
                <a:latin typeface="Aptos" pitchFamily="34" charset="0"/>
                <a:ea typeface="Aptos" pitchFamily="34" charset="-122"/>
                <a:cs typeface="Aptos" pitchFamily="34" charset="-120"/>
              </a:rPr>
              <a:t>Reduces search effort and supports accessibility, interoperability and future workflow automation. Environmental gains are likely modest.</a:t>
            </a:r>
            <a:endParaRPr lang="en-US" sz="715"/>
          </a:p>
        </p:txBody>
      </p:sp>
      <p:sp>
        <p:nvSpPr>
          <p:cNvPr id="32" name="Shape 30"/>
          <p:cNvSpPr/>
          <p:nvPr/>
        </p:nvSpPr>
        <p:spPr>
          <a:xfrm>
            <a:off x="8083296" y="2487168"/>
            <a:ext cx="3547872" cy="1060704"/>
          </a:xfrm>
          <a:prstGeom prst="roundRect">
            <a:avLst>
              <a:gd name="adj" fmla="val 5814"/>
            </a:avLst>
          </a:prstGeom>
          <a:solidFill>
            <a:srgbClr val="EAF4F0"/>
          </a:solidFill>
          <a:ln w="10160">
            <a:solidFill>
              <a:srgbClr val="C8D8D2"/>
            </a:solidFill>
            <a:prstDash val="solid"/>
          </a:ln>
        </p:spPr>
        <p:txBody>
          <a:bodyPr/>
          <a:lstStyle/>
          <a:p>
            <a:endParaRPr lang="en-GB"/>
          </a:p>
        </p:txBody>
      </p:sp>
      <p:sp>
        <p:nvSpPr>
          <p:cNvPr id="33" name="Shape 31"/>
          <p:cNvSpPr/>
          <p:nvPr/>
        </p:nvSpPr>
        <p:spPr>
          <a:xfrm>
            <a:off x="8247888"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34" name="Text 32"/>
          <p:cNvSpPr/>
          <p:nvPr/>
        </p:nvSpPr>
        <p:spPr>
          <a:xfrm>
            <a:off x="8247888"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7</a:t>
            </a:r>
            <a:endParaRPr lang="en-US" sz="650"/>
          </a:p>
        </p:txBody>
      </p:sp>
      <p:sp>
        <p:nvSpPr>
          <p:cNvPr id="35" name="Text 33"/>
          <p:cNvSpPr/>
          <p:nvPr/>
        </p:nvSpPr>
        <p:spPr>
          <a:xfrm>
            <a:off x="8650224"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Key conditions</a:t>
            </a:r>
            <a:endParaRPr lang="en-US" sz="900"/>
          </a:p>
        </p:txBody>
      </p:sp>
      <p:sp>
        <p:nvSpPr>
          <p:cNvPr id="36" name="Text 34"/>
          <p:cNvSpPr/>
          <p:nvPr/>
        </p:nvSpPr>
        <p:spPr>
          <a:xfrm>
            <a:off x="8266176" y="2971800"/>
            <a:ext cx="3182112" cy="420624"/>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1019" b="0" i="0">
                <a:solidFill>
                  <a:srgbClr val="344A44"/>
                </a:solidFill>
                <a:latin typeface="Aptos" pitchFamily="34" charset="0"/>
                <a:ea typeface="Aptos" pitchFamily="34" charset="-122"/>
                <a:cs typeface="Aptos" pitchFamily="34" charset="-120"/>
              </a:rPr>
              <a:t>GDPR-compliant access, reliable and current content, permission-aware answers, central integration and clear ownership of the knowledge base.</a:t>
            </a:r>
            <a:endParaRPr lang="en-US" sz="715"/>
          </a:p>
        </p:txBody>
      </p:sp>
      <p:sp>
        <p:nvSpPr>
          <p:cNvPr id="37" name="Shape 35"/>
          <p:cNvSpPr/>
          <p:nvPr/>
        </p:nvSpPr>
        <p:spPr>
          <a:xfrm>
            <a:off x="548640" y="3822192"/>
            <a:ext cx="11082528" cy="2331720"/>
          </a:xfrm>
          <a:prstGeom prst="roundRect">
            <a:avLst>
              <a:gd name="adj" fmla="val 3306"/>
            </a:avLst>
          </a:prstGeom>
          <a:solidFill>
            <a:srgbClr val="14352D"/>
          </a:solidFill>
          <a:ln w="12700">
            <a:solidFill>
              <a:srgbClr val="14352D"/>
            </a:solidFill>
            <a:prstDash val="solid"/>
          </a:ln>
        </p:spPr>
        <p:txBody>
          <a:bodyPr/>
          <a:lstStyle/>
          <a:p>
            <a:endParaRPr lang="en-GB"/>
          </a:p>
        </p:txBody>
      </p:sp>
      <p:sp>
        <p:nvSpPr>
          <p:cNvPr id="39" name="Shape 37"/>
          <p:cNvSpPr/>
          <p:nvPr/>
        </p:nvSpPr>
        <p:spPr>
          <a:xfrm>
            <a:off x="5797296" y="4315968"/>
            <a:ext cx="0" cy="1353312"/>
          </a:xfrm>
          <a:prstGeom prst="line">
            <a:avLst/>
          </a:prstGeom>
          <a:noFill/>
          <a:ln w="12700">
            <a:solidFill>
              <a:srgbClr val="3B5B52">
                <a:alpha val="80000"/>
              </a:srgbClr>
            </a:solidFill>
            <a:prstDash val="solid"/>
          </a:ln>
        </p:spPr>
        <p:txBody>
          <a:bodyPr/>
          <a:lstStyle/>
          <a:p>
            <a:endParaRPr lang="en-GB"/>
          </a:p>
        </p:txBody>
      </p:sp>
      <p:sp>
        <p:nvSpPr>
          <p:cNvPr id="40" name="Shape 38"/>
          <p:cNvSpPr/>
          <p:nvPr/>
        </p:nvSpPr>
        <p:spPr>
          <a:xfrm>
            <a:off x="7626096" y="4315968"/>
            <a:ext cx="0" cy="1353312"/>
          </a:xfrm>
          <a:prstGeom prst="line">
            <a:avLst/>
          </a:prstGeom>
          <a:noFill/>
          <a:ln w="12700">
            <a:solidFill>
              <a:srgbClr val="3B5B52">
                <a:alpha val="80000"/>
              </a:srgbClr>
            </a:solidFill>
            <a:prstDash val="solid"/>
          </a:ln>
        </p:spPr>
        <p:txBody>
          <a:bodyPr/>
          <a:lstStyle/>
          <a:p>
            <a:endParaRPr lang="en-GB"/>
          </a:p>
        </p:txBody>
      </p:sp>
      <p:sp>
        <p:nvSpPr>
          <p:cNvPr id="41" name="Shape 39"/>
          <p:cNvSpPr/>
          <p:nvPr/>
        </p:nvSpPr>
        <p:spPr>
          <a:xfrm>
            <a:off x="9454896" y="4315968"/>
            <a:ext cx="0" cy="1353312"/>
          </a:xfrm>
          <a:prstGeom prst="line">
            <a:avLst/>
          </a:prstGeom>
          <a:noFill/>
          <a:ln w="12700">
            <a:solidFill>
              <a:srgbClr val="3B5B52">
                <a:alpha val="80000"/>
              </a:srgbClr>
            </a:solidFill>
            <a:prstDash val="solid"/>
          </a:ln>
        </p:spPr>
        <p:txBody>
          <a:bodyPr/>
          <a:lstStyle/>
          <a:p>
            <a:endParaRPr lang="en-GB"/>
          </a:p>
        </p:txBody>
      </p:sp>
      <p:sp>
        <p:nvSpPr>
          <p:cNvPr id="42" name="Text 40"/>
          <p:cNvSpPr/>
          <p:nvPr/>
        </p:nvSpPr>
        <p:spPr>
          <a:xfrm>
            <a:off x="822960" y="4096512"/>
            <a:ext cx="2057400"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000" b="1" i="0">
                <a:solidFill>
                  <a:srgbClr val="8ED3BE"/>
                </a:solidFill>
                <a:latin typeface="Aptos" pitchFamily="34" charset="0"/>
                <a:ea typeface="Aptos" pitchFamily="34" charset="-122"/>
                <a:cs typeface="Aptos" pitchFamily="34" charset="-120"/>
              </a:rPr>
              <a:t>MAIN TAKEAWAYS</a:t>
            </a:r>
            <a:endParaRPr lang="en-US" sz="620"/>
          </a:p>
        </p:txBody>
      </p:sp>
      <p:sp>
        <p:nvSpPr>
          <p:cNvPr id="43" name="Text 41"/>
          <p:cNvSpPr/>
          <p:nvPr/>
        </p:nvSpPr>
        <p:spPr>
          <a:xfrm>
            <a:off x="822960" y="4379976"/>
            <a:ext cx="2971800" cy="61264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750" b="1" i="0">
                <a:solidFill>
                  <a:srgbClr val="FFFFFF"/>
                </a:solidFill>
                <a:latin typeface="Aptos Display" pitchFamily="34" charset="0"/>
                <a:ea typeface="Aptos" pitchFamily="34" charset="-122"/>
                <a:cs typeface="Aptos" pitchFamily="34" charset="-120"/>
              </a:rPr>
              <a:t>Guidance at the point of need</a:t>
            </a:r>
            <a:endParaRPr lang="en-US" sz="1620"/>
          </a:p>
        </p:txBody>
      </p:sp>
      <p:sp>
        <p:nvSpPr>
          <p:cNvPr id="44" name="Text 42"/>
          <p:cNvSpPr/>
          <p:nvPr/>
        </p:nvSpPr>
        <p:spPr>
          <a:xfrm>
            <a:off x="822960" y="5093208"/>
            <a:ext cx="2880360" cy="56692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100" b="0" i="0">
                <a:solidFill>
                  <a:srgbClr val="D7E5E0"/>
                </a:solidFill>
                <a:latin typeface="Aptos" pitchFamily="34" charset="0"/>
                <a:ea typeface="Aptos" pitchFamily="34" charset="-122"/>
                <a:cs typeface="Aptos" pitchFamily="34" charset="-120"/>
              </a:rPr>
              <a:t>The assistant turns fragmented Teams content into direct, permission-aware guidance for new reporters and group members.</a:t>
            </a:r>
            <a:endParaRPr lang="en-US" sz="800"/>
          </a:p>
        </p:txBody>
      </p:sp>
      <p:sp>
        <p:nvSpPr>
          <p:cNvPr id="45" name="Text 43"/>
          <p:cNvSpPr/>
          <p:nvPr/>
        </p:nvSpPr>
        <p:spPr>
          <a:xfrm>
            <a:off x="41330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01</a:t>
            </a:r>
            <a:endParaRPr lang="en-US" sz="610"/>
          </a:p>
        </p:txBody>
      </p:sp>
      <p:sp>
        <p:nvSpPr>
          <p:cNvPr id="46" name="Text 44"/>
          <p:cNvSpPr/>
          <p:nvPr/>
        </p:nvSpPr>
        <p:spPr>
          <a:xfrm>
            <a:off x="4133088" y="4462272"/>
            <a:ext cx="1572768" cy="29260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Faster onboarding</a:t>
            </a:r>
            <a:endParaRPr lang="en-US" sz="950"/>
          </a:p>
        </p:txBody>
      </p:sp>
      <p:sp>
        <p:nvSpPr>
          <p:cNvPr id="47" name="Text 45"/>
          <p:cNvSpPr/>
          <p:nvPr/>
        </p:nvSpPr>
        <p:spPr>
          <a:xfrm>
            <a:off x="41330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New users can find documents, responsibilities and deadlines through one conversational entry point.</a:t>
            </a:r>
            <a:endParaRPr lang="en-US" sz="750"/>
          </a:p>
        </p:txBody>
      </p:sp>
      <p:sp>
        <p:nvSpPr>
          <p:cNvPr id="48" name="Text 46"/>
          <p:cNvSpPr/>
          <p:nvPr/>
        </p:nvSpPr>
        <p:spPr>
          <a:xfrm>
            <a:off x="59618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02</a:t>
            </a:r>
            <a:endParaRPr lang="en-US" sz="610"/>
          </a:p>
        </p:txBody>
      </p:sp>
      <p:sp>
        <p:nvSpPr>
          <p:cNvPr id="49" name="Text 47"/>
          <p:cNvSpPr/>
          <p:nvPr/>
        </p:nvSpPr>
        <p:spPr>
          <a:xfrm>
            <a:off x="5961888" y="4462272"/>
            <a:ext cx="1572768" cy="292608"/>
          </a:xfrm>
          <a:prstGeom prst="rect">
            <a:avLst/>
          </a:prstGeom>
          <a:noFill/>
          <a:ln>
            <a:noFill/>
          </a:ln>
        </p:spPr>
        <p:txBody>
          <a:bodyPr wrap="square" lIns="0" tIns="0" rIns="0" bIns="0" rtlCol="0" anchor="ctr">
            <a:normAutofit fontScale="92500" lnSpcReduction="20000"/>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Work where knowledge lives</a:t>
            </a:r>
            <a:endParaRPr lang="en-US" sz="950"/>
          </a:p>
        </p:txBody>
      </p:sp>
      <p:sp>
        <p:nvSpPr>
          <p:cNvPr id="50" name="Text 48"/>
          <p:cNvSpPr/>
          <p:nvPr/>
        </p:nvSpPr>
        <p:spPr>
          <a:xfrm>
            <a:off x="59618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Integration in Teams brings guidance into the environment already used by the community.</a:t>
            </a:r>
            <a:endParaRPr lang="en-US" sz="750"/>
          </a:p>
        </p:txBody>
      </p:sp>
      <p:sp>
        <p:nvSpPr>
          <p:cNvPr id="51" name="Text 49"/>
          <p:cNvSpPr/>
          <p:nvPr/>
        </p:nvSpPr>
        <p:spPr>
          <a:xfrm>
            <a:off x="77906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03</a:t>
            </a:r>
            <a:endParaRPr lang="en-US" sz="610"/>
          </a:p>
        </p:txBody>
      </p:sp>
      <p:sp>
        <p:nvSpPr>
          <p:cNvPr id="52" name="Text 50"/>
          <p:cNvSpPr/>
          <p:nvPr/>
        </p:nvSpPr>
        <p:spPr>
          <a:xfrm>
            <a:off x="7790688" y="4462272"/>
            <a:ext cx="1572768" cy="292608"/>
          </a:xfrm>
          <a:prstGeom prst="rect">
            <a:avLst/>
          </a:prstGeom>
          <a:noFill/>
          <a:ln>
            <a:noFill/>
          </a:ln>
        </p:spPr>
        <p:txBody>
          <a:bodyPr wrap="square" lIns="0" tIns="0" rIns="0" bIns="0" rtlCol="0" anchor="ctr">
            <a:normAutofit fontScale="92500" lnSpcReduction="20000"/>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Access governed by design</a:t>
            </a:r>
            <a:endParaRPr lang="en-US" sz="950"/>
          </a:p>
        </p:txBody>
      </p:sp>
      <p:sp>
        <p:nvSpPr>
          <p:cNvPr id="53" name="Text 51"/>
          <p:cNvSpPr/>
          <p:nvPr/>
        </p:nvSpPr>
        <p:spPr>
          <a:xfrm>
            <a:off x="77906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Answers must respect existing permissions, GDPR requirements and authoritative source ownership.</a:t>
            </a:r>
            <a:endParaRPr lang="en-US" sz="750"/>
          </a:p>
        </p:txBody>
      </p:sp>
      <p:sp>
        <p:nvSpPr>
          <p:cNvPr id="54" name="Text 52"/>
          <p:cNvSpPr/>
          <p:nvPr/>
        </p:nvSpPr>
        <p:spPr>
          <a:xfrm>
            <a:off x="96194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04</a:t>
            </a:r>
            <a:endParaRPr lang="en-US" sz="610"/>
          </a:p>
        </p:txBody>
      </p:sp>
      <p:sp>
        <p:nvSpPr>
          <p:cNvPr id="55" name="Text 53"/>
          <p:cNvSpPr/>
          <p:nvPr/>
        </p:nvSpPr>
        <p:spPr>
          <a:xfrm>
            <a:off x="9619488" y="4462272"/>
            <a:ext cx="1572768" cy="292608"/>
          </a:xfrm>
          <a:prstGeom prst="rect">
            <a:avLst/>
          </a:prstGeom>
          <a:noFill/>
          <a:ln>
            <a:noFill/>
          </a:ln>
        </p:spPr>
        <p:txBody>
          <a:bodyPr wrap="square" lIns="0" tIns="0" rIns="0" bIns="0" rtlCol="0" anchor="ctr">
            <a:normAutofit fontScale="92500" lnSpcReduction="20000"/>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Central, reusable service</a:t>
            </a:r>
            <a:endParaRPr lang="en-US" sz="950"/>
          </a:p>
        </p:txBody>
      </p:sp>
      <p:sp>
        <p:nvSpPr>
          <p:cNvPr id="56" name="Text 54"/>
          <p:cNvSpPr/>
          <p:nvPr/>
        </p:nvSpPr>
        <p:spPr>
          <a:xfrm>
            <a:off x="96194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A centrally managed agent avoids Member State infrastructure and can support further automation.</a:t>
            </a:r>
            <a:endParaRPr lang="en-US" sz="750"/>
          </a:p>
        </p:txBody>
      </p:sp>
      <p:sp>
        <p:nvSpPr>
          <p:cNvPr id="57" name="Text 55"/>
          <p:cNvSpPr/>
          <p:nvPr/>
        </p:nvSpPr>
        <p:spPr>
          <a:xfrm>
            <a:off x="548640" y="6419088"/>
            <a:ext cx="10698480" cy="10972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500" b="0" i="0">
                <a:solidFill>
                  <a:srgbClr val="7A8B85"/>
                </a:solidFill>
                <a:latin typeface="Aptos" pitchFamily="34" charset="0"/>
                <a:ea typeface="Aptos" pitchFamily="34" charset="-122"/>
                <a:cs typeface="Aptos" pitchFamily="34" charset="-120"/>
              </a:rPr>
              <a:t>Source: User-provided AI use case description, “Teams Helpdesk Agent”.</a:t>
            </a:r>
            <a:endParaRPr lang="en-US" sz="580"/>
          </a:p>
        </p:txBody>
      </p:sp>
      <p:sp>
        <p:nvSpPr>
          <p:cNvPr id="58" name="Slide Number Placeholder 0"/>
          <p:cNvSpPr>
            <a:spLocks noGrp="1"/>
          </p:cNvSpPr>
          <p:nvPr>
            <p:ph type="sldNum" sz="quarter" idx="4294967295"/>
          </p:nvPr>
        </p:nvSpPr>
        <p:spPr>
          <a:xfrm>
            <a:off x="11686032" y="6510528"/>
            <a:ext cx="182880" cy="164592"/>
          </a:xfrm>
          <a:prstGeom prst="rect">
            <a:avLst/>
          </a:prstGeom>
          <a:extLst>
            <a:ext uri="{C572A759-6A51-4108-AA02-DFA0A04FC94B}">
              <ma14:wrappingTextBoxFlag xmlns:ma14="http://schemas.microsoft.com/office/mac/drawingml/2011/main" xmlns="" val="0"/>
            </a:ext>
          </a:extLst>
        </p:spPr>
        <p:txBody>
          <a:bodyPr/>
          <a:lstStyle>
            <a:lvl1pPr>
              <a:defRPr sz="580">
                <a:solidFill>
                  <a:srgbClr val="74867F"/>
                </a:solidFill>
                <a:latin typeface="Aptos"/>
                <a:ea typeface="Aptos"/>
                <a:cs typeface="Aptos"/>
              </a:defRPr>
            </a:lvl1pPr>
          </a:lstStyle>
          <a:p>
            <a:pPr algn="l"/>
            <a:fld id="{F7021451-1387-4CA6-816F-3879F97B5CBC}" type="slidenum">
              <a:rPr lang="en-US" b="0"/>
              <a:t>5</a:t>
            </a:fld>
            <a:endParaRPr lang="en-US"/>
          </a:p>
        </p:txBody>
      </p:sp>
    </p:spTree>
    <p:extLst>
      <p:ext uri="{BB962C8B-B14F-4D97-AF65-F5344CB8AC3E}">
        <p14:creationId xmlns:p14="http://schemas.microsoft.com/office/powerpoint/2010/main" val="2331287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1" cy="1"/>
          <a:chOff x="0" y="0"/>
          <a:chExt cx="1" cy="1"/>
        </a:xfrm>
      </p:grpSpPr>
      <p:sp>
        <p:nvSpPr>
          <p:cNvPr id="2" name="Text 0"/>
          <p:cNvSpPr/>
          <p:nvPr/>
        </p:nvSpPr>
        <p:spPr>
          <a:xfrm>
            <a:off x="530352" y="274320"/>
            <a:ext cx="7863840" cy="56692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2000" b="1" i="0">
                <a:solidFill>
                  <a:srgbClr val="14352D"/>
                </a:solidFill>
                <a:latin typeface="Aptos Display" pitchFamily="34" charset="0"/>
                <a:ea typeface="Aptos Display" pitchFamily="34" charset="-122"/>
                <a:cs typeface="Aptos Display" pitchFamily="34" charset="-120"/>
              </a:rPr>
              <a:t>SmartLab — in-house capability building for digitalisation and AI</a:t>
            </a:r>
            <a:endParaRPr lang="en-US" sz="1850"/>
          </a:p>
        </p:txBody>
      </p:sp>
      <p:sp>
        <p:nvSpPr>
          <p:cNvPr id="3" name="Text 1"/>
          <p:cNvSpPr/>
          <p:nvPr/>
        </p:nvSpPr>
        <p:spPr>
          <a:xfrm>
            <a:off x="548640" y="670528"/>
            <a:ext cx="5669280" cy="164592"/>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b="0" i="0" dirty="0">
                <a:solidFill>
                  <a:srgbClr val="55716A"/>
                </a:solidFill>
                <a:latin typeface="Aptos" pitchFamily="34" charset="0"/>
                <a:ea typeface="Aptos" pitchFamily="34" charset="-122"/>
                <a:cs typeface="Aptos" pitchFamily="34" charset="-120"/>
              </a:rPr>
              <a:t>From scarce training capacity to practical AI literacy</a:t>
            </a:r>
            <a:endParaRPr lang="en-US" dirty="0"/>
          </a:p>
        </p:txBody>
      </p:sp>
      <p:sp>
        <p:nvSpPr>
          <p:cNvPr id="4" name="Shape 2"/>
          <p:cNvSpPr/>
          <p:nvPr/>
        </p:nvSpPr>
        <p:spPr>
          <a:xfrm>
            <a:off x="9144000" y="329184"/>
            <a:ext cx="2496312" cy="566928"/>
          </a:xfrm>
          <a:prstGeom prst="roundRect">
            <a:avLst/>
          </a:prstGeom>
          <a:solidFill>
            <a:srgbClr val="DFF2EA"/>
          </a:solidFill>
          <a:ln w="12700">
            <a:solidFill>
              <a:srgbClr val="9ACDBD"/>
            </a:solidFill>
            <a:prstDash val="solid"/>
          </a:ln>
        </p:spPr>
        <p:txBody>
          <a:bodyPr/>
          <a:lstStyle/>
          <a:p>
            <a:endParaRPr lang="en-GB"/>
          </a:p>
        </p:txBody>
      </p:sp>
      <p:sp>
        <p:nvSpPr>
          <p:cNvPr id="6" name="Text 4"/>
          <p:cNvSpPr/>
          <p:nvPr/>
        </p:nvSpPr>
        <p:spPr>
          <a:xfrm>
            <a:off x="9214337" y="434289"/>
            <a:ext cx="2295144" cy="347472"/>
          </a:xfrm>
          <a:prstGeom prst="rect">
            <a:avLst/>
          </a:prstGeom>
          <a:noFill/>
          <a:ln>
            <a:noFill/>
          </a:ln>
        </p:spPr>
        <p:txBody>
          <a:bodyPr wrap="square" lIns="0" tIns="0" rIns="0" bIns="0" rtlCol="0" anchor="ctr">
            <a:normAutofit/>
          </a:bodyPr>
          <a:lstStyle/>
          <a:p>
            <a:pPr marL="0" indent="0" algn="ctr">
              <a:lnSpc>
                <a:spcPct val="100000"/>
              </a:lnSpc>
              <a:spcBef>
                <a:spcPts val="0"/>
              </a:spcBef>
              <a:spcAft>
                <a:spcPts val="0"/>
              </a:spcAft>
              <a:buNone/>
            </a:pPr>
            <a:r>
              <a:rPr lang="en-US" sz="1150" b="1" i="0" dirty="0">
                <a:solidFill>
                  <a:srgbClr val="14352D"/>
                </a:solidFill>
                <a:latin typeface="Aptos" pitchFamily="34" charset="0"/>
                <a:ea typeface="Aptos" pitchFamily="34" charset="-122"/>
                <a:cs typeface="Aptos" pitchFamily="34" charset="-120"/>
              </a:rPr>
              <a:t>People, Skills &amp; Ways of Working</a:t>
            </a:r>
            <a:endParaRPr lang="en-US" sz="710" dirty="0"/>
          </a:p>
        </p:txBody>
      </p:sp>
      <p:sp>
        <p:nvSpPr>
          <p:cNvPr id="7" name="Shape 5"/>
          <p:cNvSpPr/>
          <p:nvPr/>
        </p:nvSpPr>
        <p:spPr>
          <a:xfrm>
            <a:off x="548640" y="1234440"/>
            <a:ext cx="3547872" cy="1060704"/>
          </a:xfrm>
          <a:prstGeom prst="roundRect">
            <a:avLst>
              <a:gd name="adj" fmla="val 5769"/>
            </a:avLst>
          </a:prstGeom>
          <a:solidFill>
            <a:srgbClr val="EAF4F0"/>
          </a:solidFill>
          <a:ln w="10160">
            <a:solidFill>
              <a:srgbClr val="C8D8D2"/>
            </a:solidFill>
            <a:prstDash val="solid"/>
          </a:ln>
        </p:spPr>
        <p:txBody>
          <a:bodyPr/>
          <a:lstStyle/>
          <a:p>
            <a:endParaRPr lang="en-GB"/>
          </a:p>
        </p:txBody>
      </p:sp>
      <p:sp>
        <p:nvSpPr>
          <p:cNvPr id="8" name="Shape 6"/>
          <p:cNvSpPr/>
          <p:nvPr/>
        </p:nvSpPr>
        <p:spPr>
          <a:xfrm>
            <a:off x="713232"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9" name="Text 7"/>
          <p:cNvSpPr/>
          <p:nvPr/>
        </p:nvSpPr>
        <p:spPr>
          <a:xfrm>
            <a:off x="713232" y="1440180"/>
            <a:ext cx="310896" cy="128016"/>
          </a:xfrm>
          <a:prstGeom prst="rect">
            <a:avLst/>
          </a:prstGeom>
          <a:noFill/>
          <a:ln>
            <a:noFill/>
          </a:ln>
        </p:spPr>
        <p:txBody>
          <a:bodyPr wrap="square" lIns="0" tIns="0" rIns="0" bIns="0" rtlCol="0" anchor="ctr">
            <a:normAutofit lnSpcReduction="10000"/>
          </a:bodyPr>
          <a:lstStyle/>
          <a:p>
            <a:pPr marL="0" indent="0" algn="ctr">
              <a:lnSpc>
                <a:spcPct val="100000"/>
              </a:lnSpc>
              <a:spcBef>
                <a:spcPts val="0"/>
              </a:spcBef>
              <a:spcAft>
                <a:spcPts val="0"/>
              </a:spcAft>
              <a:buNone/>
            </a:pPr>
            <a:r>
              <a:rPr lang="en-US" sz="900" b="1" i="0">
                <a:solidFill>
                  <a:srgbClr val="FFFFFF"/>
                </a:solidFill>
                <a:latin typeface="Aptos" pitchFamily="34" charset="0"/>
                <a:ea typeface="Aptos" pitchFamily="34" charset="-122"/>
                <a:cs typeface="Aptos" pitchFamily="34" charset="-120"/>
              </a:rPr>
              <a:t>2</a:t>
            </a:r>
            <a:endParaRPr lang="en-US" sz="700"/>
          </a:p>
        </p:txBody>
      </p:sp>
      <p:sp>
        <p:nvSpPr>
          <p:cNvPr id="10" name="Text 8"/>
          <p:cNvSpPr/>
          <p:nvPr/>
        </p:nvSpPr>
        <p:spPr>
          <a:xfrm>
            <a:off x="1115568" y="1380744"/>
            <a:ext cx="2798064" cy="228600"/>
          </a:xfrm>
          <a:prstGeom prst="rect">
            <a:avLst/>
          </a:prstGeom>
          <a:noFill/>
          <a:ln>
            <a:noFill/>
          </a:ln>
        </p:spPr>
        <p:txBody>
          <a:bodyPr wrap="square" lIns="0" tIns="0" rIns="0" bIns="0" rtlCol="0" anchor="ctr">
            <a:normAutofit/>
          </a:bodyPr>
          <a:lstStyle/>
          <a:p>
            <a:pPr marL="0" indent="0" algn="l">
              <a:lnSpc>
                <a:spcPct val="100000"/>
              </a:lnSpc>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Challenge / opportunity</a:t>
            </a:r>
            <a:endParaRPr lang="en-US" sz="930"/>
          </a:p>
        </p:txBody>
      </p:sp>
      <p:sp>
        <p:nvSpPr>
          <p:cNvPr id="11" name="Text 9"/>
          <p:cNvSpPr/>
          <p:nvPr/>
        </p:nvSpPr>
        <p:spPr>
          <a:xfrm>
            <a:off x="731520" y="1719072"/>
            <a:ext cx="3182112" cy="420624"/>
          </a:xfrm>
          <a:prstGeom prst="rect">
            <a:avLst/>
          </a:prstGeom>
          <a:noFill/>
          <a:ln>
            <a:noFill/>
          </a:ln>
        </p:spPr>
        <p:txBody>
          <a:bodyPr wrap="square" lIns="0" tIns="0" rIns="0" bIns="0" rtlCol="0" anchor="ctr">
            <a:normAutofit lnSpcReduction="10000"/>
          </a:bodyPr>
          <a:lstStyle/>
          <a:p>
            <a:pPr marL="0" indent="0" algn="l">
              <a:lnSpc>
                <a:spcPct val="100000"/>
              </a:lnSpc>
              <a:spcBef>
                <a:spcPts val="0"/>
              </a:spcBef>
              <a:spcAft>
                <a:spcPts val="0"/>
              </a:spcAft>
              <a:buNone/>
            </a:pPr>
            <a:r>
              <a:rPr lang="en-US" sz="1019" b="0" i="0">
                <a:solidFill>
                  <a:srgbClr val="344A44"/>
                </a:solidFill>
                <a:latin typeface="Aptos" pitchFamily="34" charset="0"/>
                <a:ea typeface="Aptos" pitchFamily="34" charset="-122"/>
                <a:cs typeface="Aptos" pitchFamily="34" charset="-120"/>
              </a:rPr>
              <a:t>AI literacy is mandatory, but central training capacity is scarce and not tailored to environmental work. Staff need fast, practical learning linked to their own tasks.</a:t>
            </a:r>
            <a:endParaRPr lang="en-US" sz="770"/>
          </a:p>
        </p:txBody>
      </p:sp>
      <p:sp>
        <p:nvSpPr>
          <p:cNvPr id="12" name="Shape 10"/>
          <p:cNvSpPr/>
          <p:nvPr/>
        </p:nvSpPr>
        <p:spPr>
          <a:xfrm>
            <a:off x="4315968" y="1234440"/>
            <a:ext cx="3547872" cy="1060704"/>
          </a:xfrm>
          <a:prstGeom prst="roundRect">
            <a:avLst>
              <a:gd name="adj" fmla="val 5769"/>
            </a:avLst>
          </a:prstGeom>
          <a:solidFill>
            <a:srgbClr val="EAF4F0"/>
          </a:solidFill>
          <a:ln w="10160">
            <a:solidFill>
              <a:srgbClr val="C8D8D2"/>
            </a:solidFill>
            <a:prstDash val="solid"/>
          </a:ln>
        </p:spPr>
        <p:txBody>
          <a:bodyPr/>
          <a:lstStyle/>
          <a:p>
            <a:endParaRPr lang="en-GB"/>
          </a:p>
        </p:txBody>
      </p:sp>
      <p:sp>
        <p:nvSpPr>
          <p:cNvPr id="13" name="Shape 11"/>
          <p:cNvSpPr/>
          <p:nvPr/>
        </p:nvSpPr>
        <p:spPr>
          <a:xfrm>
            <a:off x="4480560"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14" name="Text 12"/>
          <p:cNvSpPr/>
          <p:nvPr/>
        </p:nvSpPr>
        <p:spPr>
          <a:xfrm>
            <a:off x="4480560" y="1440180"/>
            <a:ext cx="310896" cy="128016"/>
          </a:xfrm>
          <a:prstGeom prst="rect">
            <a:avLst/>
          </a:prstGeom>
          <a:noFill/>
          <a:ln>
            <a:noFill/>
          </a:ln>
        </p:spPr>
        <p:txBody>
          <a:bodyPr wrap="square" lIns="0" tIns="0" rIns="0" bIns="0" rtlCol="0" anchor="ctr">
            <a:normAutofit lnSpcReduction="10000"/>
          </a:bodyPr>
          <a:lstStyle/>
          <a:p>
            <a:pPr marL="0" indent="0" algn="ctr">
              <a:lnSpc>
                <a:spcPct val="100000"/>
              </a:lnSpc>
              <a:spcBef>
                <a:spcPts val="0"/>
              </a:spcBef>
              <a:spcAft>
                <a:spcPts val="0"/>
              </a:spcAft>
              <a:buNone/>
            </a:pPr>
            <a:r>
              <a:rPr lang="en-US" sz="900" b="1" i="0">
                <a:solidFill>
                  <a:srgbClr val="FFFFFF"/>
                </a:solidFill>
                <a:latin typeface="Aptos" pitchFamily="34" charset="0"/>
                <a:ea typeface="Aptos" pitchFamily="34" charset="-122"/>
                <a:cs typeface="Aptos" pitchFamily="34" charset="-120"/>
              </a:rPr>
              <a:t>3</a:t>
            </a:r>
            <a:endParaRPr lang="en-US" sz="700"/>
          </a:p>
        </p:txBody>
      </p:sp>
      <p:sp>
        <p:nvSpPr>
          <p:cNvPr id="15" name="Text 13"/>
          <p:cNvSpPr/>
          <p:nvPr/>
        </p:nvSpPr>
        <p:spPr>
          <a:xfrm>
            <a:off x="4882896" y="1380744"/>
            <a:ext cx="2798064" cy="228600"/>
          </a:xfrm>
          <a:prstGeom prst="rect">
            <a:avLst/>
          </a:prstGeom>
          <a:noFill/>
          <a:ln>
            <a:noFill/>
          </a:ln>
        </p:spPr>
        <p:txBody>
          <a:bodyPr wrap="square" lIns="0" tIns="0" rIns="0" bIns="0" rtlCol="0" anchor="ctr">
            <a:normAutofit/>
          </a:bodyPr>
          <a:lstStyle/>
          <a:p>
            <a:pPr marL="0" indent="0" algn="l">
              <a:lnSpc>
                <a:spcPct val="100000"/>
              </a:lnSpc>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Proposed use of AI</a:t>
            </a:r>
            <a:endParaRPr lang="en-US" sz="930"/>
          </a:p>
        </p:txBody>
      </p:sp>
      <p:sp>
        <p:nvSpPr>
          <p:cNvPr id="16" name="Text 14"/>
          <p:cNvSpPr/>
          <p:nvPr/>
        </p:nvSpPr>
        <p:spPr>
          <a:xfrm>
            <a:off x="4498848" y="1719072"/>
            <a:ext cx="3182112" cy="420624"/>
          </a:xfrm>
          <a:prstGeom prst="rect">
            <a:avLst/>
          </a:prstGeom>
          <a:noFill/>
          <a:ln>
            <a:noFill/>
          </a:ln>
        </p:spPr>
        <p:txBody>
          <a:bodyPr wrap="square" lIns="0" tIns="0" rIns="0" bIns="0" rtlCol="0" anchor="ctr">
            <a:normAutofit lnSpcReduction="10000"/>
          </a:bodyPr>
          <a:lstStyle/>
          <a:p>
            <a:pPr marL="0" indent="0" algn="l">
              <a:lnSpc>
                <a:spcPct val="100000"/>
              </a:lnSpc>
              <a:spcBef>
                <a:spcPts val="0"/>
              </a:spcBef>
              <a:spcAft>
                <a:spcPts val="0"/>
              </a:spcAft>
              <a:buNone/>
            </a:pPr>
            <a:r>
              <a:rPr lang="en-US" sz="1019" b="0" i="0">
                <a:solidFill>
                  <a:srgbClr val="344A44"/>
                </a:solidFill>
                <a:latin typeface="Aptos" pitchFamily="34" charset="0"/>
                <a:ea typeface="Aptos" pitchFamily="34" charset="-122"/>
                <a:cs typeface="Aptos" pitchFamily="34" charset="-120"/>
              </a:rPr>
              <a:t>An in-house programme enables AI use through four pillars: fundamentals, responsible AI, working culture and methods, and practical application.</a:t>
            </a:r>
            <a:endParaRPr lang="en-US" sz="770"/>
          </a:p>
        </p:txBody>
      </p:sp>
      <p:sp>
        <p:nvSpPr>
          <p:cNvPr id="17" name="Shape 15"/>
          <p:cNvSpPr/>
          <p:nvPr/>
        </p:nvSpPr>
        <p:spPr>
          <a:xfrm>
            <a:off x="8083296" y="1234440"/>
            <a:ext cx="3547872" cy="1060704"/>
          </a:xfrm>
          <a:prstGeom prst="roundRect">
            <a:avLst>
              <a:gd name="adj" fmla="val 5769"/>
            </a:avLst>
          </a:prstGeom>
          <a:solidFill>
            <a:srgbClr val="EAF4F0"/>
          </a:solidFill>
          <a:ln w="10160">
            <a:solidFill>
              <a:srgbClr val="C8D8D2"/>
            </a:solidFill>
            <a:prstDash val="solid"/>
          </a:ln>
        </p:spPr>
        <p:txBody>
          <a:bodyPr/>
          <a:lstStyle/>
          <a:p>
            <a:endParaRPr lang="en-GB"/>
          </a:p>
        </p:txBody>
      </p:sp>
      <p:sp>
        <p:nvSpPr>
          <p:cNvPr id="18" name="Shape 16"/>
          <p:cNvSpPr/>
          <p:nvPr/>
        </p:nvSpPr>
        <p:spPr>
          <a:xfrm>
            <a:off x="8247888"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19" name="Text 17"/>
          <p:cNvSpPr/>
          <p:nvPr/>
        </p:nvSpPr>
        <p:spPr>
          <a:xfrm>
            <a:off x="8247888" y="1440180"/>
            <a:ext cx="310896" cy="128016"/>
          </a:xfrm>
          <a:prstGeom prst="rect">
            <a:avLst/>
          </a:prstGeom>
          <a:noFill/>
          <a:ln>
            <a:noFill/>
          </a:ln>
        </p:spPr>
        <p:txBody>
          <a:bodyPr wrap="square" lIns="0" tIns="0" rIns="0" bIns="0" rtlCol="0" anchor="ctr">
            <a:normAutofit lnSpcReduction="10000"/>
          </a:bodyPr>
          <a:lstStyle/>
          <a:p>
            <a:pPr marL="0" indent="0" algn="ctr">
              <a:lnSpc>
                <a:spcPct val="100000"/>
              </a:lnSpc>
              <a:spcBef>
                <a:spcPts val="0"/>
              </a:spcBef>
              <a:spcAft>
                <a:spcPts val="0"/>
              </a:spcAft>
              <a:buNone/>
            </a:pPr>
            <a:r>
              <a:rPr lang="en-US" sz="900" b="1" i="0">
                <a:solidFill>
                  <a:srgbClr val="FFFFFF"/>
                </a:solidFill>
                <a:latin typeface="Aptos" pitchFamily="34" charset="0"/>
                <a:ea typeface="Aptos" pitchFamily="34" charset="-122"/>
                <a:cs typeface="Aptos" pitchFamily="34" charset="-120"/>
              </a:rPr>
              <a:t>4</a:t>
            </a:r>
            <a:endParaRPr lang="en-US" sz="700"/>
          </a:p>
        </p:txBody>
      </p:sp>
      <p:sp>
        <p:nvSpPr>
          <p:cNvPr id="20" name="Text 18"/>
          <p:cNvSpPr/>
          <p:nvPr/>
        </p:nvSpPr>
        <p:spPr>
          <a:xfrm>
            <a:off x="8650224" y="1380744"/>
            <a:ext cx="2798064" cy="228600"/>
          </a:xfrm>
          <a:prstGeom prst="rect">
            <a:avLst/>
          </a:prstGeom>
          <a:noFill/>
          <a:ln>
            <a:noFill/>
          </a:ln>
        </p:spPr>
        <p:txBody>
          <a:bodyPr wrap="square" lIns="0" tIns="0" rIns="0" bIns="0" rtlCol="0" anchor="ctr">
            <a:normAutofit/>
          </a:bodyPr>
          <a:lstStyle/>
          <a:p>
            <a:pPr marL="0" indent="0" algn="l">
              <a:lnSpc>
                <a:spcPct val="100000"/>
              </a:lnSpc>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Scope</a:t>
            </a:r>
            <a:endParaRPr lang="en-US" sz="930"/>
          </a:p>
        </p:txBody>
      </p:sp>
      <p:sp>
        <p:nvSpPr>
          <p:cNvPr id="21" name="Text 19"/>
          <p:cNvSpPr/>
          <p:nvPr/>
        </p:nvSpPr>
        <p:spPr>
          <a:xfrm>
            <a:off x="8266176" y="1719072"/>
            <a:ext cx="3182112" cy="420624"/>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Portfolio staff; virtual and in-person sessions, an internal catalogue, curated external offers and expert-led sessions. No broad certification or specialist model training.</a:t>
            </a:r>
            <a:endParaRPr lang="en-US" sz="1000" dirty="0"/>
          </a:p>
        </p:txBody>
      </p:sp>
      <p:sp>
        <p:nvSpPr>
          <p:cNvPr id="22" name="Shape 20"/>
          <p:cNvSpPr/>
          <p:nvPr/>
        </p:nvSpPr>
        <p:spPr>
          <a:xfrm>
            <a:off x="548640" y="2487168"/>
            <a:ext cx="3547872" cy="1060704"/>
          </a:xfrm>
          <a:prstGeom prst="roundRect">
            <a:avLst>
              <a:gd name="adj" fmla="val 5769"/>
            </a:avLst>
          </a:prstGeom>
          <a:solidFill>
            <a:srgbClr val="EAF4F0"/>
          </a:solidFill>
          <a:ln w="10160">
            <a:solidFill>
              <a:srgbClr val="C8D8D2"/>
            </a:solidFill>
            <a:prstDash val="solid"/>
          </a:ln>
        </p:spPr>
        <p:txBody>
          <a:bodyPr/>
          <a:lstStyle/>
          <a:p>
            <a:endParaRPr lang="en-GB"/>
          </a:p>
        </p:txBody>
      </p:sp>
      <p:sp>
        <p:nvSpPr>
          <p:cNvPr id="23" name="Shape 21"/>
          <p:cNvSpPr/>
          <p:nvPr/>
        </p:nvSpPr>
        <p:spPr>
          <a:xfrm>
            <a:off x="713232"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24" name="Text 22"/>
          <p:cNvSpPr/>
          <p:nvPr/>
        </p:nvSpPr>
        <p:spPr>
          <a:xfrm>
            <a:off x="713232" y="2692908"/>
            <a:ext cx="310896" cy="128016"/>
          </a:xfrm>
          <a:prstGeom prst="rect">
            <a:avLst/>
          </a:prstGeom>
          <a:noFill/>
          <a:ln>
            <a:noFill/>
          </a:ln>
        </p:spPr>
        <p:txBody>
          <a:bodyPr wrap="square" lIns="0" tIns="0" rIns="0" bIns="0" rtlCol="0" anchor="ctr">
            <a:normAutofit lnSpcReduction="10000"/>
          </a:bodyPr>
          <a:lstStyle/>
          <a:p>
            <a:pPr marL="0" indent="0" algn="ctr">
              <a:lnSpc>
                <a:spcPct val="100000"/>
              </a:lnSpc>
              <a:spcBef>
                <a:spcPts val="0"/>
              </a:spcBef>
              <a:spcAft>
                <a:spcPts val="0"/>
              </a:spcAft>
              <a:buNone/>
            </a:pPr>
            <a:r>
              <a:rPr lang="en-US" sz="900" b="1" i="0">
                <a:solidFill>
                  <a:srgbClr val="FFFFFF"/>
                </a:solidFill>
                <a:latin typeface="Aptos" pitchFamily="34" charset="0"/>
                <a:ea typeface="Aptos" pitchFamily="34" charset="-122"/>
                <a:cs typeface="Aptos" pitchFamily="34" charset="-120"/>
              </a:rPr>
              <a:t>5</a:t>
            </a:r>
            <a:endParaRPr lang="en-US" sz="700"/>
          </a:p>
        </p:txBody>
      </p:sp>
      <p:sp>
        <p:nvSpPr>
          <p:cNvPr id="25" name="Text 23"/>
          <p:cNvSpPr/>
          <p:nvPr/>
        </p:nvSpPr>
        <p:spPr>
          <a:xfrm>
            <a:off x="1115568" y="2633472"/>
            <a:ext cx="2798064" cy="228600"/>
          </a:xfrm>
          <a:prstGeom prst="rect">
            <a:avLst/>
          </a:prstGeom>
          <a:noFill/>
          <a:ln>
            <a:noFill/>
          </a:ln>
        </p:spPr>
        <p:txBody>
          <a:bodyPr wrap="square" lIns="0" tIns="0" rIns="0" bIns="0" rtlCol="0" anchor="ctr">
            <a:normAutofit/>
          </a:bodyPr>
          <a:lstStyle/>
          <a:p>
            <a:pPr marL="0" indent="0" algn="l">
              <a:lnSpc>
                <a:spcPct val="100000"/>
              </a:lnSpc>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Expected outcome</a:t>
            </a:r>
            <a:endParaRPr lang="en-US" sz="930"/>
          </a:p>
        </p:txBody>
      </p:sp>
      <p:sp>
        <p:nvSpPr>
          <p:cNvPr id="26" name="Text 24"/>
          <p:cNvSpPr/>
          <p:nvPr/>
        </p:nvSpPr>
        <p:spPr>
          <a:xfrm>
            <a:off x="731520" y="2971800"/>
            <a:ext cx="3182112" cy="420624"/>
          </a:xfrm>
          <a:prstGeom prst="rect">
            <a:avLst/>
          </a:prstGeom>
          <a:noFill/>
          <a:ln>
            <a:noFill/>
          </a:ln>
        </p:spPr>
        <p:txBody>
          <a:bodyPr wrap="square" lIns="0" tIns="0" rIns="0" bIns="0" rtlCol="0" anchor="ctr">
            <a:normAutofit lnSpcReduction="10000"/>
          </a:bodyPr>
          <a:lstStyle/>
          <a:p>
            <a:pPr marL="0" indent="0" algn="l">
              <a:lnSpc>
                <a:spcPct val="100000"/>
              </a:lnSpc>
              <a:spcBef>
                <a:spcPts val="0"/>
              </a:spcBef>
              <a:spcAft>
                <a:spcPts val="0"/>
              </a:spcAft>
              <a:buNone/>
            </a:pPr>
            <a:r>
              <a:rPr lang="en-US" sz="1019" b="0" i="0">
                <a:solidFill>
                  <a:srgbClr val="344A44"/>
                </a:solidFill>
                <a:latin typeface="Aptos" pitchFamily="34" charset="0"/>
                <a:ea typeface="Aptos" pitchFamily="34" charset="-122"/>
                <a:cs typeface="Aptos" pitchFamily="34" charset="-120"/>
              </a:rPr>
              <a:t>Staff build AI literacy without waiting for scarce external capacity and apply AI methods to environmental and administrative tasks.</a:t>
            </a:r>
            <a:endParaRPr lang="en-US" sz="770"/>
          </a:p>
        </p:txBody>
      </p:sp>
      <p:sp>
        <p:nvSpPr>
          <p:cNvPr id="27" name="Shape 25"/>
          <p:cNvSpPr/>
          <p:nvPr/>
        </p:nvSpPr>
        <p:spPr>
          <a:xfrm>
            <a:off x="4315968" y="2487168"/>
            <a:ext cx="3547872" cy="1060704"/>
          </a:xfrm>
          <a:prstGeom prst="roundRect">
            <a:avLst>
              <a:gd name="adj" fmla="val 5769"/>
            </a:avLst>
          </a:prstGeom>
          <a:solidFill>
            <a:srgbClr val="EAF4F0"/>
          </a:solidFill>
          <a:ln w="10160">
            <a:solidFill>
              <a:srgbClr val="C8D8D2"/>
            </a:solidFill>
            <a:prstDash val="solid"/>
          </a:ln>
        </p:spPr>
        <p:txBody>
          <a:bodyPr/>
          <a:lstStyle/>
          <a:p>
            <a:endParaRPr lang="en-GB"/>
          </a:p>
        </p:txBody>
      </p:sp>
      <p:sp>
        <p:nvSpPr>
          <p:cNvPr id="28" name="Shape 26"/>
          <p:cNvSpPr/>
          <p:nvPr/>
        </p:nvSpPr>
        <p:spPr>
          <a:xfrm>
            <a:off x="4480560"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29" name="Text 27"/>
          <p:cNvSpPr/>
          <p:nvPr/>
        </p:nvSpPr>
        <p:spPr>
          <a:xfrm>
            <a:off x="4480560" y="2692908"/>
            <a:ext cx="310896" cy="128016"/>
          </a:xfrm>
          <a:prstGeom prst="rect">
            <a:avLst/>
          </a:prstGeom>
          <a:noFill/>
          <a:ln>
            <a:noFill/>
          </a:ln>
        </p:spPr>
        <p:txBody>
          <a:bodyPr wrap="square" lIns="0" tIns="0" rIns="0" bIns="0" rtlCol="0" anchor="ctr">
            <a:normAutofit lnSpcReduction="10000"/>
          </a:bodyPr>
          <a:lstStyle/>
          <a:p>
            <a:pPr marL="0" indent="0" algn="ctr">
              <a:lnSpc>
                <a:spcPct val="100000"/>
              </a:lnSpc>
              <a:spcBef>
                <a:spcPts val="0"/>
              </a:spcBef>
              <a:spcAft>
                <a:spcPts val="0"/>
              </a:spcAft>
              <a:buNone/>
            </a:pPr>
            <a:r>
              <a:rPr lang="en-US" sz="900" b="1" i="0">
                <a:solidFill>
                  <a:srgbClr val="FFFFFF"/>
                </a:solidFill>
                <a:latin typeface="Aptos" pitchFamily="34" charset="0"/>
                <a:ea typeface="Aptos" pitchFamily="34" charset="-122"/>
                <a:cs typeface="Aptos" pitchFamily="34" charset="-120"/>
              </a:rPr>
              <a:t>6</a:t>
            </a:r>
            <a:endParaRPr lang="en-US" sz="700"/>
          </a:p>
        </p:txBody>
      </p:sp>
      <p:sp>
        <p:nvSpPr>
          <p:cNvPr id="30" name="Text 28"/>
          <p:cNvSpPr/>
          <p:nvPr/>
        </p:nvSpPr>
        <p:spPr>
          <a:xfrm>
            <a:off x="4882896" y="2633472"/>
            <a:ext cx="2798064" cy="228600"/>
          </a:xfrm>
          <a:prstGeom prst="rect">
            <a:avLst/>
          </a:prstGeom>
          <a:noFill/>
          <a:ln>
            <a:noFill/>
          </a:ln>
        </p:spPr>
        <p:txBody>
          <a:bodyPr wrap="square" lIns="0" tIns="0" rIns="0" bIns="0" rtlCol="0" anchor="ctr">
            <a:normAutofit/>
          </a:bodyPr>
          <a:lstStyle/>
          <a:p>
            <a:pPr marL="0" indent="0" algn="l">
              <a:lnSpc>
                <a:spcPct val="100000"/>
              </a:lnSpc>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Environmental + digital contribution</a:t>
            </a:r>
            <a:endParaRPr lang="en-US" sz="930"/>
          </a:p>
        </p:txBody>
      </p:sp>
      <p:sp>
        <p:nvSpPr>
          <p:cNvPr id="31" name="Text 29"/>
          <p:cNvSpPr/>
          <p:nvPr/>
        </p:nvSpPr>
        <p:spPr>
          <a:xfrm>
            <a:off x="4498848" y="2971800"/>
            <a:ext cx="3182112" cy="420624"/>
          </a:xfrm>
          <a:prstGeom prst="rect">
            <a:avLst/>
          </a:prstGeom>
          <a:noFill/>
          <a:ln>
            <a:noFill/>
          </a:ln>
        </p:spPr>
        <p:txBody>
          <a:bodyPr wrap="square" lIns="0" tIns="0" rIns="0" bIns="0" rtlCol="0" anchor="ctr">
            <a:normAutofit lnSpcReduction="10000"/>
          </a:bodyPr>
          <a:lstStyle/>
          <a:p>
            <a:pPr marL="0" indent="0" algn="l">
              <a:lnSpc>
                <a:spcPct val="100000"/>
              </a:lnSpc>
              <a:spcBef>
                <a:spcPts val="0"/>
              </a:spcBef>
              <a:spcAft>
                <a:spcPts val="0"/>
              </a:spcAft>
              <a:buNone/>
            </a:pPr>
            <a:r>
              <a:rPr lang="en-US" sz="1019" b="0" i="0">
                <a:solidFill>
                  <a:srgbClr val="344A44"/>
                </a:solidFill>
                <a:latin typeface="Aptos" pitchFamily="34" charset="0"/>
                <a:ea typeface="Aptos" pitchFamily="34" charset="-122"/>
                <a:cs typeface="Aptos" pitchFamily="34" charset="-120"/>
              </a:rPr>
              <a:t>Builds AI capability where environmental expertise sits, supports evidence work and meets AI Act literacy needs with responsible-AI skills embedded.</a:t>
            </a:r>
            <a:endParaRPr lang="en-US" sz="770"/>
          </a:p>
        </p:txBody>
      </p:sp>
      <p:sp>
        <p:nvSpPr>
          <p:cNvPr id="32" name="Shape 30"/>
          <p:cNvSpPr/>
          <p:nvPr/>
        </p:nvSpPr>
        <p:spPr>
          <a:xfrm>
            <a:off x="8083296" y="2487168"/>
            <a:ext cx="3547872" cy="1060704"/>
          </a:xfrm>
          <a:prstGeom prst="roundRect">
            <a:avLst>
              <a:gd name="adj" fmla="val 5769"/>
            </a:avLst>
          </a:prstGeom>
          <a:solidFill>
            <a:srgbClr val="EAF4F0"/>
          </a:solidFill>
          <a:ln w="10160">
            <a:solidFill>
              <a:srgbClr val="C8D8D2"/>
            </a:solidFill>
            <a:prstDash val="solid"/>
          </a:ln>
        </p:spPr>
        <p:txBody>
          <a:bodyPr/>
          <a:lstStyle/>
          <a:p>
            <a:endParaRPr lang="en-GB"/>
          </a:p>
        </p:txBody>
      </p:sp>
      <p:sp>
        <p:nvSpPr>
          <p:cNvPr id="33" name="Shape 31"/>
          <p:cNvSpPr/>
          <p:nvPr/>
        </p:nvSpPr>
        <p:spPr>
          <a:xfrm>
            <a:off x="8247888"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34" name="Text 32"/>
          <p:cNvSpPr/>
          <p:nvPr/>
        </p:nvSpPr>
        <p:spPr>
          <a:xfrm>
            <a:off x="8247888" y="2692908"/>
            <a:ext cx="310896" cy="128016"/>
          </a:xfrm>
          <a:prstGeom prst="rect">
            <a:avLst/>
          </a:prstGeom>
          <a:noFill/>
          <a:ln>
            <a:noFill/>
          </a:ln>
        </p:spPr>
        <p:txBody>
          <a:bodyPr wrap="square" lIns="0" tIns="0" rIns="0" bIns="0" rtlCol="0" anchor="ctr">
            <a:normAutofit lnSpcReduction="10000"/>
          </a:bodyPr>
          <a:lstStyle/>
          <a:p>
            <a:pPr marL="0" indent="0" algn="ctr">
              <a:lnSpc>
                <a:spcPct val="100000"/>
              </a:lnSpc>
              <a:spcBef>
                <a:spcPts val="0"/>
              </a:spcBef>
              <a:spcAft>
                <a:spcPts val="0"/>
              </a:spcAft>
              <a:buNone/>
            </a:pPr>
            <a:r>
              <a:rPr lang="en-US" sz="900" b="1" i="0">
                <a:solidFill>
                  <a:srgbClr val="FFFFFF"/>
                </a:solidFill>
                <a:latin typeface="Aptos" pitchFamily="34" charset="0"/>
                <a:ea typeface="Aptos" pitchFamily="34" charset="-122"/>
                <a:cs typeface="Aptos" pitchFamily="34" charset="-120"/>
              </a:rPr>
              <a:t>7</a:t>
            </a:r>
            <a:endParaRPr lang="en-US" sz="700"/>
          </a:p>
        </p:txBody>
      </p:sp>
      <p:sp>
        <p:nvSpPr>
          <p:cNvPr id="35" name="Text 33"/>
          <p:cNvSpPr/>
          <p:nvPr/>
        </p:nvSpPr>
        <p:spPr>
          <a:xfrm>
            <a:off x="8650224" y="2633472"/>
            <a:ext cx="2798064" cy="228600"/>
          </a:xfrm>
          <a:prstGeom prst="rect">
            <a:avLst/>
          </a:prstGeom>
          <a:noFill/>
          <a:ln>
            <a:noFill/>
          </a:ln>
        </p:spPr>
        <p:txBody>
          <a:bodyPr wrap="square" lIns="0" tIns="0" rIns="0" bIns="0" rtlCol="0" anchor="ctr">
            <a:normAutofit/>
          </a:bodyPr>
          <a:lstStyle/>
          <a:p>
            <a:pPr marL="0" indent="0" algn="l">
              <a:lnSpc>
                <a:spcPct val="100000"/>
              </a:lnSpc>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Key conditions</a:t>
            </a:r>
            <a:endParaRPr lang="en-US" sz="930"/>
          </a:p>
        </p:txBody>
      </p:sp>
      <p:sp>
        <p:nvSpPr>
          <p:cNvPr id="36" name="Text 34"/>
          <p:cNvSpPr/>
          <p:nvPr/>
        </p:nvSpPr>
        <p:spPr>
          <a:xfrm>
            <a:off x="8266176" y="2971800"/>
            <a:ext cx="3182112" cy="420624"/>
          </a:xfrm>
          <a:prstGeom prst="rect">
            <a:avLst/>
          </a:prstGeom>
          <a:noFill/>
          <a:ln>
            <a:noFill/>
          </a:ln>
        </p:spPr>
        <p:txBody>
          <a:bodyPr wrap="square" lIns="0" tIns="0" rIns="0" bIns="0" rtlCol="0" anchor="ctr">
            <a:normAutofit lnSpcReduction="10000"/>
          </a:bodyPr>
          <a:lstStyle/>
          <a:p>
            <a:pPr marL="0" indent="0" algn="l">
              <a:lnSpc>
                <a:spcPct val="100000"/>
              </a:lnSpc>
              <a:spcBef>
                <a:spcPts val="0"/>
              </a:spcBef>
              <a:spcAft>
                <a:spcPts val="0"/>
              </a:spcAft>
              <a:buNone/>
            </a:pPr>
            <a:r>
              <a:rPr lang="en-US" sz="1019" b="0" i="0">
                <a:solidFill>
                  <a:srgbClr val="344A44"/>
                </a:solidFill>
                <a:latin typeface="Aptos" pitchFamily="34" charset="0"/>
                <a:ea typeface="Aptos" pitchFamily="34" charset="-122"/>
                <a:cs typeface="Aptos" pitchFamily="34" charset="-120"/>
              </a:rPr>
              <a:t>Small-team delivery, volunteer experts, verification of AI-assisted search, restricted platform access, limited impact measurement and careful scaling.</a:t>
            </a:r>
            <a:endParaRPr lang="en-US" sz="770"/>
          </a:p>
        </p:txBody>
      </p:sp>
      <p:sp>
        <p:nvSpPr>
          <p:cNvPr id="37" name="Shape 35"/>
          <p:cNvSpPr/>
          <p:nvPr/>
        </p:nvSpPr>
        <p:spPr>
          <a:xfrm>
            <a:off x="548640" y="3822192"/>
            <a:ext cx="11082528" cy="2331720"/>
          </a:xfrm>
          <a:prstGeom prst="roundRect">
            <a:avLst>
              <a:gd name="adj" fmla="val 3739"/>
            </a:avLst>
          </a:prstGeom>
          <a:solidFill>
            <a:srgbClr val="14352D"/>
          </a:solidFill>
          <a:ln w="12700">
            <a:solidFill>
              <a:srgbClr val="14352D"/>
            </a:solidFill>
            <a:prstDash val="solid"/>
          </a:ln>
        </p:spPr>
        <p:txBody>
          <a:bodyPr/>
          <a:lstStyle/>
          <a:p>
            <a:endParaRPr lang="en-GB"/>
          </a:p>
        </p:txBody>
      </p:sp>
      <p:sp>
        <p:nvSpPr>
          <p:cNvPr id="38" name="Text 36"/>
          <p:cNvSpPr/>
          <p:nvPr/>
        </p:nvSpPr>
        <p:spPr>
          <a:xfrm>
            <a:off x="822960" y="4096512"/>
            <a:ext cx="2057400" cy="201168"/>
          </a:xfrm>
          <a:prstGeom prst="rect">
            <a:avLst/>
          </a:prstGeom>
          <a:noFill/>
          <a:ln>
            <a:noFill/>
          </a:ln>
        </p:spPr>
        <p:txBody>
          <a:bodyPr wrap="square" lIns="0" tIns="0" rIns="0" bIns="0" rtlCol="0" anchor="ctr">
            <a:normAutofit/>
          </a:bodyPr>
          <a:lstStyle/>
          <a:p>
            <a:pPr marL="0" indent="0" algn="l">
              <a:lnSpc>
                <a:spcPct val="100000"/>
              </a:lnSpc>
              <a:spcBef>
                <a:spcPts val="0"/>
              </a:spcBef>
              <a:spcAft>
                <a:spcPts val="0"/>
              </a:spcAft>
              <a:buNone/>
            </a:pPr>
            <a:r>
              <a:rPr lang="en-US" sz="1000" b="1" i="0" kern="0" spc="115">
                <a:solidFill>
                  <a:srgbClr val="8ED3BE"/>
                </a:solidFill>
                <a:latin typeface="Aptos" pitchFamily="34" charset="0"/>
                <a:ea typeface="Aptos" pitchFamily="34" charset="-122"/>
                <a:cs typeface="Aptos" pitchFamily="34" charset="-120"/>
              </a:rPr>
              <a:t>MAIN TAKEAWAYS</a:t>
            </a:r>
            <a:endParaRPr lang="en-US" sz="680"/>
          </a:p>
        </p:txBody>
      </p:sp>
      <p:sp>
        <p:nvSpPr>
          <p:cNvPr id="39" name="Text 37"/>
          <p:cNvSpPr/>
          <p:nvPr/>
        </p:nvSpPr>
        <p:spPr>
          <a:xfrm>
            <a:off x="822960" y="4379976"/>
            <a:ext cx="2971800" cy="612648"/>
          </a:xfrm>
          <a:prstGeom prst="rect">
            <a:avLst/>
          </a:prstGeom>
          <a:noFill/>
          <a:ln>
            <a:noFill/>
          </a:ln>
        </p:spPr>
        <p:txBody>
          <a:bodyPr wrap="square" lIns="0" tIns="0" rIns="0" bIns="0" rtlCol="0" anchor="ctr">
            <a:normAutofit/>
          </a:bodyPr>
          <a:lstStyle/>
          <a:p>
            <a:pPr marL="0" indent="0" algn="l">
              <a:lnSpc>
                <a:spcPct val="100000"/>
              </a:lnSpc>
              <a:spcBef>
                <a:spcPts val="0"/>
              </a:spcBef>
              <a:spcAft>
                <a:spcPts val="0"/>
              </a:spcAft>
              <a:buNone/>
            </a:pPr>
            <a:r>
              <a:rPr lang="en-US" sz="1750" b="1" i="0">
                <a:solidFill>
                  <a:srgbClr val="FFFFFF"/>
                </a:solidFill>
                <a:latin typeface="Aptos Display" pitchFamily="34" charset="0"/>
                <a:ea typeface="Aptos" pitchFamily="34" charset="-122"/>
                <a:cs typeface="Aptos" pitchFamily="34" charset="-120"/>
              </a:rPr>
              <a:t>AI literacy, built from within</a:t>
            </a:r>
            <a:endParaRPr lang="en-US" sz="1520"/>
          </a:p>
        </p:txBody>
      </p:sp>
      <p:sp>
        <p:nvSpPr>
          <p:cNvPr id="40" name="Text 38"/>
          <p:cNvSpPr/>
          <p:nvPr/>
        </p:nvSpPr>
        <p:spPr>
          <a:xfrm>
            <a:off x="822960" y="5093208"/>
            <a:ext cx="2880360" cy="566928"/>
          </a:xfrm>
          <a:prstGeom prst="rect">
            <a:avLst/>
          </a:prstGeom>
          <a:noFill/>
          <a:ln>
            <a:noFill/>
          </a:ln>
        </p:spPr>
        <p:txBody>
          <a:bodyPr wrap="square" lIns="0" tIns="0" rIns="0" bIns="0" rtlCol="0" anchor="ctr">
            <a:normAutofit fontScale="92500" lnSpcReduction="10000"/>
          </a:bodyPr>
          <a:lstStyle/>
          <a:p>
            <a:pPr marL="0" indent="0" algn="l">
              <a:lnSpc>
                <a:spcPct val="100000"/>
              </a:lnSpc>
              <a:spcBef>
                <a:spcPts val="0"/>
              </a:spcBef>
              <a:spcAft>
                <a:spcPts val="0"/>
              </a:spcAft>
              <a:buNone/>
            </a:pPr>
            <a:r>
              <a:rPr lang="en-US" sz="1100" b="0" i="0">
                <a:solidFill>
                  <a:srgbClr val="D7E5E0"/>
                </a:solidFill>
                <a:latin typeface="Aptos" pitchFamily="34" charset="0"/>
                <a:ea typeface="Aptos" pitchFamily="34" charset="-122"/>
                <a:cs typeface="Aptos" pitchFamily="34" charset="-120"/>
              </a:rPr>
              <a:t>SmartLab turns internal expertise into a practical learning system that builds responsible AI capability faster, closer to environmental work and with less dependence on procurement.</a:t>
            </a:r>
            <a:endParaRPr lang="en-US" sz="860"/>
          </a:p>
        </p:txBody>
      </p:sp>
      <p:sp>
        <p:nvSpPr>
          <p:cNvPr id="41" name="Text 39"/>
          <p:cNvSpPr/>
          <p:nvPr/>
        </p:nvSpPr>
        <p:spPr>
          <a:xfrm>
            <a:off x="4133088" y="4133088"/>
            <a:ext cx="384048" cy="201168"/>
          </a:xfrm>
          <a:prstGeom prst="rect">
            <a:avLst/>
          </a:prstGeom>
          <a:noFill/>
          <a:ln>
            <a:noFill/>
          </a:ln>
        </p:spPr>
        <p:txBody>
          <a:bodyPr wrap="square" lIns="0" tIns="0" rIns="0" bIns="0" rtlCol="0" anchor="ctr">
            <a:normAutofit/>
          </a:bodyPr>
          <a:lstStyle/>
          <a:p>
            <a:pPr marL="0" indent="0" algn="l">
              <a:lnSpc>
                <a:spcPct val="100000"/>
              </a:lnSpc>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01</a:t>
            </a:r>
            <a:endParaRPr lang="en-US" sz="680"/>
          </a:p>
        </p:txBody>
      </p:sp>
      <p:sp>
        <p:nvSpPr>
          <p:cNvPr id="42" name="Text 40"/>
          <p:cNvSpPr/>
          <p:nvPr/>
        </p:nvSpPr>
        <p:spPr>
          <a:xfrm>
            <a:off x="4133088" y="4462272"/>
            <a:ext cx="1572768" cy="292608"/>
          </a:xfrm>
          <a:prstGeom prst="rect">
            <a:avLst/>
          </a:prstGeom>
          <a:noFill/>
          <a:ln>
            <a:noFill/>
          </a:ln>
        </p:spPr>
        <p:txBody>
          <a:bodyPr wrap="square" lIns="0" tIns="0" rIns="0" bIns="0" rtlCol="0" anchor="ctr">
            <a:normAutofit/>
          </a:bodyPr>
          <a:lstStyle/>
          <a:p>
            <a:pPr marL="0" indent="0" algn="l">
              <a:lnSpc>
                <a:spcPct val="100000"/>
              </a:lnSpc>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Learn by doing</a:t>
            </a:r>
            <a:endParaRPr lang="en-US" sz="920"/>
          </a:p>
        </p:txBody>
      </p:sp>
      <p:sp>
        <p:nvSpPr>
          <p:cNvPr id="43" name="Text 41"/>
          <p:cNvSpPr/>
          <p:nvPr/>
        </p:nvSpPr>
        <p:spPr>
          <a:xfrm>
            <a:off x="4133088" y="4864608"/>
            <a:ext cx="1572768" cy="749808"/>
          </a:xfrm>
          <a:prstGeom prst="rect">
            <a:avLst/>
          </a:prstGeom>
          <a:noFill/>
          <a:ln>
            <a:noFill/>
          </a:ln>
        </p:spPr>
        <p:txBody>
          <a:bodyPr wrap="square" lIns="0" tIns="0" rIns="0" bIns="0" rtlCol="0" anchor="t">
            <a:normAutofit/>
          </a:bodyPr>
          <a:lstStyle/>
          <a:p>
            <a:pPr marL="0" indent="0" algn="l">
              <a:lnSpc>
                <a:spcPct val="100000"/>
              </a:lnSpc>
              <a:spcBef>
                <a:spcPts val="0"/>
              </a:spcBef>
              <a:spcAft>
                <a:spcPts val="0"/>
              </a:spcAft>
              <a:buNone/>
            </a:pPr>
            <a:r>
              <a:rPr lang="en-US" sz="940" b="0" i="0">
                <a:solidFill>
                  <a:srgbClr val="D7E5E0"/>
                </a:solidFill>
                <a:latin typeface="Aptos" pitchFamily="34" charset="0"/>
                <a:ea typeface="Aptos" pitchFamily="34" charset="-122"/>
                <a:cs typeface="Aptos" pitchFamily="34" charset="-120"/>
              </a:rPr>
              <a:t>Low-threshold sessions connect AI concepts directly to environmental and administrative tasks.</a:t>
            </a:r>
            <a:endParaRPr lang="en-US" sz="770"/>
          </a:p>
        </p:txBody>
      </p:sp>
      <p:sp>
        <p:nvSpPr>
          <p:cNvPr id="44" name="Shape 42"/>
          <p:cNvSpPr/>
          <p:nvPr/>
        </p:nvSpPr>
        <p:spPr>
          <a:xfrm>
            <a:off x="5797296" y="4315968"/>
            <a:ext cx="0" cy="1353312"/>
          </a:xfrm>
          <a:prstGeom prst="line">
            <a:avLst/>
          </a:prstGeom>
          <a:noFill/>
          <a:ln w="12700">
            <a:solidFill>
              <a:srgbClr val="3B5B52"/>
            </a:solidFill>
            <a:prstDash val="solid"/>
          </a:ln>
        </p:spPr>
        <p:txBody>
          <a:bodyPr/>
          <a:lstStyle/>
          <a:p>
            <a:endParaRPr lang="en-GB"/>
          </a:p>
        </p:txBody>
      </p:sp>
      <p:sp>
        <p:nvSpPr>
          <p:cNvPr id="45" name="Text 43"/>
          <p:cNvSpPr/>
          <p:nvPr/>
        </p:nvSpPr>
        <p:spPr>
          <a:xfrm>
            <a:off x="5961888" y="4133088"/>
            <a:ext cx="384048" cy="201168"/>
          </a:xfrm>
          <a:prstGeom prst="rect">
            <a:avLst/>
          </a:prstGeom>
          <a:noFill/>
          <a:ln>
            <a:noFill/>
          </a:ln>
        </p:spPr>
        <p:txBody>
          <a:bodyPr wrap="square" lIns="0" tIns="0" rIns="0" bIns="0" rtlCol="0" anchor="ctr">
            <a:normAutofit/>
          </a:bodyPr>
          <a:lstStyle/>
          <a:p>
            <a:pPr marL="0" indent="0" algn="l">
              <a:lnSpc>
                <a:spcPct val="100000"/>
              </a:lnSpc>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02</a:t>
            </a:r>
            <a:endParaRPr lang="en-US" sz="680"/>
          </a:p>
        </p:txBody>
      </p:sp>
      <p:sp>
        <p:nvSpPr>
          <p:cNvPr id="46" name="Text 44"/>
          <p:cNvSpPr/>
          <p:nvPr/>
        </p:nvSpPr>
        <p:spPr>
          <a:xfrm>
            <a:off x="5961888" y="4462272"/>
            <a:ext cx="1572768" cy="292608"/>
          </a:xfrm>
          <a:prstGeom prst="rect">
            <a:avLst/>
          </a:prstGeom>
          <a:noFill/>
          <a:ln>
            <a:noFill/>
          </a:ln>
        </p:spPr>
        <p:txBody>
          <a:bodyPr wrap="square" lIns="0" tIns="0" rIns="0" bIns="0" rtlCol="0" anchor="ctr">
            <a:normAutofit/>
          </a:bodyPr>
          <a:lstStyle/>
          <a:p>
            <a:pPr marL="0" indent="0" algn="l">
              <a:lnSpc>
                <a:spcPct val="100000"/>
              </a:lnSpc>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Responsible by design</a:t>
            </a:r>
            <a:endParaRPr lang="en-US" sz="920"/>
          </a:p>
        </p:txBody>
      </p:sp>
      <p:sp>
        <p:nvSpPr>
          <p:cNvPr id="47" name="Text 45"/>
          <p:cNvSpPr/>
          <p:nvPr/>
        </p:nvSpPr>
        <p:spPr>
          <a:xfrm>
            <a:off x="5961888" y="4864608"/>
            <a:ext cx="1572768" cy="749808"/>
          </a:xfrm>
          <a:prstGeom prst="rect">
            <a:avLst/>
          </a:prstGeom>
          <a:noFill/>
          <a:ln>
            <a:noFill/>
          </a:ln>
        </p:spPr>
        <p:txBody>
          <a:bodyPr wrap="square" lIns="0" tIns="0" rIns="0" bIns="0" rtlCol="0" anchor="t">
            <a:normAutofit/>
          </a:bodyPr>
          <a:lstStyle/>
          <a:p>
            <a:pPr marL="0" indent="0" algn="l">
              <a:lnSpc>
                <a:spcPct val="100000"/>
              </a:lnSpc>
              <a:spcBef>
                <a:spcPts val="0"/>
              </a:spcBef>
              <a:spcAft>
                <a:spcPts val="0"/>
              </a:spcAft>
              <a:buNone/>
            </a:pPr>
            <a:r>
              <a:rPr lang="en-US" sz="940" b="0" i="0">
                <a:solidFill>
                  <a:srgbClr val="D7E5E0"/>
                </a:solidFill>
                <a:latin typeface="Aptos" pitchFamily="34" charset="0"/>
                <a:ea typeface="Aptos" pitchFamily="34" charset="-122"/>
                <a:cs typeface="Aptos" pitchFamily="34" charset="-120"/>
              </a:rPr>
              <a:t>Ethics, critical appraisal and verification are taught alongside tools, prompting and methods.</a:t>
            </a:r>
            <a:endParaRPr lang="en-US" sz="770"/>
          </a:p>
        </p:txBody>
      </p:sp>
      <p:sp>
        <p:nvSpPr>
          <p:cNvPr id="48" name="Shape 46"/>
          <p:cNvSpPr/>
          <p:nvPr/>
        </p:nvSpPr>
        <p:spPr>
          <a:xfrm>
            <a:off x="7626096" y="4315968"/>
            <a:ext cx="0" cy="1353312"/>
          </a:xfrm>
          <a:prstGeom prst="line">
            <a:avLst/>
          </a:prstGeom>
          <a:noFill/>
          <a:ln w="12700">
            <a:solidFill>
              <a:srgbClr val="3B5B52"/>
            </a:solidFill>
            <a:prstDash val="solid"/>
          </a:ln>
        </p:spPr>
        <p:txBody>
          <a:bodyPr/>
          <a:lstStyle/>
          <a:p>
            <a:endParaRPr lang="en-GB"/>
          </a:p>
        </p:txBody>
      </p:sp>
      <p:sp>
        <p:nvSpPr>
          <p:cNvPr id="49" name="Text 47"/>
          <p:cNvSpPr/>
          <p:nvPr/>
        </p:nvSpPr>
        <p:spPr>
          <a:xfrm>
            <a:off x="7790688" y="4133088"/>
            <a:ext cx="384048" cy="201168"/>
          </a:xfrm>
          <a:prstGeom prst="rect">
            <a:avLst/>
          </a:prstGeom>
          <a:noFill/>
          <a:ln>
            <a:noFill/>
          </a:ln>
        </p:spPr>
        <p:txBody>
          <a:bodyPr wrap="square" lIns="0" tIns="0" rIns="0" bIns="0" rtlCol="0" anchor="ctr">
            <a:normAutofit/>
          </a:bodyPr>
          <a:lstStyle/>
          <a:p>
            <a:pPr marL="0" indent="0" algn="l">
              <a:lnSpc>
                <a:spcPct val="100000"/>
              </a:lnSpc>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03</a:t>
            </a:r>
            <a:endParaRPr lang="en-US" sz="680"/>
          </a:p>
        </p:txBody>
      </p:sp>
      <p:sp>
        <p:nvSpPr>
          <p:cNvPr id="50" name="Text 48"/>
          <p:cNvSpPr/>
          <p:nvPr/>
        </p:nvSpPr>
        <p:spPr>
          <a:xfrm>
            <a:off x="7790688" y="4462272"/>
            <a:ext cx="1572768" cy="292608"/>
          </a:xfrm>
          <a:prstGeom prst="rect">
            <a:avLst/>
          </a:prstGeom>
          <a:noFill/>
          <a:ln>
            <a:noFill/>
          </a:ln>
        </p:spPr>
        <p:txBody>
          <a:bodyPr wrap="square" lIns="0" tIns="0" rIns="0" bIns="0" rtlCol="0" anchor="ctr">
            <a:normAutofit/>
          </a:bodyPr>
          <a:lstStyle/>
          <a:p>
            <a:pPr marL="0" indent="0" algn="l">
              <a:lnSpc>
                <a:spcPct val="100000"/>
              </a:lnSpc>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Scale through peers</a:t>
            </a:r>
            <a:endParaRPr lang="en-US" sz="920"/>
          </a:p>
        </p:txBody>
      </p:sp>
      <p:sp>
        <p:nvSpPr>
          <p:cNvPr id="51" name="Text 49"/>
          <p:cNvSpPr/>
          <p:nvPr/>
        </p:nvSpPr>
        <p:spPr>
          <a:xfrm>
            <a:off x="7790688" y="4864608"/>
            <a:ext cx="1572768" cy="749808"/>
          </a:xfrm>
          <a:prstGeom prst="rect">
            <a:avLst/>
          </a:prstGeom>
          <a:noFill/>
          <a:ln>
            <a:noFill/>
          </a:ln>
        </p:spPr>
        <p:txBody>
          <a:bodyPr wrap="square" lIns="0" tIns="0" rIns="0" bIns="0" rtlCol="0" anchor="t">
            <a:normAutofit/>
          </a:bodyPr>
          <a:lstStyle/>
          <a:p>
            <a:pPr marL="0" indent="0" algn="l">
              <a:lnSpc>
                <a:spcPct val="100000"/>
              </a:lnSpc>
              <a:spcBef>
                <a:spcPts val="0"/>
              </a:spcBef>
              <a:spcAft>
                <a:spcPts val="0"/>
              </a:spcAft>
              <a:buNone/>
            </a:pPr>
            <a:r>
              <a:rPr lang="en-US" sz="940" b="0" i="0">
                <a:solidFill>
                  <a:srgbClr val="D7E5E0"/>
                </a:solidFill>
                <a:latin typeface="Aptos" pitchFamily="34" charset="0"/>
                <a:ea typeface="Aptos" pitchFamily="34" charset="-122"/>
                <a:cs typeface="Aptos" pitchFamily="34" charset="-120"/>
              </a:rPr>
              <a:t>KI-Lab staff and internal experts extend central provision without duplicating the federal academy.</a:t>
            </a:r>
            <a:endParaRPr lang="en-US" sz="770"/>
          </a:p>
        </p:txBody>
      </p:sp>
      <p:sp>
        <p:nvSpPr>
          <p:cNvPr id="52" name="Shape 50"/>
          <p:cNvSpPr/>
          <p:nvPr/>
        </p:nvSpPr>
        <p:spPr>
          <a:xfrm>
            <a:off x="9454896" y="4315968"/>
            <a:ext cx="0" cy="1353312"/>
          </a:xfrm>
          <a:prstGeom prst="line">
            <a:avLst/>
          </a:prstGeom>
          <a:noFill/>
          <a:ln w="12700">
            <a:solidFill>
              <a:srgbClr val="3B5B52"/>
            </a:solidFill>
            <a:prstDash val="solid"/>
          </a:ln>
        </p:spPr>
        <p:txBody>
          <a:bodyPr/>
          <a:lstStyle/>
          <a:p>
            <a:endParaRPr lang="en-GB"/>
          </a:p>
        </p:txBody>
      </p:sp>
      <p:sp>
        <p:nvSpPr>
          <p:cNvPr id="53" name="Text 51"/>
          <p:cNvSpPr/>
          <p:nvPr/>
        </p:nvSpPr>
        <p:spPr>
          <a:xfrm>
            <a:off x="9619488" y="4133088"/>
            <a:ext cx="384048" cy="201168"/>
          </a:xfrm>
          <a:prstGeom prst="rect">
            <a:avLst/>
          </a:prstGeom>
          <a:noFill/>
          <a:ln>
            <a:noFill/>
          </a:ln>
        </p:spPr>
        <p:txBody>
          <a:bodyPr wrap="square" lIns="0" tIns="0" rIns="0" bIns="0" rtlCol="0" anchor="ctr">
            <a:normAutofit/>
          </a:bodyPr>
          <a:lstStyle/>
          <a:p>
            <a:pPr marL="0" indent="0" algn="l">
              <a:lnSpc>
                <a:spcPct val="100000"/>
              </a:lnSpc>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04</a:t>
            </a:r>
            <a:endParaRPr lang="en-US" sz="680"/>
          </a:p>
        </p:txBody>
      </p:sp>
      <p:sp>
        <p:nvSpPr>
          <p:cNvPr id="54" name="Text 52"/>
          <p:cNvSpPr/>
          <p:nvPr/>
        </p:nvSpPr>
        <p:spPr>
          <a:xfrm>
            <a:off x="9619488" y="4462272"/>
            <a:ext cx="1572768" cy="292608"/>
          </a:xfrm>
          <a:prstGeom prst="rect">
            <a:avLst/>
          </a:prstGeom>
          <a:noFill/>
          <a:ln>
            <a:noFill/>
          </a:ln>
        </p:spPr>
        <p:txBody>
          <a:bodyPr wrap="square" lIns="0" tIns="0" rIns="0" bIns="0" rtlCol="0" anchor="ctr">
            <a:normAutofit/>
          </a:bodyPr>
          <a:lstStyle/>
          <a:p>
            <a:pPr marL="0" indent="0" algn="l">
              <a:lnSpc>
                <a:spcPct val="100000"/>
              </a:lnSpc>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Reusable model</a:t>
            </a:r>
            <a:endParaRPr lang="en-US" sz="920"/>
          </a:p>
        </p:txBody>
      </p:sp>
      <p:sp>
        <p:nvSpPr>
          <p:cNvPr id="55" name="Text 53"/>
          <p:cNvSpPr/>
          <p:nvPr/>
        </p:nvSpPr>
        <p:spPr>
          <a:xfrm>
            <a:off x="9619488" y="4864608"/>
            <a:ext cx="1572768" cy="749808"/>
          </a:xfrm>
          <a:prstGeom prst="rect">
            <a:avLst/>
          </a:prstGeom>
          <a:noFill/>
          <a:ln>
            <a:noFill/>
          </a:ln>
        </p:spPr>
        <p:txBody>
          <a:bodyPr wrap="square" lIns="0" tIns="0" rIns="0" bIns="0" rtlCol="0" anchor="t">
            <a:normAutofit/>
          </a:bodyPr>
          <a:lstStyle/>
          <a:p>
            <a:pPr marL="0" indent="0" algn="l">
              <a:lnSpc>
                <a:spcPct val="100000"/>
              </a:lnSpc>
              <a:spcBef>
                <a:spcPts val="0"/>
              </a:spcBef>
              <a:spcAft>
                <a:spcPts val="0"/>
              </a:spcAft>
              <a:buNone/>
            </a:pPr>
            <a:r>
              <a:rPr lang="en-US" sz="940" b="0" i="0">
                <a:solidFill>
                  <a:srgbClr val="D7E5E0"/>
                </a:solidFill>
                <a:latin typeface="Aptos" pitchFamily="34" charset="0"/>
                <a:ea typeface="Aptos" pitchFamily="34" charset="-122"/>
                <a:cs typeface="Aptos" pitchFamily="34" charset="-120"/>
              </a:rPr>
              <a:t>The four-pillar curriculum, session designs and provider-search prompt can transfer to other agencies.</a:t>
            </a:r>
            <a:endParaRPr lang="en-US" sz="770"/>
          </a:p>
        </p:txBody>
      </p:sp>
      <p:sp>
        <p:nvSpPr>
          <p:cNvPr id="56" name="Text 54"/>
          <p:cNvSpPr/>
          <p:nvPr/>
        </p:nvSpPr>
        <p:spPr>
          <a:xfrm>
            <a:off x="548640" y="6419088"/>
            <a:ext cx="10698480" cy="10972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500" b="0" i="0">
                <a:solidFill>
                  <a:srgbClr val="7A8B85"/>
                </a:solidFill>
                <a:latin typeface="Aptos" pitchFamily="34" charset="0"/>
                <a:ea typeface="Aptos" pitchFamily="34" charset="-122"/>
                <a:cs typeface="Aptos" pitchFamily="34" charset="-120"/>
              </a:rPr>
              <a:t>Source: User-provided AI use case description, “SmartLab — in-house capability building for digitalisation and AI”.</a:t>
            </a:r>
            <a:endParaRPr lang="en-US" sz="550"/>
          </a:p>
        </p:txBody>
      </p:sp>
      <p:sp>
        <p:nvSpPr>
          <p:cNvPr id="57" name="Slide Number Placeholder 0"/>
          <p:cNvSpPr>
            <a:spLocks noGrp="1"/>
          </p:cNvSpPr>
          <p:nvPr>
            <p:ph type="sldNum" sz="quarter" idx="4294967295"/>
          </p:nvPr>
        </p:nvSpPr>
        <p:spPr>
          <a:xfrm>
            <a:off x="11686032" y="6510528"/>
            <a:ext cx="182880" cy="164592"/>
          </a:xfrm>
          <a:prstGeom prst="rect">
            <a:avLst/>
          </a:prstGeom>
          <a:extLst>
            <a:ext uri="{C572A759-6A51-4108-AA02-DFA0A04FC94B}">
              <ma14:wrappingTextBoxFlag xmlns:ma14="http://schemas.microsoft.com/office/mac/drawingml/2011/main" xmlns="" val="0"/>
            </a:ext>
          </a:extLst>
        </p:spPr>
        <p:txBody>
          <a:bodyPr/>
          <a:lstStyle>
            <a:lvl1pPr>
              <a:defRPr sz="550">
                <a:solidFill>
                  <a:srgbClr val="7A8C86"/>
                </a:solidFill>
                <a:latin typeface="Aptos"/>
                <a:ea typeface="Aptos"/>
                <a:cs typeface="Aptos"/>
              </a:defRPr>
            </a:lvl1pPr>
          </a:lstStyle>
          <a:p>
            <a:pPr algn="l"/>
            <a:fld id="{F7021451-1387-4CA6-816F-3879F97B5CBC}" type="slidenum">
              <a:rPr lang="en-US" b="0"/>
              <a:t>6</a:t>
            </a:fld>
            <a:endParaRPr lang="en-US"/>
          </a:p>
        </p:txBody>
      </p:sp>
    </p:spTree>
    <p:extLst>
      <p:ext uri="{BB962C8B-B14F-4D97-AF65-F5344CB8AC3E}">
        <p14:creationId xmlns:p14="http://schemas.microsoft.com/office/powerpoint/2010/main" val="948408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0C6A971B-1FAE-027F-5884-A678EC8C8FCA}"/>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434E963D-DD1D-116E-0F2F-1E646A8A4088}"/>
              </a:ext>
            </a:extLst>
          </p:cNvPr>
          <p:cNvSpPr txBox="1"/>
          <p:nvPr/>
        </p:nvSpPr>
        <p:spPr>
          <a:xfrm>
            <a:off x="223809" y="52400"/>
            <a:ext cx="11440553" cy="584775"/>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dirty="0">
                <a:ln>
                  <a:noFill/>
                </a:ln>
                <a:solidFill>
                  <a:srgbClr val="002060"/>
                </a:solidFill>
                <a:effectLst/>
                <a:uLnTx/>
                <a:uFillTx/>
                <a:latin typeface="Calibri" panose="020F0502020204030204"/>
                <a:ea typeface="+mn-ea"/>
                <a:cs typeface="+mn-cs"/>
              </a:rPr>
              <a:t>Co-Pilot for all – How can AI support the EEA?</a:t>
            </a:r>
            <a:endParaRPr kumimoji="0" lang="en-US" sz="3200" b="1" i="0" u="none" strike="noStrike" kern="1200" cap="none" spc="0" normalizeH="0" baseline="0" noProof="0" dirty="0">
              <a:ln>
                <a:noFill/>
              </a:ln>
              <a:solidFill>
                <a:srgbClr val="002060"/>
              </a:solidFill>
              <a:effectLst/>
              <a:uLnTx/>
              <a:uFillTx/>
              <a:latin typeface="Calibri" panose="020F0502020204030204"/>
              <a:ea typeface="Calibri" panose="020F0502020204030204"/>
              <a:cs typeface="Calibri" panose="020F0502020204030204"/>
            </a:endParaRPr>
          </a:p>
        </p:txBody>
      </p:sp>
      <p:grpSp>
        <p:nvGrpSpPr>
          <p:cNvPr id="32" name="Group 31">
            <a:extLst>
              <a:ext uri="{FF2B5EF4-FFF2-40B4-BE49-F238E27FC236}">
                <a16:creationId xmlns:a16="http://schemas.microsoft.com/office/drawing/2014/main" id="{89CA2772-9C1D-5F3D-AFF2-F8D682B64CC8}"/>
              </a:ext>
            </a:extLst>
          </p:cNvPr>
          <p:cNvGrpSpPr/>
          <p:nvPr/>
        </p:nvGrpSpPr>
        <p:grpSpPr>
          <a:xfrm>
            <a:off x="562226" y="1704527"/>
            <a:ext cx="4152232" cy="3807509"/>
            <a:chOff x="223809" y="1409951"/>
            <a:chExt cx="4152232" cy="3807509"/>
          </a:xfrm>
        </p:grpSpPr>
        <p:graphicFrame>
          <p:nvGraphicFramePr>
            <p:cNvPr id="17" name="Diagram 16">
              <a:extLst>
                <a:ext uri="{FF2B5EF4-FFF2-40B4-BE49-F238E27FC236}">
                  <a16:creationId xmlns:a16="http://schemas.microsoft.com/office/drawing/2014/main" id="{6FDF2DC8-EE0E-10B1-925B-3BB63C8690C2}"/>
                </a:ext>
              </a:extLst>
            </p:cNvPr>
            <p:cNvGraphicFramePr/>
            <p:nvPr/>
          </p:nvGraphicFramePr>
          <p:xfrm>
            <a:off x="223809" y="1409951"/>
            <a:ext cx="4152232" cy="38075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0" name="Graphic 19" descr="Person with idea with solid fill">
              <a:extLst>
                <a:ext uri="{FF2B5EF4-FFF2-40B4-BE49-F238E27FC236}">
                  <a16:creationId xmlns:a16="http://schemas.microsoft.com/office/drawing/2014/main" id="{2D47AB15-07D8-EE44-A3EE-553635C2E89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30304" y="1842246"/>
              <a:ext cx="618565" cy="618565"/>
            </a:xfrm>
            <a:prstGeom prst="rect">
              <a:avLst/>
            </a:prstGeom>
          </p:spPr>
        </p:pic>
        <p:pic>
          <p:nvPicPr>
            <p:cNvPr id="24" name="Graphic 23" descr="Statistics with solid fill">
              <a:extLst>
                <a:ext uri="{FF2B5EF4-FFF2-40B4-BE49-F238E27FC236}">
                  <a16:creationId xmlns:a16="http://schemas.microsoft.com/office/drawing/2014/main" id="{0B8F9B83-0CF6-E489-05F5-10773DE062D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39586" y="3004422"/>
              <a:ext cx="618565" cy="618565"/>
            </a:xfrm>
            <a:prstGeom prst="rect">
              <a:avLst/>
            </a:prstGeom>
          </p:spPr>
        </p:pic>
        <p:pic>
          <p:nvPicPr>
            <p:cNvPr id="26" name="Graphic 25" descr="Magnifying glass with solid fill">
              <a:extLst>
                <a:ext uri="{FF2B5EF4-FFF2-40B4-BE49-F238E27FC236}">
                  <a16:creationId xmlns:a16="http://schemas.microsoft.com/office/drawing/2014/main" id="{00601FFC-436D-D7E4-182E-7D5E90127F7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47198" y="4127835"/>
              <a:ext cx="584776" cy="584776"/>
            </a:xfrm>
            <a:prstGeom prst="rect">
              <a:avLst/>
            </a:prstGeom>
          </p:spPr>
        </p:pic>
      </p:grpSp>
      <p:pic>
        <p:nvPicPr>
          <p:cNvPr id="2" name="Picture 1" descr="A group of shoes with flowers in them&#10;&#10;AI-generated content may be incorrect.">
            <a:extLst>
              <a:ext uri="{FF2B5EF4-FFF2-40B4-BE49-F238E27FC236}">
                <a16:creationId xmlns:a16="http://schemas.microsoft.com/office/drawing/2014/main" id="{BF6F3B3F-C47F-A3B0-51D9-7EEBFDCE3AF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944085" y="2090630"/>
            <a:ext cx="5396089" cy="3035300"/>
          </a:xfrm>
          <a:prstGeom prst="rect">
            <a:avLst/>
          </a:prstGeom>
        </p:spPr>
      </p:pic>
      <p:graphicFrame>
        <p:nvGraphicFramePr>
          <p:cNvPr id="3" name="Table 2">
            <a:extLst>
              <a:ext uri="{FF2B5EF4-FFF2-40B4-BE49-F238E27FC236}">
                <a16:creationId xmlns:a16="http://schemas.microsoft.com/office/drawing/2014/main" id="{5327637C-ABAC-07C3-F030-DBC48AE6C9B1}"/>
              </a:ext>
            </a:extLst>
          </p:cNvPr>
          <p:cNvGraphicFramePr>
            <a:graphicFrameLocks noGrp="1"/>
          </p:cNvGraphicFramePr>
          <p:nvPr/>
        </p:nvGraphicFramePr>
        <p:xfrm>
          <a:off x="6096000" y="4714799"/>
          <a:ext cx="4025900" cy="219710"/>
        </p:xfrm>
        <a:graphic>
          <a:graphicData uri="http://schemas.openxmlformats.org/drawingml/2006/table">
            <a:tbl>
              <a:tblPr/>
              <a:tblGrid>
                <a:gridCol w="4025900">
                  <a:extLst>
                    <a:ext uri="{9D8B030D-6E8A-4147-A177-3AD203B41FA5}">
                      <a16:colId xmlns:a16="http://schemas.microsoft.com/office/drawing/2014/main" val="1876558618"/>
                    </a:ext>
                  </a:extLst>
                </a:gridCol>
              </a:tblGrid>
              <a:tr h="171450">
                <a:tc>
                  <a:txBody>
                    <a:bodyPr/>
                    <a:lstStyle/>
                    <a:p>
                      <a:pPr algn="l" fontAlgn="b">
                        <a:buNone/>
                      </a:pPr>
                      <a:r>
                        <a:rPr lang="it-IT" sz="1100" b="0" i="0" u="none" strike="noStrike">
                          <a:solidFill>
                            <a:schemeClr val="bg1"/>
                          </a:solidFill>
                          <a:effectLst/>
                          <a:latin typeface="Calibri" panose="020F0502020204030204" pitchFamily="34" charset="0"/>
                        </a:rPr>
                        <a:t>© Grazia Ciancitto, Environment&amp;Me 2025 / EEA</a:t>
                      </a:r>
                    </a:p>
                  </a:txBody>
                  <a:tcPr marL="6350" marR="6350" marT="6350" anchor="b">
                    <a:lnL>
                      <a:noFill/>
                    </a:lnL>
                    <a:lnR>
                      <a:noFill/>
                    </a:lnR>
                    <a:lnT>
                      <a:noFill/>
                    </a:lnT>
                    <a:lnB>
                      <a:noFill/>
                    </a:lnB>
                    <a:noFill/>
                  </a:tcPr>
                </a:tc>
                <a:extLst>
                  <a:ext uri="{0D108BD9-81ED-4DB2-BD59-A6C34878D82A}">
                    <a16:rowId xmlns:a16="http://schemas.microsoft.com/office/drawing/2014/main" val="1866182021"/>
                  </a:ext>
                </a:extLst>
              </a:tr>
            </a:tbl>
          </a:graphicData>
        </a:graphic>
      </p:graphicFrame>
      <p:sp>
        <p:nvSpPr>
          <p:cNvPr id="5" name="Shape 2">
            <a:extLst>
              <a:ext uri="{FF2B5EF4-FFF2-40B4-BE49-F238E27FC236}">
                <a16:creationId xmlns:a16="http://schemas.microsoft.com/office/drawing/2014/main" id="{7D3B025D-4F8A-7B57-5057-85B7229729B8}"/>
              </a:ext>
            </a:extLst>
          </p:cNvPr>
          <p:cNvSpPr/>
          <p:nvPr/>
        </p:nvSpPr>
        <p:spPr>
          <a:xfrm>
            <a:off x="9551708" y="70247"/>
            <a:ext cx="2496312" cy="566928"/>
          </a:xfrm>
          <a:prstGeom prst="roundRect">
            <a:avLst/>
          </a:prstGeom>
          <a:solidFill>
            <a:srgbClr val="DFF2EA"/>
          </a:solidFill>
          <a:ln w="12700">
            <a:solidFill>
              <a:srgbClr val="9ACDBD"/>
            </a:solidFill>
            <a:prstDash val="solid"/>
          </a:ln>
        </p:spPr>
        <p:txBody>
          <a:bodyPr/>
          <a:lstStyle/>
          <a:p>
            <a:endParaRPr lang="en-GB"/>
          </a:p>
        </p:txBody>
      </p:sp>
      <p:sp>
        <p:nvSpPr>
          <p:cNvPr id="7" name="Text 4">
            <a:extLst>
              <a:ext uri="{FF2B5EF4-FFF2-40B4-BE49-F238E27FC236}">
                <a16:creationId xmlns:a16="http://schemas.microsoft.com/office/drawing/2014/main" id="{47062756-2FCF-1374-7935-F8CF7A6AFBAF}"/>
              </a:ext>
            </a:extLst>
          </p:cNvPr>
          <p:cNvSpPr/>
          <p:nvPr/>
        </p:nvSpPr>
        <p:spPr>
          <a:xfrm>
            <a:off x="9622045" y="175352"/>
            <a:ext cx="2295144" cy="347472"/>
          </a:xfrm>
          <a:prstGeom prst="rect">
            <a:avLst/>
          </a:prstGeom>
          <a:noFill/>
          <a:ln>
            <a:noFill/>
          </a:ln>
        </p:spPr>
        <p:txBody>
          <a:bodyPr wrap="square" lIns="0" tIns="0" rIns="0" bIns="0" rtlCol="0" anchor="ctr">
            <a:normAutofit/>
          </a:bodyPr>
          <a:lstStyle/>
          <a:p>
            <a:pPr marL="0" indent="0" algn="ctr">
              <a:lnSpc>
                <a:spcPct val="100000"/>
              </a:lnSpc>
              <a:spcBef>
                <a:spcPts val="0"/>
              </a:spcBef>
              <a:spcAft>
                <a:spcPts val="0"/>
              </a:spcAft>
              <a:buNone/>
            </a:pPr>
            <a:r>
              <a:rPr lang="en-US" sz="1150" b="1" i="0" dirty="0">
                <a:solidFill>
                  <a:srgbClr val="14352D"/>
                </a:solidFill>
                <a:latin typeface="Aptos" pitchFamily="34" charset="0"/>
                <a:ea typeface="Aptos" pitchFamily="34" charset="-122"/>
                <a:cs typeface="Aptos" pitchFamily="34" charset="-120"/>
              </a:rPr>
              <a:t>People, Skills &amp; Ways of Working</a:t>
            </a:r>
            <a:endParaRPr lang="en-US" sz="710" dirty="0"/>
          </a:p>
        </p:txBody>
      </p:sp>
    </p:spTree>
    <p:extLst>
      <p:ext uri="{BB962C8B-B14F-4D97-AF65-F5344CB8AC3E}">
        <p14:creationId xmlns:p14="http://schemas.microsoft.com/office/powerpoint/2010/main" val="3597931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C6A7CDCF-AD3F-6E6A-EAB6-BBD98E6B8F5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651B085-6568-EAEC-E56D-247A4FD1CF0E}"/>
              </a:ext>
            </a:extLst>
          </p:cNvPr>
          <p:cNvSpPr txBox="1"/>
          <p:nvPr/>
        </p:nvSpPr>
        <p:spPr>
          <a:xfrm>
            <a:off x="223809" y="52400"/>
            <a:ext cx="11440553" cy="584775"/>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3200" b="1" noProof="0">
                <a:solidFill>
                  <a:srgbClr val="002060"/>
                </a:solidFill>
                <a:latin typeface="Calibri" panose="020F0502020204030204"/>
              </a:rPr>
              <a:t>Applications of AI to support </a:t>
            </a:r>
            <a:r>
              <a:rPr lang="en-GB" sz="3200" b="1">
                <a:solidFill>
                  <a:srgbClr val="002060"/>
                </a:solidFill>
                <a:latin typeface="Calibri" panose="020F0502020204030204"/>
              </a:rPr>
              <a:t>Member States</a:t>
            </a:r>
            <a:endParaRPr kumimoji="0" lang="en-GB" sz="3200" b="1" i="0" u="none" strike="noStrike" kern="1200" cap="none" spc="0" normalizeH="0" baseline="0" noProof="0">
              <a:ln>
                <a:noFill/>
              </a:ln>
              <a:solidFill>
                <a:srgbClr val="002060"/>
              </a:solidFill>
              <a:effectLst/>
              <a:uLnTx/>
              <a:uFillTx/>
              <a:latin typeface="Calibri" panose="020F0502020204030204"/>
              <a:ea typeface="Calibri" panose="020F0502020204030204"/>
              <a:cs typeface="Calibri" panose="020F0502020204030204"/>
            </a:endParaRPr>
          </a:p>
        </p:txBody>
      </p:sp>
      <p:sp>
        <p:nvSpPr>
          <p:cNvPr id="6" name="Rectangle 5">
            <a:extLst>
              <a:ext uri="{FF2B5EF4-FFF2-40B4-BE49-F238E27FC236}">
                <a16:creationId xmlns:a16="http://schemas.microsoft.com/office/drawing/2014/main" id="{69EB71E5-8742-6D2F-21B8-AE5FCD0AEEAC}"/>
              </a:ext>
            </a:extLst>
          </p:cNvPr>
          <p:cNvSpPr/>
          <p:nvPr/>
        </p:nvSpPr>
        <p:spPr>
          <a:xfrm>
            <a:off x="660324" y="1480895"/>
            <a:ext cx="5713581" cy="4659929"/>
          </a:xfrm>
          <a:prstGeom prst="rect">
            <a:avLst/>
          </a:prstGeom>
          <a:solidFill>
            <a:srgbClr val="DCEA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DK"/>
          </a:p>
        </p:txBody>
      </p:sp>
      <p:sp>
        <p:nvSpPr>
          <p:cNvPr id="7" name="Rectangle 6">
            <a:extLst>
              <a:ext uri="{FF2B5EF4-FFF2-40B4-BE49-F238E27FC236}">
                <a16:creationId xmlns:a16="http://schemas.microsoft.com/office/drawing/2014/main" id="{8308AFA8-64C2-B730-6E7B-0927D00A41B4}"/>
              </a:ext>
            </a:extLst>
          </p:cNvPr>
          <p:cNvSpPr/>
          <p:nvPr/>
        </p:nvSpPr>
        <p:spPr>
          <a:xfrm>
            <a:off x="524281" y="1380564"/>
            <a:ext cx="4352519" cy="584775"/>
          </a:xfrm>
          <a:prstGeom prst="rect">
            <a:avLst/>
          </a:prstGeom>
          <a:solidFill>
            <a:srgbClr val="113A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DK"/>
          </a:p>
        </p:txBody>
      </p:sp>
      <p:sp>
        <p:nvSpPr>
          <p:cNvPr id="8" name="TextBox 7">
            <a:extLst>
              <a:ext uri="{FF2B5EF4-FFF2-40B4-BE49-F238E27FC236}">
                <a16:creationId xmlns:a16="http://schemas.microsoft.com/office/drawing/2014/main" id="{8173EE5A-53C1-D97F-4AD3-0B28F350892F}"/>
              </a:ext>
            </a:extLst>
          </p:cNvPr>
          <p:cNvSpPr txBox="1"/>
          <p:nvPr/>
        </p:nvSpPr>
        <p:spPr>
          <a:xfrm>
            <a:off x="597419" y="1380564"/>
            <a:ext cx="46469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a-DK" sz="2400" b="1">
                <a:solidFill>
                  <a:schemeClr val="bg1"/>
                </a:solidFill>
                <a:latin typeface="Calibri"/>
                <a:ea typeface="Calibri"/>
                <a:cs typeface="Calibri"/>
              </a:rPr>
              <a:t>G</a:t>
            </a:r>
            <a:r>
              <a:rPr lang="en-GB" sz="2400" b="1" err="1">
                <a:solidFill>
                  <a:schemeClr val="bg1"/>
                </a:solidFill>
                <a:latin typeface="Calibri"/>
                <a:ea typeface="Calibri"/>
                <a:cs typeface="Calibri"/>
              </a:rPr>
              <a:t>eneration</a:t>
            </a:r>
            <a:r>
              <a:rPr lang="en-GB" sz="2400" b="1">
                <a:solidFill>
                  <a:schemeClr val="bg1"/>
                </a:solidFill>
                <a:latin typeface="Calibri"/>
                <a:ea typeface="Calibri"/>
                <a:cs typeface="Calibri"/>
              </a:rPr>
              <a:t> of Country profiles </a:t>
            </a:r>
            <a:endParaRPr lang="en-GB" sz="2400">
              <a:solidFill>
                <a:schemeClr val="bg1"/>
              </a:solidFill>
            </a:endParaRPr>
          </a:p>
        </p:txBody>
      </p:sp>
      <p:sp>
        <p:nvSpPr>
          <p:cNvPr id="9" name="TextBox 8">
            <a:extLst>
              <a:ext uri="{FF2B5EF4-FFF2-40B4-BE49-F238E27FC236}">
                <a16:creationId xmlns:a16="http://schemas.microsoft.com/office/drawing/2014/main" id="{E0978087-08EB-50D8-05BD-0E03CF250F0C}"/>
              </a:ext>
            </a:extLst>
          </p:cNvPr>
          <p:cNvSpPr txBox="1"/>
          <p:nvPr/>
        </p:nvSpPr>
        <p:spPr>
          <a:xfrm>
            <a:off x="881833" y="2034475"/>
            <a:ext cx="5214167" cy="43704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800100" lvl="1" indent="-342900">
              <a:buFont typeface="Arial" panose="020B0604020202020204" pitchFamily="34" charset="0"/>
              <a:buChar char="•"/>
            </a:pPr>
            <a:r>
              <a:rPr lang="en-US">
                <a:solidFill>
                  <a:srgbClr val="0E2841"/>
                </a:solidFill>
                <a:latin typeface="Calibri"/>
                <a:ea typeface="Calibri"/>
                <a:cs typeface="Arial"/>
              </a:rPr>
              <a:t>Circular Economy (CE) country profiles</a:t>
            </a:r>
          </a:p>
          <a:p>
            <a:pPr marL="800100" lvl="1" indent="-342900">
              <a:buFont typeface="Arial" panose="020B0604020202020204" pitchFamily="34" charset="0"/>
              <a:buChar char="•"/>
            </a:pPr>
            <a:r>
              <a:rPr lang="en-US">
                <a:solidFill>
                  <a:srgbClr val="0E2841"/>
                </a:solidFill>
                <a:latin typeface="Calibri"/>
                <a:ea typeface="Calibri"/>
                <a:cs typeface="Arial"/>
              </a:rPr>
              <a:t>In collaboration with ETC CE</a:t>
            </a:r>
          </a:p>
          <a:p>
            <a:pPr marL="800100" lvl="1" indent="-342900">
              <a:buFont typeface="Arial" panose="020B0604020202020204" pitchFamily="34" charset="0"/>
              <a:buChar char="•"/>
            </a:pPr>
            <a:r>
              <a:rPr lang="en-US">
                <a:solidFill>
                  <a:srgbClr val="0E2841"/>
                </a:solidFill>
                <a:latin typeface="Calibri"/>
                <a:ea typeface="Calibri"/>
                <a:cs typeface="Arial"/>
              </a:rPr>
              <a:t>Automatic generation of report from national documents and questionnaire</a:t>
            </a:r>
          </a:p>
          <a:p>
            <a:pPr marL="800100" lvl="1" indent="-342900">
              <a:buFont typeface="Arial" panose="020B0604020202020204" pitchFamily="34" charset="0"/>
              <a:buChar char="•"/>
            </a:pPr>
            <a:r>
              <a:rPr lang="en-US">
                <a:solidFill>
                  <a:srgbClr val="0E2841"/>
                </a:solidFill>
                <a:latin typeface="Calibri"/>
                <a:ea typeface="Calibri"/>
                <a:cs typeface="Arial"/>
              </a:rPr>
              <a:t>MS need to review</a:t>
            </a:r>
          </a:p>
          <a:p>
            <a:pPr marL="800100" lvl="1" indent="-342900">
              <a:buFont typeface="Arial" panose="020B0604020202020204" pitchFamily="34" charset="0"/>
              <a:buChar char="•"/>
            </a:pPr>
            <a:r>
              <a:rPr lang="en-US">
                <a:solidFill>
                  <a:srgbClr val="0E2841"/>
                </a:solidFill>
                <a:latin typeface="Calibri"/>
                <a:ea typeface="Calibri"/>
                <a:cs typeface="Arial"/>
              </a:rPr>
              <a:t>All languages supported</a:t>
            </a:r>
          </a:p>
          <a:p>
            <a:pPr marL="88900" lvl="1"/>
            <a:endParaRPr lang="en-US">
              <a:solidFill>
                <a:srgbClr val="0E2841"/>
              </a:solidFill>
              <a:latin typeface="Calibri"/>
              <a:ea typeface="Calibri"/>
              <a:cs typeface="Arial"/>
            </a:endParaRPr>
          </a:p>
          <a:p>
            <a:pPr marL="88900" lvl="1"/>
            <a:r>
              <a:rPr lang="en-US" sz="2400" b="1">
                <a:solidFill>
                  <a:srgbClr val="0E2841"/>
                </a:solidFill>
                <a:latin typeface="Calibri"/>
                <a:ea typeface="Calibri"/>
                <a:cs typeface="Arial"/>
              </a:rPr>
              <a:t>Technology</a:t>
            </a:r>
          </a:p>
          <a:p>
            <a:pPr marL="88900" lvl="1"/>
            <a:endParaRPr lang="en-US">
              <a:solidFill>
                <a:srgbClr val="0E2841"/>
              </a:solidFill>
              <a:latin typeface="Calibri"/>
              <a:ea typeface="Calibri"/>
              <a:cs typeface="Arial"/>
            </a:endParaRPr>
          </a:p>
          <a:p>
            <a:pPr marL="800100" lvl="1" indent="-342900">
              <a:buFont typeface="Arial" panose="020B0604020202020204" pitchFamily="34" charset="0"/>
              <a:buChar char="•"/>
            </a:pPr>
            <a:r>
              <a:rPr lang="en-US" sz="1800">
                <a:solidFill>
                  <a:srgbClr val="002060"/>
                </a:solidFill>
                <a:latin typeface="Calibri" panose="020F0502020204030204"/>
              </a:rPr>
              <a:t>Using LLM to collect information and transforming it into structured information</a:t>
            </a:r>
          </a:p>
          <a:p>
            <a:pPr marL="800100" lvl="1" indent="-342900">
              <a:buFont typeface="Arial" panose="020B0604020202020204" pitchFamily="34" charset="0"/>
              <a:buChar char="•"/>
            </a:pPr>
            <a:r>
              <a:rPr lang="en-US">
                <a:solidFill>
                  <a:srgbClr val="002060"/>
                </a:solidFill>
                <a:latin typeface="Calibri" panose="020F0502020204030204"/>
              </a:rPr>
              <a:t>Train LLM to c</a:t>
            </a:r>
            <a:r>
              <a:rPr lang="en-US" sz="1800">
                <a:solidFill>
                  <a:srgbClr val="002060"/>
                </a:solidFill>
                <a:latin typeface="Calibri" panose="020F0502020204030204"/>
              </a:rPr>
              <a:t>reate country profiles from various data sources and profile-constrains</a:t>
            </a:r>
          </a:p>
          <a:p>
            <a:pPr marL="88900" lvl="1"/>
            <a:endParaRPr lang="en-US">
              <a:solidFill>
                <a:srgbClr val="0E2841"/>
              </a:solidFill>
              <a:latin typeface="Calibri"/>
              <a:ea typeface="Calibri"/>
              <a:cs typeface="Arial"/>
            </a:endParaRPr>
          </a:p>
          <a:p>
            <a:pPr marL="800100" lvl="1" indent="-342900">
              <a:buFont typeface="Arial" panose="020B0604020202020204" pitchFamily="34" charset="0"/>
              <a:buChar char="•"/>
            </a:pPr>
            <a:endParaRPr lang="en-US" sz="2000">
              <a:solidFill>
                <a:srgbClr val="0E2841"/>
              </a:solidFill>
              <a:latin typeface="Calibri"/>
              <a:ea typeface="Calibri"/>
              <a:cs typeface="Arial"/>
            </a:endParaRPr>
          </a:p>
        </p:txBody>
      </p:sp>
      <p:pic>
        <p:nvPicPr>
          <p:cNvPr id="11" name="Picture 10">
            <a:extLst>
              <a:ext uri="{FF2B5EF4-FFF2-40B4-BE49-F238E27FC236}">
                <a16:creationId xmlns:a16="http://schemas.microsoft.com/office/drawing/2014/main" id="{FFEAB774-6F8A-D51A-5203-E5E9B2185332}"/>
              </a:ext>
            </a:extLst>
          </p:cNvPr>
          <p:cNvPicPr>
            <a:picLocks noChangeAspect="1"/>
          </p:cNvPicPr>
          <p:nvPr/>
        </p:nvPicPr>
        <p:blipFill>
          <a:blip r:embed="rId3"/>
          <a:stretch>
            <a:fillRect/>
          </a:stretch>
        </p:blipFill>
        <p:spPr>
          <a:xfrm>
            <a:off x="8059271" y="1141254"/>
            <a:ext cx="3795135" cy="5429874"/>
          </a:xfrm>
          <a:prstGeom prst="rect">
            <a:avLst/>
          </a:prstGeom>
          <a:ln w="28575">
            <a:solidFill>
              <a:srgbClr val="23A593"/>
            </a:solidFill>
          </a:ln>
        </p:spPr>
      </p:pic>
      <p:sp>
        <p:nvSpPr>
          <p:cNvPr id="3" name="Shape 2">
            <a:extLst>
              <a:ext uri="{FF2B5EF4-FFF2-40B4-BE49-F238E27FC236}">
                <a16:creationId xmlns:a16="http://schemas.microsoft.com/office/drawing/2014/main" id="{1DDEAD9D-5ED2-1699-93DF-541D3088C1DA}"/>
              </a:ext>
            </a:extLst>
          </p:cNvPr>
          <p:cNvSpPr/>
          <p:nvPr/>
        </p:nvSpPr>
        <p:spPr>
          <a:xfrm>
            <a:off x="9358094" y="70247"/>
            <a:ext cx="2496312" cy="566928"/>
          </a:xfrm>
          <a:prstGeom prst="roundRect">
            <a:avLst/>
          </a:prstGeom>
          <a:solidFill>
            <a:srgbClr val="DFF2EA"/>
          </a:solidFill>
          <a:ln w="12700">
            <a:solidFill>
              <a:srgbClr val="9ACDBD"/>
            </a:solidFill>
            <a:prstDash val="solid"/>
          </a:ln>
        </p:spPr>
        <p:txBody>
          <a:bodyPr/>
          <a:lstStyle/>
          <a:p>
            <a:endParaRPr lang="en-GB"/>
          </a:p>
        </p:txBody>
      </p:sp>
      <p:sp>
        <p:nvSpPr>
          <p:cNvPr id="10" name="Text 4">
            <a:extLst>
              <a:ext uri="{FF2B5EF4-FFF2-40B4-BE49-F238E27FC236}">
                <a16:creationId xmlns:a16="http://schemas.microsoft.com/office/drawing/2014/main" id="{30B708BB-20FB-E08C-903D-AB9145C37A7E}"/>
              </a:ext>
            </a:extLst>
          </p:cNvPr>
          <p:cNvSpPr/>
          <p:nvPr/>
        </p:nvSpPr>
        <p:spPr>
          <a:xfrm>
            <a:off x="9428431" y="175352"/>
            <a:ext cx="2295144" cy="347472"/>
          </a:xfrm>
          <a:prstGeom prst="rect">
            <a:avLst/>
          </a:prstGeom>
          <a:noFill/>
          <a:ln>
            <a:noFill/>
          </a:ln>
        </p:spPr>
        <p:txBody>
          <a:bodyPr wrap="square" lIns="0" tIns="0" rIns="0" bIns="0" rtlCol="0" anchor="ctr">
            <a:normAutofit/>
          </a:bodyPr>
          <a:lstStyle/>
          <a:p>
            <a:pPr marL="0" indent="0" algn="ctr">
              <a:lnSpc>
                <a:spcPct val="100000"/>
              </a:lnSpc>
              <a:spcBef>
                <a:spcPts val="0"/>
              </a:spcBef>
              <a:spcAft>
                <a:spcPts val="0"/>
              </a:spcAft>
              <a:buNone/>
            </a:pPr>
            <a:r>
              <a:rPr lang="en-US" sz="1150" b="1" i="0" dirty="0">
                <a:solidFill>
                  <a:srgbClr val="14352D"/>
                </a:solidFill>
                <a:latin typeface="Aptos" pitchFamily="34" charset="0"/>
                <a:ea typeface="Aptos" pitchFamily="34" charset="-122"/>
                <a:cs typeface="Aptos" pitchFamily="34" charset="-120"/>
              </a:rPr>
              <a:t>People, Skills &amp; Ways of Working</a:t>
            </a:r>
            <a:endParaRPr lang="en-US" sz="710" dirty="0"/>
          </a:p>
        </p:txBody>
      </p:sp>
    </p:spTree>
    <p:extLst>
      <p:ext uri="{BB962C8B-B14F-4D97-AF65-F5344CB8AC3E}">
        <p14:creationId xmlns:p14="http://schemas.microsoft.com/office/powerpoint/2010/main" val="31118757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9B20B15B-7910-4B1E-DC83-A469AE3C93E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D4B85E3-7DDD-AF24-4F48-CA599D36B1A5}"/>
              </a:ext>
            </a:extLst>
          </p:cNvPr>
          <p:cNvSpPr txBox="1"/>
          <p:nvPr/>
        </p:nvSpPr>
        <p:spPr>
          <a:xfrm>
            <a:off x="2517732" y="1816274"/>
            <a:ext cx="7491682" cy="13849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2800" b="1" i="0" u="none" strike="noStrike" kern="1200" cap="none" spc="0" normalizeH="0" baseline="0" noProof="0" dirty="0">
                <a:ln>
                  <a:noFill/>
                </a:ln>
                <a:solidFill>
                  <a:prstClr val="white"/>
                </a:solidFill>
                <a:effectLst/>
                <a:uLnTx/>
                <a:uFillTx/>
                <a:latin typeface="Aptos"/>
                <a:ea typeface="+mn-ea"/>
                <a:cs typeface="+mn-cs"/>
              </a:rPr>
              <a:t>USE CASES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2800" b="1" i="0" u="none" strike="noStrike" kern="1200" cap="none" spc="0" normalizeH="0" baseline="0" noProof="0" dirty="0">
              <a:ln>
                <a:noFill/>
              </a:ln>
              <a:solidFill>
                <a:prstClr val="white"/>
              </a:solidFill>
              <a:effectLst/>
              <a:uLnTx/>
              <a:uFillTx/>
              <a:latin typeface="Aptos"/>
              <a:ea typeface="+mn-ea"/>
              <a:cs typeface="+mn-cs"/>
            </a:endParaRPr>
          </a:p>
          <a:p>
            <a:pPr lvl="0"/>
            <a:r>
              <a:rPr kumimoji="0" lang="da-DK" sz="2800" b="1" i="0" u="none" strike="noStrike" kern="1200" cap="none" spc="0" normalizeH="0" baseline="0" noProof="0" dirty="0">
                <a:ln>
                  <a:noFill/>
                </a:ln>
                <a:solidFill>
                  <a:prstClr val="white"/>
                </a:solidFill>
                <a:effectLst/>
                <a:uLnTx/>
                <a:uFillTx/>
                <a:latin typeface="Aptos"/>
                <a:ea typeface="+mn-ea"/>
                <a:cs typeface="+mn-cs"/>
              </a:rPr>
              <a:t>T3 </a:t>
            </a:r>
            <a:r>
              <a:rPr lang="en-GB" sz="2800" b="1" dirty="0">
                <a:solidFill>
                  <a:prstClr val="white"/>
                </a:solidFill>
                <a:latin typeface="Aptos"/>
              </a:rPr>
              <a:t>Data, Technologies and Infrastructure</a:t>
            </a:r>
          </a:p>
        </p:txBody>
      </p:sp>
    </p:spTree>
    <p:extLst>
      <p:ext uri="{BB962C8B-B14F-4D97-AF65-F5344CB8AC3E}">
        <p14:creationId xmlns:p14="http://schemas.microsoft.com/office/powerpoint/2010/main" val="2054155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1" cy="1"/>
          <a:chOff x="0" y="0"/>
          <a:chExt cx="1" cy="1"/>
        </a:xfrm>
      </p:grpSpPr>
      <p:sp>
        <p:nvSpPr>
          <p:cNvPr id="2" name="Text 0"/>
          <p:cNvSpPr/>
          <p:nvPr/>
        </p:nvSpPr>
        <p:spPr>
          <a:xfrm>
            <a:off x="530352" y="274320"/>
            <a:ext cx="7863840" cy="56692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2200" b="1" i="0">
                <a:solidFill>
                  <a:srgbClr val="14352D"/>
                </a:solidFill>
                <a:latin typeface="Aptos Display" pitchFamily="34" charset="0"/>
                <a:ea typeface="Aptos" pitchFamily="34" charset="-122"/>
                <a:cs typeface="Aptos" pitchFamily="34" charset="-120"/>
              </a:rPr>
              <a:t>From fragmented workflows to production-ready pipelines</a:t>
            </a:r>
            <a:endParaRPr lang="en-US" sz="1550"/>
          </a:p>
        </p:txBody>
      </p:sp>
      <p:sp>
        <p:nvSpPr>
          <p:cNvPr id="3" name="Text 1"/>
          <p:cNvSpPr/>
          <p:nvPr/>
        </p:nvSpPr>
        <p:spPr>
          <a:xfrm>
            <a:off x="530352" y="749808"/>
            <a:ext cx="6445013" cy="64008"/>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b="0" i="0" dirty="0">
                <a:solidFill>
                  <a:srgbClr val="55716A"/>
                </a:solidFill>
                <a:latin typeface="Aptos" pitchFamily="34" charset="0"/>
                <a:ea typeface="Aptos" pitchFamily="34" charset="-122"/>
                <a:cs typeface="Aptos" pitchFamily="34" charset="-120"/>
              </a:rPr>
              <a:t>AI-assisted automation for environmental data processing</a:t>
            </a:r>
            <a:endParaRPr lang="en-US" dirty="0"/>
          </a:p>
        </p:txBody>
      </p:sp>
      <p:sp>
        <p:nvSpPr>
          <p:cNvPr id="4" name="Shape 2"/>
          <p:cNvSpPr/>
          <p:nvPr/>
        </p:nvSpPr>
        <p:spPr>
          <a:xfrm>
            <a:off x="9144000" y="329184"/>
            <a:ext cx="2496312" cy="566928"/>
          </a:xfrm>
          <a:prstGeom prst="roundRect">
            <a:avLst>
              <a:gd name="adj" fmla="val 9091"/>
            </a:avLst>
          </a:prstGeom>
          <a:solidFill>
            <a:srgbClr val="DFF2EA"/>
          </a:solidFill>
          <a:ln w="12700">
            <a:solidFill>
              <a:srgbClr val="9ACDBD"/>
            </a:solidFill>
            <a:prstDash val="solid"/>
          </a:ln>
        </p:spPr>
        <p:txBody>
          <a:bodyPr/>
          <a:lstStyle/>
          <a:p>
            <a:endParaRPr lang="en-GB"/>
          </a:p>
        </p:txBody>
      </p:sp>
      <p:sp>
        <p:nvSpPr>
          <p:cNvPr id="6" name="Text 4"/>
          <p:cNvSpPr/>
          <p:nvPr/>
        </p:nvSpPr>
        <p:spPr>
          <a:xfrm>
            <a:off x="9194239" y="454384"/>
            <a:ext cx="2365482" cy="347472"/>
          </a:xfrm>
          <a:prstGeom prst="rect">
            <a:avLst/>
          </a:prstGeom>
          <a:noFill/>
          <a:ln>
            <a:noFill/>
          </a:ln>
        </p:spPr>
        <p:txBody>
          <a:bodyPr wrap="square" lIns="0" tIns="0" rIns="0" bIns="0" rtlCol="0" anchor="ctr">
            <a:normAutofit/>
          </a:bodyPr>
          <a:lstStyle/>
          <a:p>
            <a:pPr marL="0" indent="0" algn="ctr">
              <a:spcBef>
                <a:spcPts val="0"/>
              </a:spcBef>
              <a:spcAft>
                <a:spcPts val="0"/>
              </a:spcAft>
              <a:buNone/>
            </a:pPr>
            <a:r>
              <a:rPr lang="en-US" sz="1150" b="1" i="0" dirty="0">
                <a:solidFill>
                  <a:srgbClr val="14352D"/>
                </a:solidFill>
                <a:latin typeface="Aptos" pitchFamily="34" charset="0"/>
                <a:ea typeface="Aptos" pitchFamily="34" charset="-122"/>
                <a:cs typeface="Aptos" pitchFamily="34" charset="-120"/>
              </a:rPr>
              <a:t>Data, Technologies &amp; Infrastructure</a:t>
            </a:r>
            <a:endParaRPr lang="en-US" sz="780" dirty="0"/>
          </a:p>
        </p:txBody>
      </p:sp>
      <p:sp>
        <p:nvSpPr>
          <p:cNvPr id="7" name="Shape 5"/>
          <p:cNvSpPr/>
          <p:nvPr/>
        </p:nvSpPr>
        <p:spPr>
          <a:xfrm>
            <a:off x="548640" y="1234440"/>
            <a:ext cx="3547872" cy="1060704"/>
          </a:xfrm>
          <a:prstGeom prst="roundRect">
            <a:avLst>
              <a:gd name="adj" fmla="val 4211"/>
            </a:avLst>
          </a:prstGeom>
          <a:solidFill>
            <a:srgbClr val="EAF4F0"/>
          </a:solidFill>
          <a:ln w="10160">
            <a:solidFill>
              <a:srgbClr val="C8D8D2"/>
            </a:solidFill>
            <a:prstDash val="solid"/>
          </a:ln>
        </p:spPr>
        <p:txBody>
          <a:bodyPr/>
          <a:lstStyle/>
          <a:p>
            <a:endParaRPr lang="en-GB"/>
          </a:p>
        </p:txBody>
      </p:sp>
      <p:sp>
        <p:nvSpPr>
          <p:cNvPr id="8" name="Shape 6"/>
          <p:cNvSpPr/>
          <p:nvPr/>
        </p:nvSpPr>
        <p:spPr>
          <a:xfrm>
            <a:off x="713232"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9" name="Text 7"/>
          <p:cNvSpPr/>
          <p:nvPr/>
        </p:nvSpPr>
        <p:spPr>
          <a:xfrm>
            <a:off x="713232"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2</a:t>
            </a:r>
            <a:endParaRPr lang="en-US" sz="700"/>
          </a:p>
        </p:txBody>
      </p:sp>
      <p:sp>
        <p:nvSpPr>
          <p:cNvPr id="10" name="Text 8"/>
          <p:cNvSpPr/>
          <p:nvPr/>
        </p:nvSpPr>
        <p:spPr>
          <a:xfrm>
            <a:off x="1115568"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Challenge / opportunity</a:t>
            </a:r>
            <a:endParaRPr lang="en-US" sz="920"/>
          </a:p>
        </p:txBody>
      </p:sp>
      <p:sp>
        <p:nvSpPr>
          <p:cNvPr id="11" name="Text 9"/>
          <p:cNvSpPr/>
          <p:nvPr/>
        </p:nvSpPr>
        <p:spPr>
          <a:xfrm>
            <a:off x="731520" y="1719072"/>
            <a:ext cx="3182112" cy="420624"/>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1019" b="0" i="0" dirty="0">
                <a:solidFill>
                  <a:srgbClr val="344A44"/>
                </a:solidFill>
                <a:latin typeface="Aptos" pitchFamily="34" charset="0"/>
                <a:ea typeface="Aptos" pitchFamily="34" charset="-122"/>
                <a:cs typeface="Aptos" pitchFamily="34" charset="-120"/>
              </a:rPr>
              <a:t>Heterogeneous sources and stable but </a:t>
            </a:r>
            <a:r>
              <a:rPr lang="en-US" sz="1019" b="0" i="0" dirty="0" err="1">
                <a:solidFill>
                  <a:srgbClr val="344A44"/>
                </a:solidFill>
                <a:latin typeface="Aptos" pitchFamily="34" charset="0"/>
                <a:ea typeface="Aptos" pitchFamily="34" charset="-122"/>
                <a:cs typeface="Aptos" pitchFamily="34" charset="-120"/>
              </a:rPr>
              <a:t>labour-intensive</a:t>
            </a:r>
            <a:r>
              <a:rPr lang="en-US" sz="1019" b="0" i="0" dirty="0">
                <a:solidFill>
                  <a:srgbClr val="344A44"/>
                </a:solidFill>
                <a:latin typeface="Aptos" pitchFamily="34" charset="0"/>
                <a:ea typeface="Aptos" pitchFamily="34" charset="-122"/>
                <a:cs typeface="Aptos" pitchFamily="34" charset="-120"/>
              </a:rPr>
              <a:t> methods make data pipelines slow to build, costly to maintain and vulnerable to </a:t>
            </a:r>
            <a:r>
              <a:rPr lang="en-US" sz="1000" b="0" i="0" dirty="0">
                <a:solidFill>
                  <a:srgbClr val="344A44"/>
                </a:solidFill>
                <a:latin typeface="Aptos" pitchFamily="34" charset="0"/>
                <a:ea typeface="Aptos" pitchFamily="34" charset="-122"/>
                <a:cs typeface="Aptos" pitchFamily="34" charset="-120"/>
              </a:rPr>
              <a:t>concentrated</a:t>
            </a:r>
            <a:r>
              <a:rPr lang="en-US" sz="1019" b="0" i="0" dirty="0">
                <a:solidFill>
                  <a:srgbClr val="344A44"/>
                </a:solidFill>
                <a:latin typeface="Aptos" pitchFamily="34" charset="0"/>
                <a:ea typeface="Aptos" pitchFamily="34" charset="-122"/>
                <a:cs typeface="Aptos" pitchFamily="34" charset="-120"/>
              </a:rPr>
              <a:t> expertise.</a:t>
            </a:r>
            <a:endParaRPr lang="en-US" sz="730" dirty="0"/>
          </a:p>
        </p:txBody>
      </p:sp>
      <p:sp>
        <p:nvSpPr>
          <p:cNvPr id="12" name="Shape 10"/>
          <p:cNvSpPr/>
          <p:nvPr/>
        </p:nvSpPr>
        <p:spPr>
          <a:xfrm>
            <a:off x="4315968" y="1234440"/>
            <a:ext cx="3547872" cy="1060704"/>
          </a:xfrm>
          <a:prstGeom prst="roundRect">
            <a:avLst>
              <a:gd name="adj" fmla="val 4211"/>
            </a:avLst>
          </a:prstGeom>
          <a:solidFill>
            <a:srgbClr val="EAF4F0"/>
          </a:solidFill>
          <a:ln w="10160">
            <a:solidFill>
              <a:srgbClr val="C8D8D2"/>
            </a:solidFill>
            <a:prstDash val="solid"/>
          </a:ln>
        </p:spPr>
        <p:txBody>
          <a:bodyPr/>
          <a:lstStyle/>
          <a:p>
            <a:endParaRPr lang="en-GB"/>
          </a:p>
        </p:txBody>
      </p:sp>
      <p:sp>
        <p:nvSpPr>
          <p:cNvPr id="13" name="Shape 11"/>
          <p:cNvSpPr/>
          <p:nvPr/>
        </p:nvSpPr>
        <p:spPr>
          <a:xfrm>
            <a:off x="4480560"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14" name="Text 12"/>
          <p:cNvSpPr/>
          <p:nvPr/>
        </p:nvSpPr>
        <p:spPr>
          <a:xfrm>
            <a:off x="4480560"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3</a:t>
            </a:r>
            <a:endParaRPr lang="en-US" sz="700"/>
          </a:p>
        </p:txBody>
      </p:sp>
      <p:sp>
        <p:nvSpPr>
          <p:cNvPr id="15" name="Text 13"/>
          <p:cNvSpPr/>
          <p:nvPr/>
        </p:nvSpPr>
        <p:spPr>
          <a:xfrm>
            <a:off x="4882896"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Proposed use of AI</a:t>
            </a:r>
            <a:endParaRPr lang="en-US" sz="920"/>
          </a:p>
        </p:txBody>
      </p:sp>
      <p:sp>
        <p:nvSpPr>
          <p:cNvPr id="16" name="Text 14"/>
          <p:cNvSpPr/>
          <p:nvPr/>
        </p:nvSpPr>
        <p:spPr>
          <a:xfrm>
            <a:off x="4498848" y="1719072"/>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An IDE-based AI co-developer supports coding, debugging, documentation and testing; an agent can execute multi-step development workflows under human control.</a:t>
            </a:r>
            <a:endParaRPr lang="en-US" sz="1000" dirty="0"/>
          </a:p>
        </p:txBody>
      </p:sp>
      <p:sp>
        <p:nvSpPr>
          <p:cNvPr id="17" name="Shape 15"/>
          <p:cNvSpPr/>
          <p:nvPr/>
        </p:nvSpPr>
        <p:spPr>
          <a:xfrm>
            <a:off x="8083296" y="1234440"/>
            <a:ext cx="3547872" cy="1060704"/>
          </a:xfrm>
          <a:prstGeom prst="roundRect">
            <a:avLst>
              <a:gd name="adj" fmla="val 4211"/>
            </a:avLst>
          </a:prstGeom>
          <a:solidFill>
            <a:srgbClr val="EAF4F0"/>
          </a:solidFill>
          <a:ln w="10160">
            <a:solidFill>
              <a:srgbClr val="C8D8D2"/>
            </a:solidFill>
            <a:prstDash val="solid"/>
          </a:ln>
        </p:spPr>
        <p:txBody>
          <a:bodyPr/>
          <a:lstStyle/>
          <a:p>
            <a:endParaRPr lang="en-GB"/>
          </a:p>
        </p:txBody>
      </p:sp>
      <p:sp>
        <p:nvSpPr>
          <p:cNvPr id="18" name="Shape 16"/>
          <p:cNvSpPr/>
          <p:nvPr/>
        </p:nvSpPr>
        <p:spPr>
          <a:xfrm>
            <a:off x="8247888"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19" name="Text 17"/>
          <p:cNvSpPr/>
          <p:nvPr/>
        </p:nvSpPr>
        <p:spPr>
          <a:xfrm>
            <a:off x="8247888"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4</a:t>
            </a:r>
            <a:endParaRPr lang="en-US" sz="700"/>
          </a:p>
        </p:txBody>
      </p:sp>
      <p:sp>
        <p:nvSpPr>
          <p:cNvPr id="20" name="Text 18"/>
          <p:cNvSpPr/>
          <p:nvPr/>
        </p:nvSpPr>
        <p:spPr>
          <a:xfrm>
            <a:off x="8650224"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Scope</a:t>
            </a:r>
            <a:endParaRPr lang="en-US" sz="920"/>
          </a:p>
        </p:txBody>
      </p:sp>
      <p:sp>
        <p:nvSpPr>
          <p:cNvPr id="21" name="Text 19"/>
          <p:cNvSpPr/>
          <p:nvPr/>
        </p:nvSpPr>
        <p:spPr>
          <a:xfrm>
            <a:off x="8266176" y="1719072"/>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AI-assisted collection from files, databases and APIs; processing, </a:t>
            </a:r>
            <a:r>
              <a:rPr lang="en-US" sz="1000" b="0" i="0" dirty="0" err="1">
                <a:solidFill>
                  <a:srgbClr val="344A44"/>
                </a:solidFill>
                <a:latin typeface="Aptos" pitchFamily="34" charset="0"/>
                <a:ea typeface="Aptos" pitchFamily="34" charset="-122"/>
                <a:cs typeface="Aptos" pitchFamily="34" charset="-120"/>
              </a:rPr>
              <a:t>harmonisation</a:t>
            </a:r>
            <a:r>
              <a:rPr lang="en-US" sz="1000" b="0" i="0" dirty="0">
                <a:solidFill>
                  <a:srgbClr val="344A44"/>
                </a:solidFill>
                <a:latin typeface="Aptos" pitchFamily="34" charset="0"/>
                <a:ea typeface="Aptos" pitchFamily="34" charset="-122"/>
                <a:cs typeface="Aptos" pitchFamily="34" charset="-120"/>
              </a:rPr>
              <a:t>, enrichment and metrics; conversion for reporting, publication or downstream use.</a:t>
            </a:r>
            <a:endParaRPr lang="en-US" sz="1000" dirty="0"/>
          </a:p>
        </p:txBody>
      </p:sp>
      <p:sp>
        <p:nvSpPr>
          <p:cNvPr id="22" name="Shape 20"/>
          <p:cNvSpPr/>
          <p:nvPr/>
        </p:nvSpPr>
        <p:spPr>
          <a:xfrm>
            <a:off x="548640" y="2487168"/>
            <a:ext cx="3547872" cy="1060704"/>
          </a:xfrm>
          <a:prstGeom prst="roundRect">
            <a:avLst>
              <a:gd name="adj" fmla="val 4211"/>
            </a:avLst>
          </a:prstGeom>
          <a:solidFill>
            <a:srgbClr val="EAF4F0"/>
          </a:solidFill>
          <a:ln w="10160">
            <a:solidFill>
              <a:srgbClr val="C8D8D2"/>
            </a:solidFill>
            <a:prstDash val="solid"/>
          </a:ln>
        </p:spPr>
        <p:txBody>
          <a:bodyPr/>
          <a:lstStyle/>
          <a:p>
            <a:endParaRPr lang="en-GB"/>
          </a:p>
        </p:txBody>
      </p:sp>
      <p:sp>
        <p:nvSpPr>
          <p:cNvPr id="23" name="Shape 21"/>
          <p:cNvSpPr/>
          <p:nvPr/>
        </p:nvSpPr>
        <p:spPr>
          <a:xfrm>
            <a:off x="713232"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24" name="Text 22"/>
          <p:cNvSpPr/>
          <p:nvPr/>
        </p:nvSpPr>
        <p:spPr>
          <a:xfrm>
            <a:off x="713232"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5</a:t>
            </a:r>
            <a:endParaRPr lang="en-US" sz="700"/>
          </a:p>
        </p:txBody>
      </p:sp>
      <p:sp>
        <p:nvSpPr>
          <p:cNvPr id="25" name="Text 23"/>
          <p:cNvSpPr/>
          <p:nvPr/>
        </p:nvSpPr>
        <p:spPr>
          <a:xfrm>
            <a:off x="1115568"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Expected outcome</a:t>
            </a:r>
            <a:endParaRPr lang="en-US" sz="920"/>
          </a:p>
        </p:txBody>
      </p:sp>
      <p:sp>
        <p:nvSpPr>
          <p:cNvPr id="26" name="Text 24"/>
          <p:cNvSpPr/>
          <p:nvPr/>
        </p:nvSpPr>
        <p:spPr>
          <a:xfrm>
            <a:off x="731520" y="2971800"/>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Potentially shift delivery from days to hours, improve consistency and test coverage, reduce mapping and conversion errors, and simplify onboarding.</a:t>
            </a:r>
            <a:endParaRPr lang="en-US" sz="1000" dirty="0"/>
          </a:p>
        </p:txBody>
      </p:sp>
      <p:sp>
        <p:nvSpPr>
          <p:cNvPr id="27" name="Shape 25"/>
          <p:cNvSpPr/>
          <p:nvPr/>
        </p:nvSpPr>
        <p:spPr>
          <a:xfrm>
            <a:off x="4315968" y="2487168"/>
            <a:ext cx="3547872" cy="1060704"/>
          </a:xfrm>
          <a:prstGeom prst="roundRect">
            <a:avLst>
              <a:gd name="adj" fmla="val 4211"/>
            </a:avLst>
          </a:prstGeom>
          <a:solidFill>
            <a:srgbClr val="EAF4F0"/>
          </a:solidFill>
          <a:ln w="10160">
            <a:solidFill>
              <a:srgbClr val="C8D8D2"/>
            </a:solidFill>
            <a:prstDash val="solid"/>
          </a:ln>
        </p:spPr>
        <p:txBody>
          <a:bodyPr/>
          <a:lstStyle/>
          <a:p>
            <a:endParaRPr lang="en-GB"/>
          </a:p>
        </p:txBody>
      </p:sp>
      <p:sp>
        <p:nvSpPr>
          <p:cNvPr id="28" name="Shape 26"/>
          <p:cNvSpPr/>
          <p:nvPr/>
        </p:nvSpPr>
        <p:spPr>
          <a:xfrm>
            <a:off x="4480560"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29" name="Text 27"/>
          <p:cNvSpPr/>
          <p:nvPr/>
        </p:nvSpPr>
        <p:spPr>
          <a:xfrm>
            <a:off x="4480560"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6</a:t>
            </a:r>
            <a:endParaRPr lang="en-US" sz="700"/>
          </a:p>
        </p:txBody>
      </p:sp>
      <p:sp>
        <p:nvSpPr>
          <p:cNvPr id="30" name="Text 28"/>
          <p:cNvSpPr/>
          <p:nvPr/>
        </p:nvSpPr>
        <p:spPr>
          <a:xfrm>
            <a:off x="4882896"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Environmental + digital contribution</a:t>
            </a:r>
            <a:endParaRPr lang="en-US" sz="920"/>
          </a:p>
        </p:txBody>
      </p:sp>
      <p:sp>
        <p:nvSpPr>
          <p:cNvPr id="31" name="Text 29"/>
          <p:cNvSpPr/>
          <p:nvPr/>
        </p:nvSpPr>
        <p:spPr>
          <a:xfrm>
            <a:off x="4498848" y="2971800"/>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More timely and reliable statistics, broader data coverage and fewer manual steps, while building AI capability and reusable, machine-readable pipelines.</a:t>
            </a:r>
            <a:endParaRPr lang="en-US" sz="1000" dirty="0"/>
          </a:p>
        </p:txBody>
      </p:sp>
      <p:sp>
        <p:nvSpPr>
          <p:cNvPr id="32" name="Shape 30"/>
          <p:cNvSpPr/>
          <p:nvPr/>
        </p:nvSpPr>
        <p:spPr>
          <a:xfrm>
            <a:off x="8083296" y="2487168"/>
            <a:ext cx="3547872" cy="1060704"/>
          </a:xfrm>
          <a:prstGeom prst="roundRect">
            <a:avLst>
              <a:gd name="adj" fmla="val 4211"/>
            </a:avLst>
          </a:prstGeom>
          <a:solidFill>
            <a:srgbClr val="EAF4F0"/>
          </a:solidFill>
          <a:ln w="10160">
            <a:solidFill>
              <a:srgbClr val="C8D8D2"/>
            </a:solidFill>
            <a:prstDash val="solid"/>
          </a:ln>
        </p:spPr>
        <p:txBody>
          <a:bodyPr/>
          <a:lstStyle/>
          <a:p>
            <a:endParaRPr lang="en-GB"/>
          </a:p>
        </p:txBody>
      </p:sp>
      <p:sp>
        <p:nvSpPr>
          <p:cNvPr id="33" name="Shape 31"/>
          <p:cNvSpPr/>
          <p:nvPr/>
        </p:nvSpPr>
        <p:spPr>
          <a:xfrm>
            <a:off x="8247888"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34" name="Text 32"/>
          <p:cNvSpPr/>
          <p:nvPr/>
        </p:nvSpPr>
        <p:spPr>
          <a:xfrm>
            <a:off x="8247888"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7</a:t>
            </a:r>
            <a:endParaRPr lang="en-US" sz="700"/>
          </a:p>
        </p:txBody>
      </p:sp>
      <p:sp>
        <p:nvSpPr>
          <p:cNvPr id="35" name="Text 33"/>
          <p:cNvSpPr/>
          <p:nvPr/>
        </p:nvSpPr>
        <p:spPr>
          <a:xfrm>
            <a:off x="8650224"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Key conditions</a:t>
            </a:r>
            <a:endParaRPr lang="en-US" sz="920"/>
          </a:p>
        </p:txBody>
      </p:sp>
      <p:sp>
        <p:nvSpPr>
          <p:cNvPr id="36" name="Text 34"/>
          <p:cNvSpPr/>
          <p:nvPr/>
        </p:nvSpPr>
        <p:spPr>
          <a:xfrm>
            <a:off x="8266176" y="2971800"/>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Supported toolchain, sandboxed execution, Git and CI controls, sanitized prompts, cost-aware model choices, plus mandatory engineer and subject-matter validation.</a:t>
            </a:r>
            <a:endParaRPr lang="en-US" sz="1000" dirty="0"/>
          </a:p>
        </p:txBody>
      </p:sp>
      <p:sp>
        <p:nvSpPr>
          <p:cNvPr id="37" name="Shape 35"/>
          <p:cNvSpPr/>
          <p:nvPr/>
        </p:nvSpPr>
        <p:spPr>
          <a:xfrm>
            <a:off x="548640" y="3822192"/>
            <a:ext cx="11082528" cy="2331720"/>
          </a:xfrm>
          <a:prstGeom prst="roundRect">
            <a:avLst>
              <a:gd name="adj" fmla="val 1344"/>
            </a:avLst>
          </a:prstGeom>
          <a:solidFill>
            <a:srgbClr val="14352D"/>
          </a:solidFill>
          <a:ln w="12700">
            <a:solidFill>
              <a:srgbClr val="14352D"/>
            </a:solidFill>
            <a:prstDash val="solid"/>
          </a:ln>
        </p:spPr>
        <p:txBody>
          <a:bodyPr/>
          <a:lstStyle/>
          <a:p>
            <a:endParaRPr lang="en-GB"/>
          </a:p>
        </p:txBody>
      </p:sp>
      <p:sp>
        <p:nvSpPr>
          <p:cNvPr id="38" name="Text 36"/>
          <p:cNvSpPr/>
          <p:nvPr/>
        </p:nvSpPr>
        <p:spPr>
          <a:xfrm>
            <a:off x="822960" y="4096512"/>
            <a:ext cx="2057400"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000" b="1" i="0">
                <a:solidFill>
                  <a:srgbClr val="8ED3BE"/>
                </a:solidFill>
                <a:latin typeface="Aptos" pitchFamily="34" charset="0"/>
                <a:ea typeface="Aptos" pitchFamily="34" charset="-122"/>
                <a:cs typeface="Aptos" pitchFamily="34" charset="-120"/>
              </a:rPr>
              <a:t>MAIN TAKEAWAYS</a:t>
            </a:r>
            <a:endParaRPr lang="en-US" sz="720"/>
          </a:p>
        </p:txBody>
      </p:sp>
      <p:sp>
        <p:nvSpPr>
          <p:cNvPr id="39" name="Text 37"/>
          <p:cNvSpPr/>
          <p:nvPr/>
        </p:nvSpPr>
        <p:spPr>
          <a:xfrm>
            <a:off x="822960" y="4379976"/>
            <a:ext cx="2971800" cy="612648"/>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2100" b="1" i="0">
                <a:solidFill>
                  <a:srgbClr val="FFFFFF"/>
                </a:solidFill>
                <a:latin typeface="Aptos Display" pitchFamily="34" charset="0"/>
                <a:ea typeface="Aptos" pitchFamily="34" charset="-122"/>
                <a:cs typeface="Aptos" pitchFamily="34" charset="-120"/>
              </a:rPr>
              <a:t>Faster pipelines,</a:t>
            </a:r>
            <a:endParaRPr lang="en-US" sz="1700"/>
          </a:p>
          <a:p>
            <a:pPr marL="0" indent="0" algn="l">
              <a:spcBef>
                <a:spcPts val="0"/>
              </a:spcBef>
              <a:spcAft>
                <a:spcPts val="0"/>
              </a:spcAft>
              <a:buNone/>
            </a:pPr>
            <a:r>
              <a:rPr lang="en-US" sz="2100" b="1" i="0">
                <a:solidFill>
                  <a:srgbClr val="FFFFFF"/>
                </a:solidFill>
                <a:latin typeface="Aptos Display" pitchFamily="34" charset="0"/>
                <a:ea typeface="Aptos" pitchFamily="34" charset="-122"/>
                <a:cs typeface="Aptos" pitchFamily="34" charset="-120"/>
              </a:rPr>
              <a:t>stronger assurance</a:t>
            </a:r>
            <a:endParaRPr lang="en-US" sz="1700"/>
          </a:p>
        </p:txBody>
      </p:sp>
      <p:sp>
        <p:nvSpPr>
          <p:cNvPr id="40" name="Text 38"/>
          <p:cNvSpPr/>
          <p:nvPr/>
        </p:nvSpPr>
        <p:spPr>
          <a:xfrm>
            <a:off x="822960" y="5093208"/>
            <a:ext cx="2880360" cy="56692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100" b="0" i="0">
                <a:solidFill>
                  <a:srgbClr val="D7E5E0"/>
                </a:solidFill>
                <a:latin typeface="Aptos" pitchFamily="34" charset="0"/>
                <a:ea typeface="Aptos" pitchFamily="34" charset="-122"/>
                <a:cs typeface="Aptos" pitchFamily="34" charset="-120"/>
              </a:rPr>
              <a:t>AI compresses development cycles while keeping accountability with data engineers and environmental subject-matter experts.</a:t>
            </a:r>
            <a:endParaRPr lang="en-US" sz="820"/>
          </a:p>
        </p:txBody>
      </p:sp>
      <p:sp>
        <p:nvSpPr>
          <p:cNvPr id="41" name="Text 39"/>
          <p:cNvSpPr/>
          <p:nvPr/>
        </p:nvSpPr>
        <p:spPr>
          <a:xfrm>
            <a:off x="41330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01</a:t>
            </a:r>
            <a:endParaRPr lang="en-US" sz="730"/>
          </a:p>
        </p:txBody>
      </p:sp>
      <p:sp>
        <p:nvSpPr>
          <p:cNvPr id="42" name="Text 40"/>
          <p:cNvSpPr/>
          <p:nvPr/>
        </p:nvSpPr>
        <p:spPr>
          <a:xfrm>
            <a:off x="4133088" y="4462272"/>
            <a:ext cx="1572768" cy="29260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Development speed</a:t>
            </a:r>
            <a:endParaRPr lang="en-US" sz="1020"/>
          </a:p>
        </p:txBody>
      </p:sp>
      <p:sp>
        <p:nvSpPr>
          <p:cNvPr id="43" name="Text 41"/>
          <p:cNvSpPr/>
          <p:nvPr/>
        </p:nvSpPr>
        <p:spPr>
          <a:xfrm>
            <a:off x="41330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Generate new pipelines, adapters and calculations in substantially shorter cycles.</a:t>
            </a:r>
            <a:endParaRPr lang="en-US" sz="770"/>
          </a:p>
        </p:txBody>
      </p:sp>
      <p:sp>
        <p:nvSpPr>
          <p:cNvPr id="44" name="Shape 42"/>
          <p:cNvSpPr/>
          <p:nvPr/>
        </p:nvSpPr>
        <p:spPr>
          <a:xfrm>
            <a:off x="5797296" y="4315968"/>
            <a:ext cx="0" cy="1353312"/>
          </a:xfrm>
          <a:prstGeom prst="line">
            <a:avLst/>
          </a:prstGeom>
          <a:noFill/>
          <a:ln w="12700">
            <a:solidFill>
              <a:srgbClr val="3B5B52"/>
            </a:solidFill>
            <a:prstDash val="solid"/>
          </a:ln>
        </p:spPr>
        <p:txBody>
          <a:bodyPr/>
          <a:lstStyle/>
          <a:p>
            <a:endParaRPr lang="en-GB"/>
          </a:p>
        </p:txBody>
      </p:sp>
      <p:sp>
        <p:nvSpPr>
          <p:cNvPr id="45" name="Text 43"/>
          <p:cNvSpPr/>
          <p:nvPr/>
        </p:nvSpPr>
        <p:spPr>
          <a:xfrm>
            <a:off x="59618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02</a:t>
            </a:r>
            <a:endParaRPr lang="en-US" sz="730"/>
          </a:p>
        </p:txBody>
      </p:sp>
      <p:sp>
        <p:nvSpPr>
          <p:cNvPr id="46" name="Text 44"/>
          <p:cNvSpPr/>
          <p:nvPr/>
        </p:nvSpPr>
        <p:spPr>
          <a:xfrm>
            <a:off x="5961888" y="4462272"/>
            <a:ext cx="1572768" cy="29260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Quality by default</a:t>
            </a:r>
            <a:endParaRPr lang="en-US" sz="1020"/>
          </a:p>
        </p:txBody>
      </p:sp>
      <p:sp>
        <p:nvSpPr>
          <p:cNvPr id="47" name="Text 45"/>
          <p:cNvSpPr/>
          <p:nvPr/>
        </p:nvSpPr>
        <p:spPr>
          <a:xfrm>
            <a:off x="59618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Consistent style, documentation, unit tests and security checks become part of every workflow.</a:t>
            </a:r>
            <a:endParaRPr lang="en-US" sz="770"/>
          </a:p>
        </p:txBody>
      </p:sp>
      <p:sp>
        <p:nvSpPr>
          <p:cNvPr id="48" name="Shape 46"/>
          <p:cNvSpPr/>
          <p:nvPr/>
        </p:nvSpPr>
        <p:spPr>
          <a:xfrm>
            <a:off x="7626096" y="4315968"/>
            <a:ext cx="0" cy="1353312"/>
          </a:xfrm>
          <a:prstGeom prst="line">
            <a:avLst/>
          </a:prstGeom>
          <a:noFill/>
          <a:ln w="12700">
            <a:solidFill>
              <a:srgbClr val="3B5B52"/>
            </a:solidFill>
            <a:prstDash val="solid"/>
          </a:ln>
        </p:spPr>
        <p:txBody>
          <a:bodyPr/>
          <a:lstStyle/>
          <a:p>
            <a:endParaRPr lang="en-GB"/>
          </a:p>
        </p:txBody>
      </p:sp>
      <p:sp>
        <p:nvSpPr>
          <p:cNvPr id="49" name="Text 47"/>
          <p:cNvSpPr/>
          <p:nvPr/>
        </p:nvSpPr>
        <p:spPr>
          <a:xfrm>
            <a:off x="77906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03</a:t>
            </a:r>
            <a:endParaRPr lang="en-US" sz="730"/>
          </a:p>
        </p:txBody>
      </p:sp>
      <p:sp>
        <p:nvSpPr>
          <p:cNvPr id="50" name="Text 48"/>
          <p:cNvSpPr/>
          <p:nvPr/>
        </p:nvSpPr>
        <p:spPr>
          <a:xfrm>
            <a:off x="7790688" y="4462272"/>
            <a:ext cx="1572768" cy="29260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Knowledge continuity</a:t>
            </a:r>
            <a:endParaRPr lang="en-US" sz="1020"/>
          </a:p>
        </p:txBody>
      </p:sp>
      <p:sp>
        <p:nvSpPr>
          <p:cNvPr id="51" name="Text 49"/>
          <p:cNvSpPr/>
          <p:nvPr/>
        </p:nvSpPr>
        <p:spPr>
          <a:xfrm>
            <a:off x="77906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AI can explain and extend existing code, reducing dependency on a single specialist.</a:t>
            </a:r>
            <a:endParaRPr lang="en-US" sz="770"/>
          </a:p>
        </p:txBody>
      </p:sp>
      <p:sp>
        <p:nvSpPr>
          <p:cNvPr id="52" name="Shape 50"/>
          <p:cNvSpPr/>
          <p:nvPr/>
        </p:nvSpPr>
        <p:spPr>
          <a:xfrm>
            <a:off x="9454896" y="4315968"/>
            <a:ext cx="0" cy="1353312"/>
          </a:xfrm>
          <a:prstGeom prst="line">
            <a:avLst/>
          </a:prstGeom>
          <a:noFill/>
          <a:ln w="12700">
            <a:solidFill>
              <a:srgbClr val="3B5B52"/>
            </a:solidFill>
            <a:prstDash val="solid"/>
          </a:ln>
        </p:spPr>
        <p:txBody>
          <a:bodyPr/>
          <a:lstStyle/>
          <a:p>
            <a:endParaRPr lang="en-GB"/>
          </a:p>
        </p:txBody>
      </p:sp>
      <p:sp>
        <p:nvSpPr>
          <p:cNvPr id="53" name="Text 51"/>
          <p:cNvSpPr/>
          <p:nvPr/>
        </p:nvSpPr>
        <p:spPr>
          <a:xfrm>
            <a:off x="96194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04</a:t>
            </a:r>
            <a:endParaRPr lang="en-US" sz="730"/>
          </a:p>
        </p:txBody>
      </p:sp>
      <p:sp>
        <p:nvSpPr>
          <p:cNvPr id="54" name="Text 52"/>
          <p:cNvSpPr/>
          <p:nvPr/>
        </p:nvSpPr>
        <p:spPr>
          <a:xfrm>
            <a:off x="9619488" y="4462272"/>
            <a:ext cx="1572768" cy="29260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Governed oversight</a:t>
            </a:r>
            <a:endParaRPr lang="en-US" sz="1020"/>
          </a:p>
        </p:txBody>
      </p:sp>
      <p:sp>
        <p:nvSpPr>
          <p:cNvPr id="55" name="Text 53"/>
          <p:cNvSpPr/>
          <p:nvPr/>
        </p:nvSpPr>
        <p:spPr>
          <a:xfrm>
            <a:off x="96194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Generated code remains a draft: engineers approve it and experts test outputs before production.</a:t>
            </a:r>
            <a:endParaRPr lang="en-US" sz="770"/>
          </a:p>
        </p:txBody>
      </p:sp>
      <p:sp>
        <p:nvSpPr>
          <p:cNvPr id="56" name="Slide Number Placeholder 0"/>
          <p:cNvSpPr>
            <a:spLocks noGrp="1"/>
          </p:cNvSpPr>
          <p:nvPr>
            <p:ph type="sldNum" sz="quarter" idx="4294967295"/>
          </p:nvPr>
        </p:nvSpPr>
        <p:spPr>
          <a:xfrm>
            <a:off x="11686032" y="6510528"/>
            <a:ext cx="182880" cy="164592"/>
          </a:xfrm>
          <a:prstGeom prst="rect">
            <a:avLst/>
          </a:prstGeom>
          <a:extLst>
            <a:ext uri="{C572A759-6A51-4108-AA02-DFA0A04FC94B}">
              <ma14:wrappingTextBoxFlag xmlns:ma14="http://schemas.microsoft.com/office/mac/drawingml/2011/main" xmlns="" val="0"/>
            </a:ext>
          </a:extLst>
        </p:spPr>
        <p:txBody>
          <a:bodyPr/>
          <a:lstStyle>
            <a:lvl1pPr>
              <a:defRPr sz="650">
                <a:solidFill>
                  <a:srgbClr val="7A8D87"/>
                </a:solidFill>
                <a:latin typeface="Aptos"/>
                <a:ea typeface="Aptos"/>
                <a:cs typeface="Aptos"/>
              </a:defRPr>
            </a:lvl1pPr>
          </a:lstStyle>
          <a:p>
            <a:pPr algn="l"/>
            <a:fld id="{F7021451-1387-4CA6-816F-3879F97B5CBC}" type="slidenum">
              <a:rPr lang="en-US" b="0"/>
              <a:t>10</a:t>
            </a:fld>
            <a:endParaRPr lang="en-US"/>
          </a:p>
        </p:txBody>
      </p:sp>
    </p:spTree>
    <p:extLst>
      <p:ext uri="{BB962C8B-B14F-4D97-AF65-F5344CB8AC3E}">
        <p14:creationId xmlns:p14="http://schemas.microsoft.com/office/powerpoint/2010/main" val="1483082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1" cy="1"/>
          <a:chOff x="0" y="0"/>
          <a:chExt cx="1" cy="1"/>
        </a:xfrm>
      </p:grpSpPr>
      <p:sp>
        <p:nvSpPr>
          <p:cNvPr id="2" name="Text 0"/>
          <p:cNvSpPr/>
          <p:nvPr/>
        </p:nvSpPr>
        <p:spPr>
          <a:xfrm>
            <a:off x="530352" y="274320"/>
            <a:ext cx="7863840" cy="56692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2200" b="1" i="0">
                <a:solidFill>
                  <a:srgbClr val="14352D"/>
                </a:solidFill>
                <a:latin typeface="Aptos Display" pitchFamily="34" charset="0"/>
                <a:ea typeface="Aptos" pitchFamily="34" charset="-122"/>
                <a:cs typeface="Aptos" pitchFamily="34" charset="-120"/>
              </a:rPr>
              <a:t>From external compute dependency to shared in-house capability</a:t>
            </a:r>
            <a:endParaRPr lang="en-US" sz="1750"/>
          </a:p>
        </p:txBody>
      </p:sp>
      <p:sp>
        <p:nvSpPr>
          <p:cNvPr id="3" name="Text 1"/>
          <p:cNvSpPr/>
          <p:nvPr/>
        </p:nvSpPr>
        <p:spPr>
          <a:xfrm>
            <a:off x="548639" y="710721"/>
            <a:ext cx="6324433" cy="21031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b="0" i="0" dirty="0">
                <a:solidFill>
                  <a:srgbClr val="55716A"/>
                </a:solidFill>
                <a:latin typeface="Aptos" pitchFamily="34" charset="0"/>
                <a:ea typeface="Aptos" pitchFamily="34" charset="-122"/>
                <a:cs typeface="Aptos" pitchFamily="34" charset="-120"/>
              </a:rPr>
              <a:t>Shared µHPC infrastructure for environmental research and AI</a:t>
            </a:r>
            <a:endParaRPr lang="en-US" dirty="0"/>
          </a:p>
        </p:txBody>
      </p:sp>
      <p:sp>
        <p:nvSpPr>
          <p:cNvPr id="4" name="Shape 2"/>
          <p:cNvSpPr/>
          <p:nvPr/>
        </p:nvSpPr>
        <p:spPr>
          <a:xfrm>
            <a:off x="9189720" y="328531"/>
            <a:ext cx="2496312" cy="566928"/>
          </a:xfrm>
          <a:prstGeom prst="roundRect">
            <a:avLst>
              <a:gd name="adj" fmla="val 12963"/>
            </a:avLst>
          </a:prstGeom>
          <a:solidFill>
            <a:srgbClr val="DFF2EA"/>
          </a:solidFill>
          <a:ln w="12700">
            <a:solidFill>
              <a:srgbClr val="9ACDBD"/>
            </a:solidFill>
            <a:prstDash val="solid"/>
          </a:ln>
        </p:spPr>
        <p:txBody>
          <a:bodyPr/>
          <a:lstStyle/>
          <a:p>
            <a:endParaRPr lang="en-GB"/>
          </a:p>
        </p:txBody>
      </p:sp>
      <p:sp>
        <p:nvSpPr>
          <p:cNvPr id="6" name="Text 4"/>
          <p:cNvSpPr/>
          <p:nvPr/>
        </p:nvSpPr>
        <p:spPr>
          <a:xfrm>
            <a:off x="9144000" y="454385"/>
            <a:ext cx="2487168" cy="347472"/>
          </a:xfrm>
          <a:prstGeom prst="rect">
            <a:avLst/>
          </a:prstGeom>
          <a:noFill/>
          <a:ln>
            <a:noFill/>
          </a:ln>
        </p:spPr>
        <p:txBody>
          <a:bodyPr wrap="square" lIns="0" tIns="0" rIns="0" bIns="0" rtlCol="0" anchor="ctr">
            <a:normAutofit/>
          </a:bodyPr>
          <a:lstStyle/>
          <a:p>
            <a:pPr marL="0" indent="0" algn="ctr">
              <a:spcBef>
                <a:spcPts val="0"/>
              </a:spcBef>
              <a:spcAft>
                <a:spcPts val="0"/>
              </a:spcAft>
              <a:buNone/>
            </a:pPr>
            <a:r>
              <a:rPr lang="en-US" sz="1150" b="1" i="0" dirty="0">
                <a:solidFill>
                  <a:srgbClr val="14352D"/>
                </a:solidFill>
                <a:latin typeface="Aptos" pitchFamily="34" charset="0"/>
                <a:ea typeface="Aptos" pitchFamily="34" charset="-122"/>
                <a:cs typeface="Aptos" pitchFamily="34" charset="-120"/>
              </a:rPr>
              <a:t>Data, Technologies &amp; Infrastructure</a:t>
            </a:r>
            <a:endParaRPr lang="en-US" sz="510" dirty="0"/>
          </a:p>
        </p:txBody>
      </p:sp>
      <p:sp>
        <p:nvSpPr>
          <p:cNvPr id="7" name="Text 5"/>
          <p:cNvSpPr/>
          <p:nvPr/>
        </p:nvSpPr>
        <p:spPr>
          <a:xfrm>
            <a:off x="9144000" y="941832"/>
            <a:ext cx="2496312" cy="146304"/>
          </a:xfrm>
          <a:prstGeom prst="rect">
            <a:avLst/>
          </a:prstGeom>
          <a:noFill/>
          <a:ln>
            <a:noFill/>
          </a:ln>
        </p:spPr>
        <p:txBody>
          <a:bodyPr wrap="square" lIns="0" tIns="0" rIns="0" bIns="0" rtlCol="0" anchor="ctr">
            <a:normAutofit/>
          </a:bodyPr>
          <a:lstStyle/>
          <a:p>
            <a:pPr marL="0" indent="0" algn="r">
              <a:spcBef>
                <a:spcPts val="0"/>
              </a:spcBef>
              <a:spcAft>
                <a:spcPts val="0"/>
              </a:spcAft>
              <a:buNone/>
            </a:pPr>
            <a:r>
              <a:rPr lang="en-US" sz="650" b="0" i="0">
                <a:solidFill>
                  <a:srgbClr val="55716A"/>
                </a:solidFill>
                <a:latin typeface="Aptos" pitchFamily="34" charset="0"/>
                <a:ea typeface="Aptos" pitchFamily="34" charset="-122"/>
                <a:cs typeface="Aptos" pitchFamily="34" charset="-120"/>
              </a:rPr>
              <a:t>Secondary: People, Skills &amp; Ways of Working</a:t>
            </a:r>
            <a:endParaRPr lang="en-US" sz="330"/>
          </a:p>
        </p:txBody>
      </p:sp>
      <p:sp>
        <p:nvSpPr>
          <p:cNvPr id="8" name="Shape 6"/>
          <p:cNvSpPr/>
          <p:nvPr/>
        </p:nvSpPr>
        <p:spPr>
          <a:xfrm>
            <a:off x="548640" y="1234440"/>
            <a:ext cx="3547872" cy="1060704"/>
          </a:xfrm>
          <a:prstGeom prst="roundRect">
            <a:avLst>
              <a:gd name="adj" fmla="val 5147"/>
            </a:avLst>
          </a:prstGeom>
          <a:solidFill>
            <a:srgbClr val="EAF4F0"/>
          </a:solidFill>
          <a:ln w="10160">
            <a:solidFill>
              <a:srgbClr val="C8D8D2"/>
            </a:solidFill>
            <a:prstDash val="solid"/>
          </a:ln>
        </p:spPr>
        <p:txBody>
          <a:bodyPr/>
          <a:lstStyle/>
          <a:p>
            <a:endParaRPr lang="en-GB"/>
          </a:p>
        </p:txBody>
      </p:sp>
      <p:sp>
        <p:nvSpPr>
          <p:cNvPr id="9" name="Shape 7"/>
          <p:cNvSpPr/>
          <p:nvPr/>
        </p:nvSpPr>
        <p:spPr>
          <a:xfrm>
            <a:off x="713232"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10" name="Text 8"/>
          <p:cNvSpPr/>
          <p:nvPr/>
        </p:nvSpPr>
        <p:spPr>
          <a:xfrm>
            <a:off x="713232"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2</a:t>
            </a:r>
            <a:endParaRPr lang="en-US" sz="500"/>
          </a:p>
        </p:txBody>
      </p:sp>
      <p:sp>
        <p:nvSpPr>
          <p:cNvPr id="11" name="Text 9"/>
          <p:cNvSpPr/>
          <p:nvPr/>
        </p:nvSpPr>
        <p:spPr>
          <a:xfrm>
            <a:off x="1115568"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Challenge / opportunity</a:t>
            </a:r>
            <a:endParaRPr lang="en-US" sz="670"/>
          </a:p>
        </p:txBody>
      </p:sp>
      <p:sp>
        <p:nvSpPr>
          <p:cNvPr id="12" name="Text 10"/>
          <p:cNvSpPr/>
          <p:nvPr/>
        </p:nvSpPr>
        <p:spPr>
          <a:xfrm>
            <a:off x="731520" y="1719072"/>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Data-intensive research relies on external systems because no central scientific and AI compute is available. Workflows remain hard to reuse and expertise stays outside the administration.</a:t>
            </a:r>
            <a:endParaRPr lang="en-US" sz="1000" dirty="0"/>
          </a:p>
        </p:txBody>
      </p:sp>
      <p:sp>
        <p:nvSpPr>
          <p:cNvPr id="13" name="Shape 11"/>
          <p:cNvSpPr/>
          <p:nvPr/>
        </p:nvSpPr>
        <p:spPr>
          <a:xfrm>
            <a:off x="4315968" y="1234440"/>
            <a:ext cx="3547872" cy="1060704"/>
          </a:xfrm>
          <a:prstGeom prst="roundRect">
            <a:avLst>
              <a:gd name="adj" fmla="val 5147"/>
            </a:avLst>
          </a:prstGeom>
          <a:solidFill>
            <a:srgbClr val="EAF4F0"/>
          </a:solidFill>
          <a:ln w="10160">
            <a:solidFill>
              <a:srgbClr val="C8D8D2"/>
            </a:solidFill>
            <a:prstDash val="solid"/>
          </a:ln>
        </p:spPr>
        <p:txBody>
          <a:bodyPr/>
          <a:lstStyle/>
          <a:p>
            <a:endParaRPr lang="en-GB"/>
          </a:p>
        </p:txBody>
      </p:sp>
      <p:sp>
        <p:nvSpPr>
          <p:cNvPr id="14" name="Shape 12"/>
          <p:cNvSpPr/>
          <p:nvPr/>
        </p:nvSpPr>
        <p:spPr>
          <a:xfrm>
            <a:off x="4480560"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15" name="Text 13"/>
          <p:cNvSpPr/>
          <p:nvPr/>
        </p:nvSpPr>
        <p:spPr>
          <a:xfrm>
            <a:off x="4480560"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3</a:t>
            </a:r>
            <a:endParaRPr lang="en-US" sz="500"/>
          </a:p>
        </p:txBody>
      </p:sp>
      <p:sp>
        <p:nvSpPr>
          <p:cNvPr id="16" name="Text 14"/>
          <p:cNvSpPr/>
          <p:nvPr/>
        </p:nvSpPr>
        <p:spPr>
          <a:xfrm>
            <a:off x="4882896"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Proposed use of AI</a:t>
            </a:r>
            <a:endParaRPr lang="en-US" sz="670"/>
          </a:p>
        </p:txBody>
      </p:sp>
      <p:sp>
        <p:nvSpPr>
          <p:cNvPr id="17" name="Text 15"/>
          <p:cNvSpPr/>
          <p:nvPr/>
        </p:nvSpPr>
        <p:spPr>
          <a:xfrm>
            <a:off x="4498848" y="1719072"/>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Operate a browser-accessible µHPC: 4 nodes, 1,024 CPU cores, 32 NVIDIA H200 GPUs, 12 TB RAM and 500 TB </a:t>
            </a:r>
            <a:r>
              <a:rPr lang="en-US" sz="1000" b="0" i="0" dirty="0" err="1">
                <a:solidFill>
                  <a:srgbClr val="344A44"/>
                </a:solidFill>
                <a:latin typeface="Aptos" pitchFamily="34" charset="0"/>
                <a:ea typeface="Aptos" pitchFamily="34" charset="-122"/>
                <a:cs typeface="Aptos" pitchFamily="34" charset="-120"/>
              </a:rPr>
              <a:t>NVMe</a:t>
            </a:r>
            <a:r>
              <a:rPr lang="en-US" sz="1000" b="0" i="0" dirty="0">
                <a:solidFill>
                  <a:srgbClr val="344A44"/>
                </a:solidFill>
                <a:latin typeface="Aptos" pitchFamily="34" charset="0"/>
                <a:ea typeface="Aptos" pitchFamily="34" charset="-122"/>
                <a:cs typeface="Aptos" pitchFamily="34" charset="-120"/>
              </a:rPr>
              <a:t>. Open OnDemand provides </a:t>
            </a:r>
            <a:r>
              <a:rPr lang="en-US" sz="1000" b="0" i="0" dirty="0" err="1">
                <a:solidFill>
                  <a:srgbClr val="344A44"/>
                </a:solidFill>
                <a:latin typeface="Aptos" pitchFamily="34" charset="0"/>
                <a:ea typeface="Aptos" pitchFamily="34" charset="-122"/>
                <a:cs typeface="Aptos" pitchFamily="34" charset="-120"/>
              </a:rPr>
              <a:t>JupyterLab</a:t>
            </a:r>
            <a:r>
              <a:rPr lang="en-US" sz="1000" b="0" i="0" dirty="0">
                <a:solidFill>
                  <a:srgbClr val="344A44"/>
                </a:solidFill>
                <a:latin typeface="Aptos" pitchFamily="34" charset="0"/>
                <a:ea typeface="Aptos" pitchFamily="34" charset="-122"/>
                <a:cs typeface="Aptos" pitchFamily="34" charset="-120"/>
              </a:rPr>
              <a:t>, RStudio, QGIS and SLURM; SAIA adds internal LLM inference and API access.</a:t>
            </a:r>
            <a:endParaRPr lang="en-US" sz="1000" dirty="0"/>
          </a:p>
        </p:txBody>
      </p:sp>
      <p:sp>
        <p:nvSpPr>
          <p:cNvPr id="18" name="Shape 16"/>
          <p:cNvSpPr/>
          <p:nvPr/>
        </p:nvSpPr>
        <p:spPr>
          <a:xfrm>
            <a:off x="8083296" y="1234440"/>
            <a:ext cx="3547872" cy="1060704"/>
          </a:xfrm>
          <a:prstGeom prst="roundRect">
            <a:avLst>
              <a:gd name="adj" fmla="val 5147"/>
            </a:avLst>
          </a:prstGeom>
          <a:solidFill>
            <a:srgbClr val="EAF4F0"/>
          </a:solidFill>
          <a:ln w="10160">
            <a:solidFill>
              <a:srgbClr val="C8D8D2"/>
            </a:solidFill>
            <a:prstDash val="solid"/>
          </a:ln>
        </p:spPr>
        <p:txBody>
          <a:bodyPr/>
          <a:lstStyle/>
          <a:p>
            <a:endParaRPr lang="en-GB"/>
          </a:p>
        </p:txBody>
      </p:sp>
      <p:sp>
        <p:nvSpPr>
          <p:cNvPr id="19" name="Shape 17"/>
          <p:cNvSpPr/>
          <p:nvPr/>
        </p:nvSpPr>
        <p:spPr>
          <a:xfrm>
            <a:off x="8247888"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20" name="Text 18"/>
          <p:cNvSpPr/>
          <p:nvPr/>
        </p:nvSpPr>
        <p:spPr>
          <a:xfrm>
            <a:off x="8247888"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4</a:t>
            </a:r>
            <a:endParaRPr lang="en-US" sz="500"/>
          </a:p>
        </p:txBody>
      </p:sp>
      <p:sp>
        <p:nvSpPr>
          <p:cNvPr id="21" name="Text 19"/>
          <p:cNvSpPr/>
          <p:nvPr/>
        </p:nvSpPr>
        <p:spPr>
          <a:xfrm>
            <a:off x="8650224"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Scope</a:t>
            </a:r>
            <a:endParaRPr lang="en-US" sz="670"/>
          </a:p>
        </p:txBody>
      </p:sp>
      <p:sp>
        <p:nvSpPr>
          <p:cNvPr id="22" name="Text 20"/>
          <p:cNvSpPr/>
          <p:nvPr/>
        </p:nvSpPr>
        <p:spPr>
          <a:xfrm>
            <a:off x="8266176" y="1719072"/>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Externally hosted, five-year supported service for UBA, </a:t>
            </a:r>
            <a:r>
              <a:rPr lang="en-US" sz="1000" b="0" i="0" dirty="0" err="1">
                <a:solidFill>
                  <a:srgbClr val="344A44"/>
                </a:solidFill>
                <a:latin typeface="Aptos" pitchFamily="34" charset="0"/>
                <a:ea typeface="Aptos" pitchFamily="34" charset="-122"/>
                <a:cs typeface="Aptos" pitchFamily="34" charset="-120"/>
              </a:rPr>
              <a:t>BfN</a:t>
            </a:r>
            <a:r>
              <a:rPr lang="en-US" sz="1000" b="0" i="0" dirty="0">
                <a:solidFill>
                  <a:srgbClr val="344A44"/>
                </a:solidFill>
                <a:latin typeface="Aptos" pitchFamily="34" charset="0"/>
                <a:ea typeface="Aptos" pitchFamily="34" charset="-122"/>
                <a:cs typeface="Aptos" pitchFamily="34" charset="-120"/>
              </a:rPr>
              <a:t>, </a:t>
            </a:r>
            <a:r>
              <a:rPr lang="en-US" sz="1000" b="0" i="0" dirty="0" err="1">
                <a:solidFill>
                  <a:srgbClr val="344A44"/>
                </a:solidFill>
                <a:latin typeface="Aptos" pitchFamily="34" charset="0"/>
                <a:ea typeface="Aptos" pitchFamily="34" charset="-122"/>
                <a:cs typeface="Aptos" pitchFamily="34" charset="-120"/>
              </a:rPr>
              <a:t>BfS</a:t>
            </a:r>
            <a:r>
              <a:rPr lang="en-US" sz="1000" b="0" i="0" dirty="0">
                <a:solidFill>
                  <a:srgbClr val="344A44"/>
                </a:solidFill>
                <a:latin typeface="Aptos" pitchFamily="34" charset="0"/>
                <a:ea typeface="Aptos" pitchFamily="34" charset="-122"/>
                <a:cs typeface="Aptos" pitchFamily="34" charset="-120"/>
              </a:rPr>
              <a:t> and BASE. Supports individual data science, shared TB-scale workspaces and hosted applications. Phased rollout from KI-Lab and early adopters across the portfolio.</a:t>
            </a:r>
            <a:endParaRPr lang="en-US" sz="1000" dirty="0"/>
          </a:p>
        </p:txBody>
      </p:sp>
      <p:sp>
        <p:nvSpPr>
          <p:cNvPr id="23" name="Shape 21"/>
          <p:cNvSpPr/>
          <p:nvPr/>
        </p:nvSpPr>
        <p:spPr>
          <a:xfrm>
            <a:off x="548640" y="2487168"/>
            <a:ext cx="3547872" cy="1060704"/>
          </a:xfrm>
          <a:prstGeom prst="roundRect">
            <a:avLst>
              <a:gd name="adj" fmla="val 5147"/>
            </a:avLst>
          </a:prstGeom>
          <a:solidFill>
            <a:srgbClr val="EAF4F0"/>
          </a:solidFill>
          <a:ln w="10160">
            <a:solidFill>
              <a:srgbClr val="C8D8D2"/>
            </a:solidFill>
            <a:prstDash val="solid"/>
          </a:ln>
        </p:spPr>
        <p:txBody>
          <a:bodyPr/>
          <a:lstStyle/>
          <a:p>
            <a:endParaRPr lang="en-GB"/>
          </a:p>
        </p:txBody>
      </p:sp>
      <p:sp>
        <p:nvSpPr>
          <p:cNvPr id="24" name="Shape 22"/>
          <p:cNvSpPr/>
          <p:nvPr/>
        </p:nvSpPr>
        <p:spPr>
          <a:xfrm>
            <a:off x="713232"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25" name="Text 23"/>
          <p:cNvSpPr/>
          <p:nvPr/>
        </p:nvSpPr>
        <p:spPr>
          <a:xfrm>
            <a:off x="713232"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5</a:t>
            </a:r>
            <a:endParaRPr lang="en-US" sz="500"/>
          </a:p>
        </p:txBody>
      </p:sp>
      <p:sp>
        <p:nvSpPr>
          <p:cNvPr id="26" name="Text 24"/>
          <p:cNvSpPr/>
          <p:nvPr/>
        </p:nvSpPr>
        <p:spPr>
          <a:xfrm>
            <a:off x="1115568"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Expected outcome</a:t>
            </a:r>
            <a:endParaRPr lang="en-US" sz="670"/>
          </a:p>
        </p:txBody>
      </p:sp>
      <p:sp>
        <p:nvSpPr>
          <p:cNvPr id="27" name="Text 25"/>
          <p:cNvSpPr/>
          <p:nvPr/>
        </p:nvSpPr>
        <p:spPr>
          <a:xfrm>
            <a:off x="731520" y="2971800"/>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Researchers run data- and GPU-intensive work in-house with reusable workflows and shared documentation. Success means stable operation, growing cross-agency use, reference cases and an LLM service reused by applications.</a:t>
            </a:r>
            <a:endParaRPr lang="en-US" sz="1000" dirty="0"/>
          </a:p>
        </p:txBody>
      </p:sp>
      <p:sp>
        <p:nvSpPr>
          <p:cNvPr id="28" name="Shape 26"/>
          <p:cNvSpPr/>
          <p:nvPr/>
        </p:nvSpPr>
        <p:spPr>
          <a:xfrm>
            <a:off x="4315968" y="2487168"/>
            <a:ext cx="3547872" cy="1060704"/>
          </a:xfrm>
          <a:prstGeom prst="roundRect">
            <a:avLst>
              <a:gd name="adj" fmla="val 5147"/>
            </a:avLst>
          </a:prstGeom>
          <a:solidFill>
            <a:srgbClr val="EAF4F0"/>
          </a:solidFill>
          <a:ln w="10160">
            <a:solidFill>
              <a:srgbClr val="C8D8D2"/>
            </a:solidFill>
            <a:prstDash val="solid"/>
          </a:ln>
        </p:spPr>
        <p:txBody>
          <a:bodyPr/>
          <a:lstStyle/>
          <a:p>
            <a:endParaRPr lang="en-GB"/>
          </a:p>
        </p:txBody>
      </p:sp>
      <p:sp>
        <p:nvSpPr>
          <p:cNvPr id="29" name="Shape 27"/>
          <p:cNvSpPr/>
          <p:nvPr/>
        </p:nvSpPr>
        <p:spPr>
          <a:xfrm>
            <a:off x="4480560"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30" name="Text 28"/>
          <p:cNvSpPr/>
          <p:nvPr/>
        </p:nvSpPr>
        <p:spPr>
          <a:xfrm>
            <a:off x="4480560"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6</a:t>
            </a:r>
            <a:endParaRPr lang="en-US" sz="500"/>
          </a:p>
        </p:txBody>
      </p:sp>
      <p:sp>
        <p:nvSpPr>
          <p:cNvPr id="31" name="Text 29"/>
          <p:cNvSpPr/>
          <p:nvPr/>
        </p:nvSpPr>
        <p:spPr>
          <a:xfrm>
            <a:off x="4882896"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Environmental + digital contribution</a:t>
            </a:r>
            <a:endParaRPr lang="en-US" sz="670"/>
          </a:p>
        </p:txBody>
      </p:sp>
      <p:sp>
        <p:nvSpPr>
          <p:cNvPr id="32" name="Text 30"/>
          <p:cNvSpPr/>
          <p:nvPr/>
        </p:nvSpPr>
        <p:spPr>
          <a:xfrm>
            <a:off x="4498848" y="2971800"/>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Strengthens monitoring and policy evidence through geodata, modelling and in-silico methods. Builds secure, reusable capability inside government, with measurable energy use and sustainable data-</a:t>
            </a:r>
            <a:r>
              <a:rPr lang="en-US" sz="1000" b="0" i="0" dirty="0" err="1">
                <a:solidFill>
                  <a:srgbClr val="344A44"/>
                </a:solidFill>
                <a:latin typeface="Aptos" pitchFamily="34" charset="0"/>
                <a:ea typeface="Aptos" pitchFamily="34" charset="-122"/>
                <a:cs typeface="Aptos" pitchFamily="34" charset="-120"/>
              </a:rPr>
              <a:t>centre</a:t>
            </a:r>
            <a:r>
              <a:rPr lang="en-US" sz="1000" b="0" i="0" dirty="0">
                <a:solidFill>
                  <a:srgbClr val="344A44"/>
                </a:solidFill>
                <a:latin typeface="Aptos" pitchFamily="34" charset="0"/>
                <a:ea typeface="Aptos" pitchFamily="34" charset="-122"/>
                <a:cs typeface="Aptos" pitchFamily="34" charset="-120"/>
              </a:rPr>
              <a:t> operation.</a:t>
            </a:r>
            <a:endParaRPr lang="en-US" sz="1000" dirty="0"/>
          </a:p>
        </p:txBody>
      </p:sp>
      <p:sp>
        <p:nvSpPr>
          <p:cNvPr id="33" name="Shape 31"/>
          <p:cNvSpPr/>
          <p:nvPr/>
        </p:nvSpPr>
        <p:spPr>
          <a:xfrm>
            <a:off x="8083296" y="2487168"/>
            <a:ext cx="3547872" cy="1060704"/>
          </a:xfrm>
          <a:prstGeom prst="roundRect">
            <a:avLst>
              <a:gd name="adj" fmla="val 5147"/>
            </a:avLst>
          </a:prstGeom>
          <a:solidFill>
            <a:srgbClr val="EAF4F0"/>
          </a:solidFill>
          <a:ln w="10160">
            <a:solidFill>
              <a:srgbClr val="C8D8D2"/>
            </a:solidFill>
            <a:prstDash val="solid"/>
          </a:ln>
        </p:spPr>
        <p:txBody>
          <a:bodyPr/>
          <a:lstStyle/>
          <a:p>
            <a:endParaRPr lang="en-GB"/>
          </a:p>
        </p:txBody>
      </p:sp>
      <p:sp>
        <p:nvSpPr>
          <p:cNvPr id="34" name="Shape 32"/>
          <p:cNvSpPr/>
          <p:nvPr/>
        </p:nvSpPr>
        <p:spPr>
          <a:xfrm>
            <a:off x="8247888"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35" name="Text 33"/>
          <p:cNvSpPr/>
          <p:nvPr/>
        </p:nvSpPr>
        <p:spPr>
          <a:xfrm>
            <a:off x="8247888"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7</a:t>
            </a:r>
            <a:endParaRPr lang="en-US" sz="500"/>
          </a:p>
        </p:txBody>
      </p:sp>
      <p:sp>
        <p:nvSpPr>
          <p:cNvPr id="36" name="Text 34"/>
          <p:cNvSpPr/>
          <p:nvPr/>
        </p:nvSpPr>
        <p:spPr>
          <a:xfrm>
            <a:off x="8650224"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Key conditions</a:t>
            </a:r>
            <a:endParaRPr lang="en-US" sz="670"/>
          </a:p>
        </p:txBody>
      </p:sp>
      <p:sp>
        <p:nvSpPr>
          <p:cNvPr id="37" name="Text 35"/>
          <p:cNvSpPr/>
          <p:nvPr/>
        </p:nvSpPr>
        <p:spPr>
          <a:xfrm>
            <a:off x="8266176" y="2971800"/>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Portfolio identity and SSO for phase 3; defined data-protection levels; enablement and support capacity; continuity beyond 2029; and reuse focused on architecture, configuration and operating experience, not compute capacity.</a:t>
            </a:r>
            <a:endParaRPr lang="en-US" sz="1000" dirty="0"/>
          </a:p>
        </p:txBody>
      </p:sp>
      <p:sp>
        <p:nvSpPr>
          <p:cNvPr id="38" name="Shape 36"/>
          <p:cNvSpPr/>
          <p:nvPr/>
        </p:nvSpPr>
        <p:spPr>
          <a:xfrm>
            <a:off x="548640" y="3822192"/>
            <a:ext cx="11082528" cy="2331720"/>
          </a:xfrm>
          <a:prstGeom prst="roundRect">
            <a:avLst>
              <a:gd name="adj" fmla="val 3678"/>
            </a:avLst>
          </a:prstGeom>
          <a:solidFill>
            <a:srgbClr val="14352D"/>
          </a:solidFill>
          <a:ln w="12700">
            <a:solidFill>
              <a:srgbClr val="14352D"/>
            </a:solidFill>
            <a:prstDash val="solid"/>
          </a:ln>
        </p:spPr>
        <p:txBody>
          <a:bodyPr/>
          <a:lstStyle/>
          <a:p>
            <a:endParaRPr lang="en-GB"/>
          </a:p>
        </p:txBody>
      </p:sp>
      <p:sp>
        <p:nvSpPr>
          <p:cNvPr id="39" name="Text 37"/>
          <p:cNvSpPr/>
          <p:nvPr/>
        </p:nvSpPr>
        <p:spPr>
          <a:xfrm>
            <a:off x="822960" y="4096512"/>
            <a:ext cx="2057400"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000" b="1" i="0" kern="0" spc="150">
                <a:solidFill>
                  <a:srgbClr val="8ED3BE"/>
                </a:solidFill>
                <a:latin typeface="Aptos" pitchFamily="34" charset="0"/>
                <a:ea typeface="Aptos" pitchFamily="34" charset="-122"/>
                <a:cs typeface="Aptos" pitchFamily="34" charset="-120"/>
              </a:rPr>
              <a:t>MAIN TAKEAWAYS</a:t>
            </a:r>
            <a:endParaRPr lang="en-US" sz="450"/>
          </a:p>
        </p:txBody>
      </p:sp>
      <p:sp>
        <p:nvSpPr>
          <p:cNvPr id="40" name="Text 38"/>
          <p:cNvSpPr/>
          <p:nvPr/>
        </p:nvSpPr>
        <p:spPr>
          <a:xfrm>
            <a:off x="822960" y="4379976"/>
            <a:ext cx="2971800" cy="612648"/>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GB" sz="2100" b="1" i="0">
                <a:solidFill>
                  <a:srgbClr val="FFFFFF"/>
                </a:solidFill>
                <a:latin typeface="Aptos Display"/>
              </a:rPr>
              <a:t>Shared compute,</a:t>
            </a:r>
            <a:br>
              <a:rPr lang="en-GB"/>
            </a:br>
            <a:r>
              <a:rPr lang="en-GB" sz="2100" b="1" i="0">
                <a:solidFill>
                  <a:srgbClr val="FFFFFF"/>
                </a:solidFill>
                <a:latin typeface="Aptos Display"/>
              </a:rPr>
              <a:t>capability retained</a:t>
            </a:r>
            <a:endParaRPr lang="en-GB" sz="1300"/>
          </a:p>
        </p:txBody>
      </p:sp>
      <p:sp>
        <p:nvSpPr>
          <p:cNvPr id="42" name="Text 40"/>
          <p:cNvSpPr/>
          <p:nvPr/>
        </p:nvSpPr>
        <p:spPr>
          <a:xfrm>
            <a:off x="822960" y="5093208"/>
            <a:ext cx="2880360" cy="566928"/>
          </a:xfrm>
          <a:prstGeom prst="rect">
            <a:avLst/>
          </a:prstGeom>
          <a:noFill/>
          <a:ln>
            <a:noFill/>
          </a:ln>
        </p:spPr>
        <p:txBody>
          <a:bodyPr wrap="square" lIns="0" tIns="0" rIns="0" bIns="0" rtlCol="0" anchor="ctr">
            <a:normAutofit fontScale="92500" lnSpcReduction="10000"/>
          </a:bodyPr>
          <a:lstStyle/>
          <a:p>
            <a:pPr marL="0" indent="0" algn="l">
              <a:spcBef>
                <a:spcPts val="0"/>
              </a:spcBef>
              <a:spcAft>
                <a:spcPts val="0"/>
              </a:spcAft>
              <a:buNone/>
            </a:pPr>
            <a:r>
              <a:rPr lang="en-US" sz="1100" b="0" i="0">
                <a:solidFill>
                  <a:srgbClr val="D7E5E0"/>
                </a:solidFill>
                <a:latin typeface="Aptos" pitchFamily="34" charset="0"/>
                <a:ea typeface="Aptos" pitchFamily="34" charset="-122"/>
                <a:cs typeface="Aptos" pitchFamily="34" charset="-120"/>
              </a:rPr>
              <a:t>A shared µHPC brings advanced environmental research and AI workloads into a reusable portfolio service, while building methods, skills and operating knowledge inside the administration.</a:t>
            </a:r>
            <a:endParaRPr lang="en-US" sz="670"/>
          </a:p>
        </p:txBody>
      </p:sp>
      <p:sp>
        <p:nvSpPr>
          <p:cNvPr id="43" name="Text 41"/>
          <p:cNvSpPr/>
          <p:nvPr/>
        </p:nvSpPr>
        <p:spPr>
          <a:xfrm>
            <a:off x="41330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01</a:t>
            </a:r>
            <a:endParaRPr lang="en-US" sz="480"/>
          </a:p>
        </p:txBody>
      </p:sp>
      <p:sp>
        <p:nvSpPr>
          <p:cNvPr id="44" name="Text 42"/>
          <p:cNvSpPr/>
          <p:nvPr/>
        </p:nvSpPr>
        <p:spPr>
          <a:xfrm>
            <a:off x="4133088" y="4462272"/>
            <a:ext cx="1572768" cy="29260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Scientific scale</a:t>
            </a:r>
            <a:endParaRPr lang="en-US" sz="700"/>
          </a:p>
        </p:txBody>
      </p:sp>
      <p:sp>
        <p:nvSpPr>
          <p:cNvPr id="45" name="Text 43"/>
          <p:cNvSpPr/>
          <p:nvPr/>
        </p:nvSpPr>
        <p:spPr>
          <a:xfrm>
            <a:off x="41330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High-memory CPU and H200 GPU capacity supports remote sensing, modelling, bio- and chemoinformatics and language models.</a:t>
            </a:r>
            <a:endParaRPr lang="en-US" sz="560"/>
          </a:p>
        </p:txBody>
      </p:sp>
      <p:sp>
        <p:nvSpPr>
          <p:cNvPr id="46" name="Shape 44"/>
          <p:cNvSpPr/>
          <p:nvPr/>
        </p:nvSpPr>
        <p:spPr>
          <a:xfrm>
            <a:off x="5797296" y="4315968"/>
            <a:ext cx="0" cy="1353312"/>
          </a:xfrm>
          <a:prstGeom prst="line">
            <a:avLst/>
          </a:prstGeom>
          <a:noFill/>
          <a:ln w="12700">
            <a:solidFill>
              <a:srgbClr val="3B5B52"/>
            </a:solidFill>
            <a:prstDash val="solid"/>
          </a:ln>
        </p:spPr>
        <p:txBody>
          <a:bodyPr/>
          <a:lstStyle/>
          <a:p>
            <a:endParaRPr lang="en-GB"/>
          </a:p>
        </p:txBody>
      </p:sp>
      <p:sp>
        <p:nvSpPr>
          <p:cNvPr id="47" name="Text 45"/>
          <p:cNvSpPr/>
          <p:nvPr/>
        </p:nvSpPr>
        <p:spPr>
          <a:xfrm>
            <a:off x="59618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02</a:t>
            </a:r>
            <a:endParaRPr lang="en-US" sz="480"/>
          </a:p>
        </p:txBody>
      </p:sp>
      <p:sp>
        <p:nvSpPr>
          <p:cNvPr id="48" name="Text 46"/>
          <p:cNvSpPr/>
          <p:nvPr/>
        </p:nvSpPr>
        <p:spPr>
          <a:xfrm>
            <a:off x="5961888" y="4462272"/>
            <a:ext cx="1572768" cy="292608"/>
          </a:xfrm>
          <a:prstGeom prst="rect">
            <a:avLst/>
          </a:prstGeom>
          <a:noFill/>
          <a:ln>
            <a:noFill/>
          </a:ln>
        </p:spPr>
        <p:txBody>
          <a:bodyPr wrap="square" lIns="0" tIns="0" rIns="0" bIns="0" rtlCol="0" anchor="ctr">
            <a:normAutofit fontScale="92500"/>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Access without friction</a:t>
            </a:r>
            <a:endParaRPr lang="en-US" sz="700"/>
          </a:p>
        </p:txBody>
      </p:sp>
      <p:sp>
        <p:nvSpPr>
          <p:cNvPr id="49" name="Text 47"/>
          <p:cNvSpPr/>
          <p:nvPr/>
        </p:nvSpPr>
        <p:spPr>
          <a:xfrm>
            <a:off x="59618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Browser-based tools remove specialist client setup and give users common environments for analysis and collaboration.</a:t>
            </a:r>
            <a:endParaRPr lang="en-US" sz="560"/>
          </a:p>
        </p:txBody>
      </p:sp>
      <p:sp>
        <p:nvSpPr>
          <p:cNvPr id="50" name="Shape 48"/>
          <p:cNvSpPr/>
          <p:nvPr/>
        </p:nvSpPr>
        <p:spPr>
          <a:xfrm>
            <a:off x="7626096" y="4315968"/>
            <a:ext cx="0" cy="1353312"/>
          </a:xfrm>
          <a:prstGeom prst="line">
            <a:avLst/>
          </a:prstGeom>
          <a:noFill/>
          <a:ln w="12700">
            <a:solidFill>
              <a:srgbClr val="3B5B52"/>
            </a:solidFill>
            <a:prstDash val="solid"/>
          </a:ln>
        </p:spPr>
        <p:txBody>
          <a:bodyPr/>
          <a:lstStyle/>
          <a:p>
            <a:endParaRPr lang="en-GB"/>
          </a:p>
        </p:txBody>
      </p:sp>
      <p:sp>
        <p:nvSpPr>
          <p:cNvPr id="51" name="Text 49"/>
          <p:cNvSpPr/>
          <p:nvPr/>
        </p:nvSpPr>
        <p:spPr>
          <a:xfrm>
            <a:off x="77906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03</a:t>
            </a:r>
            <a:endParaRPr lang="en-US" sz="480"/>
          </a:p>
        </p:txBody>
      </p:sp>
      <p:sp>
        <p:nvSpPr>
          <p:cNvPr id="52" name="Text 50"/>
          <p:cNvSpPr/>
          <p:nvPr/>
        </p:nvSpPr>
        <p:spPr>
          <a:xfrm>
            <a:off x="7790688" y="4462272"/>
            <a:ext cx="1572768" cy="292608"/>
          </a:xfrm>
          <a:prstGeom prst="rect">
            <a:avLst/>
          </a:prstGeom>
          <a:noFill/>
          <a:ln>
            <a:noFill/>
          </a:ln>
        </p:spPr>
        <p:txBody>
          <a:bodyPr wrap="square" lIns="0" tIns="0" rIns="0" bIns="0" rtlCol="0" anchor="ctr">
            <a:normAutofit fontScale="92500" lnSpcReduction="20000"/>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Reusable portfolio service</a:t>
            </a:r>
            <a:endParaRPr lang="en-US" sz="700"/>
          </a:p>
        </p:txBody>
      </p:sp>
      <p:sp>
        <p:nvSpPr>
          <p:cNvPr id="53" name="Text 51"/>
          <p:cNvSpPr/>
          <p:nvPr/>
        </p:nvSpPr>
        <p:spPr>
          <a:xfrm>
            <a:off x="7790688" y="4864608"/>
            <a:ext cx="1572768" cy="749808"/>
          </a:xfrm>
          <a:prstGeom prst="rect">
            <a:avLst/>
          </a:prstGeom>
          <a:noFill/>
          <a:ln>
            <a:noFill/>
          </a:ln>
        </p:spPr>
        <p:txBody>
          <a:bodyPr wrap="square" lIns="0" tIns="0" rIns="0" bIns="0" rtlCol="0" anchor="t">
            <a:normAutofit fontScale="92500"/>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Shared workspaces, hosted applications and API-based LLM inference turn isolated projects into reusable capability across four agencies.</a:t>
            </a:r>
            <a:endParaRPr lang="en-US" sz="560"/>
          </a:p>
        </p:txBody>
      </p:sp>
      <p:sp>
        <p:nvSpPr>
          <p:cNvPr id="54" name="Shape 52"/>
          <p:cNvSpPr/>
          <p:nvPr/>
        </p:nvSpPr>
        <p:spPr>
          <a:xfrm>
            <a:off x="9454896" y="4315968"/>
            <a:ext cx="0" cy="1353312"/>
          </a:xfrm>
          <a:prstGeom prst="line">
            <a:avLst/>
          </a:prstGeom>
          <a:noFill/>
          <a:ln w="12700">
            <a:solidFill>
              <a:srgbClr val="3B5B52"/>
            </a:solidFill>
            <a:prstDash val="solid"/>
          </a:ln>
        </p:spPr>
        <p:txBody>
          <a:bodyPr/>
          <a:lstStyle/>
          <a:p>
            <a:endParaRPr lang="en-GB"/>
          </a:p>
        </p:txBody>
      </p:sp>
      <p:sp>
        <p:nvSpPr>
          <p:cNvPr id="55" name="Text 53"/>
          <p:cNvSpPr/>
          <p:nvPr/>
        </p:nvSpPr>
        <p:spPr>
          <a:xfrm>
            <a:off x="96194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04</a:t>
            </a:r>
            <a:endParaRPr lang="en-US" sz="480"/>
          </a:p>
        </p:txBody>
      </p:sp>
      <p:sp>
        <p:nvSpPr>
          <p:cNvPr id="56" name="Text 54"/>
          <p:cNvSpPr/>
          <p:nvPr/>
        </p:nvSpPr>
        <p:spPr>
          <a:xfrm>
            <a:off x="9619488" y="4462272"/>
            <a:ext cx="1572768" cy="292608"/>
          </a:xfrm>
          <a:prstGeom prst="rect">
            <a:avLst/>
          </a:prstGeom>
          <a:noFill/>
          <a:ln>
            <a:noFill/>
          </a:ln>
        </p:spPr>
        <p:txBody>
          <a:bodyPr wrap="square" lIns="0" tIns="0" rIns="0" bIns="0" rtlCol="0" anchor="ctr">
            <a:normAutofit fontScale="92500" lnSpcReduction="20000"/>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Adoption is the constraint</a:t>
            </a:r>
            <a:endParaRPr lang="en-US" sz="700"/>
          </a:p>
        </p:txBody>
      </p:sp>
      <p:sp>
        <p:nvSpPr>
          <p:cNvPr id="57" name="Text 55"/>
          <p:cNvSpPr/>
          <p:nvPr/>
        </p:nvSpPr>
        <p:spPr>
          <a:xfrm>
            <a:off x="9619488" y="4864608"/>
            <a:ext cx="1572768" cy="749808"/>
          </a:xfrm>
          <a:prstGeom prst="rect">
            <a:avLst/>
          </a:prstGeom>
          <a:noFill/>
          <a:ln>
            <a:noFill/>
          </a:ln>
        </p:spPr>
        <p:txBody>
          <a:bodyPr wrap="square" lIns="0" tIns="0" rIns="0" bIns="0" rtlCol="0" anchor="t">
            <a:normAutofit fontScale="92500" lnSpcReduction="10000"/>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SSO, data classification, enablement, support capacity and post-2029 continuity determine whether infrastructure becomes a durable service.</a:t>
            </a:r>
            <a:endParaRPr lang="en-US" sz="560"/>
          </a:p>
        </p:txBody>
      </p:sp>
      <p:sp>
        <p:nvSpPr>
          <p:cNvPr id="58" name="Slide Number Placeholder 0"/>
          <p:cNvSpPr>
            <a:spLocks noGrp="1"/>
          </p:cNvSpPr>
          <p:nvPr>
            <p:ph type="sldNum" sz="quarter" idx="4294967295"/>
          </p:nvPr>
        </p:nvSpPr>
        <p:spPr>
          <a:xfrm>
            <a:off x="11686032" y="6510528"/>
            <a:ext cx="182880" cy="164592"/>
          </a:xfrm>
          <a:prstGeom prst="rect">
            <a:avLst/>
          </a:prstGeom>
          <a:extLst>
            <a:ext uri="{C572A759-6A51-4108-AA02-DFA0A04FC94B}">
              <ma14:wrappingTextBoxFlag xmlns:ma14="http://schemas.microsoft.com/office/mac/drawingml/2011/main" xmlns="" val="0"/>
            </a:ext>
          </a:extLst>
        </p:spPr>
        <p:txBody>
          <a:bodyPr/>
          <a:lstStyle>
            <a:lvl1pPr>
              <a:defRPr sz="450">
                <a:solidFill>
                  <a:srgbClr val="82958E"/>
                </a:solidFill>
                <a:latin typeface="Aptos"/>
                <a:ea typeface="Aptos"/>
                <a:cs typeface="Aptos"/>
              </a:defRPr>
            </a:lvl1pPr>
          </a:lstStyle>
          <a:p>
            <a:pPr algn="l"/>
            <a:fld id="{F7021451-1387-4CA6-816F-3879F97B5CBC}" type="slidenum">
              <a:rPr lang="en-US" b="0"/>
              <a:t>11</a:t>
            </a:fld>
            <a:endParaRPr lang="en-US"/>
          </a:p>
        </p:txBody>
      </p:sp>
    </p:spTree>
    <p:extLst>
      <p:ext uri="{BB962C8B-B14F-4D97-AF65-F5344CB8AC3E}">
        <p14:creationId xmlns:p14="http://schemas.microsoft.com/office/powerpoint/2010/main" val="26778886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CEC771-6301-9C0A-395D-5EB15591CE0F}"/>
              </a:ext>
            </a:extLst>
          </p:cNvPr>
          <p:cNvSpPr/>
          <p:nvPr/>
        </p:nvSpPr>
        <p:spPr>
          <a:xfrm>
            <a:off x="949689" y="2831122"/>
            <a:ext cx="8659879" cy="2320545"/>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err="1"/>
          </a:p>
        </p:txBody>
      </p:sp>
      <p:sp>
        <p:nvSpPr>
          <p:cNvPr id="5" name="Rectangle 4">
            <a:extLst>
              <a:ext uri="{FF2B5EF4-FFF2-40B4-BE49-F238E27FC236}">
                <a16:creationId xmlns:a16="http://schemas.microsoft.com/office/drawing/2014/main" id="{5A448DC0-2581-ED91-1CAF-CB4FADEA95DB}"/>
              </a:ext>
            </a:extLst>
          </p:cNvPr>
          <p:cNvSpPr/>
          <p:nvPr/>
        </p:nvSpPr>
        <p:spPr>
          <a:xfrm>
            <a:off x="2969961" y="2563489"/>
            <a:ext cx="4262559" cy="4336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t>Assistants API</a:t>
            </a:r>
          </a:p>
        </p:txBody>
      </p:sp>
      <p:sp>
        <p:nvSpPr>
          <p:cNvPr id="13" name="Rectangle 12">
            <a:extLst>
              <a:ext uri="{FF2B5EF4-FFF2-40B4-BE49-F238E27FC236}">
                <a16:creationId xmlns:a16="http://schemas.microsoft.com/office/drawing/2014/main" id="{CCF6CE79-A893-F3C7-D837-5A34DB86D395}"/>
              </a:ext>
            </a:extLst>
          </p:cNvPr>
          <p:cNvSpPr/>
          <p:nvPr/>
        </p:nvSpPr>
        <p:spPr>
          <a:xfrm>
            <a:off x="2574510" y="3787245"/>
            <a:ext cx="1180352" cy="8740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a:t>Assistants library</a:t>
            </a:r>
          </a:p>
        </p:txBody>
      </p:sp>
      <p:sp>
        <p:nvSpPr>
          <p:cNvPr id="15" name="Rectangle 14">
            <a:extLst>
              <a:ext uri="{FF2B5EF4-FFF2-40B4-BE49-F238E27FC236}">
                <a16:creationId xmlns:a16="http://schemas.microsoft.com/office/drawing/2014/main" id="{22E57A0B-69CD-B8CE-E58C-AF89D400BF62}"/>
              </a:ext>
            </a:extLst>
          </p:cNvPr>
          <p:cNvSpPr/>
          <p:nvPr/>
        </p:nvSpPr>
        <p:spPr>
          <a:xfrm>
            <a:off x="3840757" y="3789666"/>
            <a:ext cx="1337234" cy="8740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a:t>LLM Providers </a:t>
            </a:r>
          </a:p>
          <a:p>
            <a:pPr algn="ctr"/>
            <a:r>
              <a:rPr lang="en-US" sz="1400"/>
              <a:t>library</a:t>
            </a:r>
          </a:p>
        </p:txBody>
      </p:sp>
      <p:sp>
        <p:nvSpPr>
          <p:cNvPr id="17" name="Rectangle 16">
            <a:extLst>
              <a:ext uri="{FF2B5EF4-FFF2-40B4-BE49-F238E27FC236}">
                <a16:creationId xmlns:a16="http://schemas.microsoft.com/office/drawing/2014/main" id="{3C292B1B-D391-EB58-6130-2C41A1D9664F}"/>
              </a:ext>
            </a:extLst>
          </p:cNvPr>
          <p:cNvSpPr/>
          <p:nvPr/>
        </p:nvSpPr>
        <p:spPr>
          <a:xfrm>
            <a:off x="1254735" y="3790710"/>
            <a:ext cx="1218836" cy="8663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a:t>Prompts library</a:t>
            </a:r>
          </a:p>
        </p:txBody>
      </p:sp>
      <p:cxnSp>
        <p:nvCxnSpPr>
          <p:cNvPr id="21" name="Straight Arrow Connector 20">
            <a:extLst>
              <a:ext uri="{FF2B5EF4-FFF2-40B4-BE49-F238E27FC236}">
                <a16:creationId xmlns:a16="http://schemas.microsoft.com/office/drawing/2014/main" id="{6E464E34-ED14-F5F3-C1F0-3879C88F8BB5}"/>
              </a:ext>
            </a:extLst>
          </p:cNvPr>
          <p:cNvCxnSpPr>
            <a:cxnSpLocks/>
          </p:cNvCxnSpPr>
          <p:nvPr/>
        </p:nvCxnSpPr>
        <p:spPr>
          <a:xfrm>
            <a:off x="2826983" y="2156458"/>
            <a:ext cx="2211670" cy="39033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E4F5DE7A-781A-3B40-971A-74CFBDBBAC37}"/>
              </a:ext>
            </a:extLst>
          </p:cNvPr>
          <p:cNvCxnSpPr>
            <a:cxnSpLocks/>
          </p:cNvCxnSpPr>
          <p:nvPr/>
        </p:nvCxnSpPr>
        <p:spPr>
          <a:xfrm flipH="1">
            <a:off x="5037773" y="2130683"/>
            <a:ext cx="33103" cy="43280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FE5F5B0-0407-4C30-66C5-3D485864C9AC}"/>
              </a:ext>
            </a:extLst>
          </p:cNvPr>
          <p:cNvCxnSpPr>
            <a:cxnSpLocks/>
          </p:cNvCxnSpPr>
          <p:nvPr/>
        </p:nvCxnSpPr>
        <p:spPr>
          <a:xfrm flipH="1">
            <a:off x="4951652" y="2152376"/>
            <a:ext cx="1700004" cy="401218"/>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7" name="TextBox 31">
            <a:extLst>
              <a:ext uri="{FF2B5EF4-FFF2-40B4-BE49-F238E27FC236}">
                <a16:creationId xmlns:a16="http://schemas.microsoft.com/office/drawing/2014/main" id="{BCB88379-41BB-F0A9-7BB3-6AEF30BA04DA}"/>
              </a:ext>
            </a:extLst>
          </p:cNvPr>
          <p:cNvSpPr txBox="1"/>
          <p:nvPr/>
        </p:nvSpPr>
        <p:spPr>
          <a:xfrm>
            <a:off x="2965721" y="3063942"/>
            <a:ext cx="4166144" cy="646331"/>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b="1"/>
              <a:t>EEA GPT-Lab</a:t>
            </a:r>
            <a:br>
              <a:rPr lang="en-GB" b="1"/>
            </a:br>
            <a:r>
              <a:rPr lang="en-GB"/>
              <a:t>Gen AI Advanced RAG system</a:t>
            </a:r>
          </a:p>
        </p:txBody>
      </p:sp>
      <p:sp>
        <p:nvSpPr>
          <p:cNvPr id="29" name="Flowchart: Multidocument 28">
            <a:extLst>
              <a:ext uri="{FF2B5EF4-FFF2-40B4-BE49-F238E27FC236}">
                <a16:creationId xmlns:a16="http://schemas.microsoft.com/office/drawing/2014/main" id="{D040E141-F611-0D53-3952-B245ED6E2A5A}"/>
              </a:ext>
            </a:extLst>
          </p:cNvPr>
          <p:cNvSpPr/>
          <p:nvPr/>
        </p:nvSpPr>
        <p:spPr>
          <a:xfrm>
            <a:off x="10348646" y="3700706"/>
            <a:ext cx="897973" cy="702235"/>
          </a:xfrm>
          <a:prstGeom prst="flowChartMulti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DK"/>
          </a:p>
        </p:txBody>
      </p:sp>
      <p:sp>
        <p:nvSpPr>
          <p:cNvPr id="31" name="TextBox 39">
            <a:extLst>
              <a:ext uri="{FF2B5EF4-FFF2-40B4-BE49-F238E27FC236}">
                <a16:creationId xmlns:a16="http://schemas.microsoft.com/office/drawing/2014/main" id="{EB7780E9-0861-4C8A-25A0-AE8DBD095C4E}"/>
              </a:ext>
            </a:extLst>
          </p:cNvPr>
          <p:cNvSpPr txBox="1"/>
          <p:nvPr/>
        </p:nvSpPr>
        <p:spPr>
          <a:xfrm>
            <a:off x="10143716" y="3009237"/>
            <a:ext cx="2209249" cy="646331"/>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a:solidFill>
                  <a:schemeClr val="accent1">
                    <a:lumMod val="76000"/>
                  </a:schemeClr>
                </a:solidFill>
              </a:rPr>
              <a:t>Authoritative knowledge </a:t>
            </a:r>
            <a:endParaRPr lang="en-US" b="1">
              <a:solidFill>
                <a:schemeClr val="accent1">
                  <a:lumMod val="76000"/>
                </a:schemeClr>
              </a:solidFill>
              <a:cs typeface="Calibri"/>
            </a:endParaRPr>
          </a:p>
        </p:txBody>
      </p:sp>
      <p:pic>
        <p:nvPicPr>
          <p:cNvPr id="33" name="Graphic 44" descr="Gears with solid fill">
            <a:extLst>
              <a:ext uri="{FF2B5EF4-FFF2-40B4-BE49-F238E27FC236}">
                <a16:creationId xmlns:a16="http://schemas.microsoft.com/office/drawing/2014/main" id="{FA08E347-6EF3-ABC9-1EDB-5A61CC02835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009058" y="3179511"/>
            <a:ext cx="467976" cy="467976"/>
          </a:xfrm>
          <a:prstGeom prst="rect">
            <a:avLst/>
          </a:prstGeom>
        </p:spPr>
      </p:pic>
      <p:sp>
        <p:nvSpPr>
          <p:cNvPr id="35" name="TextBox 49">
            <a:extLst>
              <a:ext uri="{FF2B5EF4-FFF2-40B4-BE49-F238E27FC236}">
                <a16:creationId xmlns:a16="http://schemas.microsoft.com/office/drawing/2014/main" id="{E1F33CD5-2273-23A9-C992-37A3330E921B}"/>
              </a:ext>
            </a:extLst>
          </p:cNvPr>
          <p:cNvSpPr txBox="1"/>
          <p:nvPr/>
        </p:nvSpPr>
        <p:spPr>
          <a:xfrm>
            <a:off x="7409755" y="4576667"/>
            <a:ext cx="2145383" cy="553998"/>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a:t>Knowledge base</a:t>
            </a:r>
            <a:br>
              <a:rPr lang="en-GB"/>
            </a:br>
            <a:endParaRPr lang="en-DK" sz="1200"/>
          </a:p>
        </p:txBody>
      </p:sp>
      <p:sp>
        <p:nvSpPr>
          <p:cNvPr id="37" name="TextBox 50">
            <a:extLst>
              <a:ext uri="{FF2B5EF4-FFF2-40B4-BE49-F238E27FC236}">
                <a16:creationId xmlns:a16="http://schemas.microsoft.com/office/drawing/2014/main" id="{070885DC-6CC8-8C35-006E-FA64129FA11A}"/>
              </a:ext>
            </a:extLst>
          </p:cNvPr>
          <p:cNvSpPr txBox="1"/>
          <p:nvPr/>
        </p:nvSpPr>
        <p:spPr>
          <a:xfrm>
            <a:off x="8482327" y="3014333"/>
            <a:ext cx="1404359" cy="73866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400"/>
              <a:t>Knowledge source connectors</a:t>
            </a:r>
            <a:endParaRPr lang="en-US" sz="1400"/>
          </a:p>
        </p:txBody>
      </p:sp>
      <p:pic>
        <p:nvPicPr>
          <p:cNvPr id="39" name="Graphic 48" descr="Database outline">
            <a:extLst>
              <a:ext uri="{FF2B5EF4-FFF2-40B4-BE49-F238E27FC236}">
                <a16:creationId xmlns:a16="http://schemas.microsoft.com/office/drawing/2014/main" id="{1AF8A97E-043F-6417-7B9F-858653AC09A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15429" y="3723104"/>
            <a:ext cx="914400" cy="914400"/>
          </a:xfrm>
          <a:prstGeom prst="rect">
            <a:avLst/>
          </a:prstGeom>
        </p:spPr>
      </p:pic>
      <p:sp>
        <p:nvSpPr>
          <p:cNvPr id="47" name="TextBox 2">
            <a:extLst>
              <a:ext uri="{FF2B5EF4-FFF2-40B4-BE49-F238E27FC236}">
                <a16:creationId xmlns:a16="http://schemas.microsoft.com/office/drawing/2014/main" id="{D9659CA3-6958-F659-57A6-F87FE34C14F9}"/>
              </a:ext>
            </a:extLst>
          </p:cNvPr>
          <p:cNvSpPr txBox="1"/>
          <p:nvPr/>
        </p:nvSpPr>
        <p:spPr>
          <a:xfrm>
            <a:off x="9962504" y="4475483"/>
            <a:ext cx="2036002" cy="70788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t>EEA Reports, Briefings, </a:t>
            </a:r>
            <a:endParaRPr lang="en-US"/>
          </a:p>
          <a:p>
            <a:r>
              <a:rPr lang="en-US" sz="1000"/>
              <a:t>Indicators, data catalogues, technical documentation. FAQs, selected websites </a:t>
            </a:r>
          </a:p>
        </p:txBody>
      </p:sp>
      <p:cxnSp>
        <p:nvCxnSpPr>
          <p:cNvPr id="49" name="Straight Arrow Connector 48">
            <a:extLst>
              <a:ext uri="{FF2B5EF4-FFF2-40B4-BE49-F238E27FC236}">
                <a16:creationId xmlns:a16="http://schemas.microsoft.com/office/drawing/2014/main" id="{59C34D6B-24A1-343E-EB8E-88C943483B81}"/>
              </a:ext>
            </a:extLst>
          </p:cNvPr>
          <p:cNvCxnSpPr/>
          <p:nvPr/>
        </p:nvCxnSpPr>
        <p:spPr>
          <a:xfrm flipV="1">
            <a:off x="9256399" y="3349516"/>
            <a:ext cx="714280" cy="1537"/>
          </a:xfrm>
          <a:prstGeom prst="straightConnector1">
            <a:avLst/>
          </a:prstGeom>
          <a:ln w="28575">
            <a:headEnd type="triangle"/>
            <a:tailEnd type="triangle"/>
          </a:ln>
        </p:spPr>
        <p:style>
          <a:lnRef idx="2">
            <a:schemeClr val="accent1"/>
          </a:lnRef>
          <a:fillRef idx="0">
            <a:schemeClr val="accent1"/>
          </a:fillRef>
          <a:effectRef idx="1">
            <a:schemeClr val="accent1"/>
          </a:effectRef>
          <a:fontRef idx="minor">
            <a:schemeClr val="tx1"/>
          </a:fontRef>
        </p:style>
      </p:cxnSp>
      <p:sp>
        <p:nvSpPr>
          <p:cNvPr id="51" name="Arrow: Curved Right 50">
            <a:extLst>
              <a:ext uri="{FF2B5EF4-FFF2-40B4-BE49-F238E27FC236}">
                <a16:creationId xmlns:a16="http://schemas.microsoft.com/office/drawing/2014/main" id="{CD10497B-E9FF-4E2D-DC42-E06E05DD340F}"/>
              </a:ext>
            </a:extLst>
          </p:cNvPr>
          <p:cNvSpPr/>
          <p:nvPr/>
        </p:nvSpPr>
        <p:spPr>
          <a:xfrm rot="1980000">
            <a:off x="7765844" y="3300624"/>
            <a:ext cx="200430" cy="438758"/>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endParaRPr>
          </a:p>
        </p:txBody>
      </p:sp>
      <p:sp>
        <p:nvSpPr>
          <p:cNvPr id="53" name="TextBox 13">
            <a:extLst>
              <a:ext uri="{FF2B5EF4-FFF2-40B4-BE49-F238E27FC236}">
                <a16:creationId xmlns:a16="http://schemas.microsoft.com/office/drawing/2014/main" id="{BE81C1E4-63D0-3AF8-398D-BCD411681D48}"/>
              </a:ext>
            </a:extLst>
          </p:cNvPr>
          <p:cNvSpPr txBox="1"/>
          <p:nvPr/>
        </p:nvSpPr>
        <p:spPr>
          <a:xfrm>
            <a:off x="6199010" y="6178468"/>
            <a:ext cx="2743200" cy="46166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a:solidFill>
                  <a:schemeClr val="accent1">
                    <a:lumMod val="76000"/>
                  </a:schemeClr>
                </a:solidFill>
              </a:rPr>
              <a:t>Any cloud LLM APIs</a:t>
            </a:r>
            <a:r>
              <a:rPr lang="en-US" sz="1100" b="1">
                <a:solidFill>
                  <a:schemeClr val="accent1">
                    <a:lumMod val="76000"/>
                  </a:schemeClr>
                </a:solidFill>
              </a:rPr>
              <a:t>​</a:t>
            </a:r>
            <a:br>
              <a:rPr lang="en-US" sz="1100"/>
            </a:br>
            <a:endParaRPr lang="en-US" sz="1000"/>
          </a:p>
        </p:txBody>
      </p:sp>
      <p:pic>
        <p:nvPicPr>
          <p:cNvPr id="55" name="Graphic 17" descr="Cloud outline">
            <a:extLst>
              <a:ext uri="{FF2B5EF4-FFF2-40B4-BE49-F238E27FC236}">
                <a16:creationId xmlns:a16="http://schemas.microsoft.com/office/drawing/2014/main" id="{72454070-4B92-A60C-85D3-FE92587371F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03032" y="5912086"/>
            <a:ext cx="760461" cy="768158"/>
          </a:xfrm>
          <a:prstGeom prst="rect">
            <a:avLst/>
          </a:prstGeom>
        </p:spPr>
      </p:pic>
      <p:pic>
        <p:nvPicPr>
          <p:cNvPr id="57" name="Graphic 19" descr="Server outline">
            <a:extLst>
              <a:ext uri="{FF2B5EF4-FFF2-40B4-BE49-F238E27FC236}">
                <a16:creationId xmlns:a16="http://schemas.microsoft.com/office/drawing/2014/main" id="{587C8128-A5B0-0959-27AC-D548ACDF15E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58418" y="6089001"/>
            <a:ext cx="583431" cy="621915"/>
          </a:xfrm>
          <a:prstGeom prst="rect">
            <a:avLst/>
          </a:prstGeom>
        </p:spPr>
      </p:pic>
      <p:sp>
        <p:nvSpPr>
          <p:cNvPr id="59" name="TextBox 21">
            <a:extLst>
              <a:ext uri="{FF2B5EF4-FFF2-40B4-BE49-F238E27FC236}">
                <a16:creationId xmlns:a16="http://schemas.microsoft.com/office/drawing/2014/main" id="{249BACC2-7B1F-E32D-2161-8D77E8473A65}"/>
              </a:ext>
            </a:extLst>
          </p:cNvPr>
          <p:cNvSpPr txBox="1"/>
          <p:nvPr/>
        </p:nvSpPr>
        <p:spPr>
          <a:xfrm>
            <a:off x="2567966" y="6254294"/>
            <a:ext cx="3470283" cy="46166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a:solidFill>
                  <a:schemeClr val="accent1">
                    <a:lumMod val="76000"/>
                  </a:schemeClr>
                </a:solidFill>
              </a:rPr>
              <a:t>Local LLM APIs </a:t>
            </a:r>
            <a:br>
              <a:rPr lang="en-US" sz="1400" b="1">
                <a:solidFill>
                  <a:schemeClr val="accent1">
                    <a:lumMod val="76000"/>
                  </a:schemeClr>
                </a:solidFill>
              </a:rPr>
            </a:br>
            <a:endParaRPr lang="en-US" sz="1000" b="1">
              <a:solidFill>
                <a:schemeClr val="accent1">
                  <a:lumMod val="76000"/>
                </a:schemeClr>
              </a:solidFill>
              <a:ea typeface="Calibri"/>
              <a:cs typeface="Calibri"/>
            </a:endParaRPr>
          </a:p>
        </p:txBody>
      </p:sp>
      <p:sp>
        <p:nvSpPr>
          <p:cNvPr id="61" name="Title 22">
            <a:extLst>
              <a:ext uri="{FF2B5EF4-FFF2-40B4-BE49-F238E27FC236}">
                <a16:creationId xmlns:a16="http://schemas.microsoft.com/office/drawing/2014/main" id="{22FF8C2F-9DD1-35E5-A648-9A1D2E3B4661}"/>
              </a:ext>
            </a:extLst>
          </p:cNvPr>
          <p:cNvSpPr>
            <a:spLocks noGrp="1"/>
          </p:cNvSpPr>
          <p:nvPr/>
        </p:nvSpPr>
        <p:spPr>
          <a:xfrm>
            <a:off x="376074" y="101272"/>
            <a:ext cx="10784993" cy="69441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002060"/>
                </a:solidFill>
                <a:latin typeface="Calibri" panose="020F0502020204030204"/>
                <a:ea typeface="+mn-ea"/>
                <a:cs typeface="+mn-cs"/>
              </a:rPr>
              <a:t>EEA GPT-Lab - Gen AI Architecture overview</a:t>
            </a:r>
          </a:p>
        </p:txBody>
      </p:sp>
      <p:cxnSp>
        <p:nvCxnSpPr>
          <p:cNvPr id="63" name="Straight Arrow Connector 62">
            <a:extLst>
              <a:ext uri="{FF2B5EF4-FFF2-40B4-BE49-F238E27FC236}">
                <a16:creationId xmlns:a16="http://schemas.microsoft.com/office/drawing/2014/main" id="{F3575EC4-402F-4866-6517-B5994183A4D3}"/>
              </a:ext>
            </a:extLst>
          </p:cNvPr>
          <p:cNvCxnSpPr/>
          <p:nvPr/>
        </p:nvCxnSpPr>
        <p:spPr>
          <a:xfrm>
            <a:off x="5520127" y="5655785"/>
            <a:ext cx="319266" cy="422039"/>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37302461-D8F0-E3A3-6F13-BEF4AACB25E1}"/>
              </a:ext>
            </a:extLst>
          </p:cNvPr>
          <p:cNvCxnSpPr>
            <a:cxnSpLocks/>
          </p:cNvCxnSpPr>
          <p:nvPr/>
        </p:nvCxnSpPr>
        <p:spPr>
          <a:xfrm flipH="1">
            <a:off x="4192511" y="5675839"/>
            <a:ext cx="381021" cy="328407"/>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67" name="TextBox 15">
            <a:extLst>
              <a:ext uri="{FF2B5EF4-FFF2-40B4-BE49-F238E27FC236}">
                <a16:creationId xmlns:a16="http://schemas.microsoft.com/office/drawing/2014/main" id="{90B28D1E-6FFA-5913-76CA-2D1F65355817}"/>
              </a:ext>
            </a:extLst>
          </p:cNvPr>
          <p:cNvSpPr txBox="1"/>
          <p:nvPr/>
        </p:nvSpPr>
        <p:spPr>
          <a:xfrm>
            <a:off x="2526057" y="5954106"/>
            <a:ext cx="2283616"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solidFill>
                  <a:schemeClr val="accent1">
                    <a:lumMod val="76000"/>
                  </a:schemeClr>
                </a:solidFill>
              </a:rPr>
              <a:t>Private/Sensitive/Any docs</a:t>
            </a:r>
            <a:endParaRPr lang="en-US" sz="1200" b="1">
              <a:solidFill>
                <a:schemeClr val="accent1">
                  <a:lumMod val="76000"/>
                </a:schemeClr>
              </a:solidFill>
              <a:cs typeface="Calibri"/>
            </a:endParaRPr>
          </a:p>
        </p:txBody>
      </p:sp>
      <p:sp>
        <p:nvSpPr>
          <p:cNvPr id="69" name="TextBox 25">
            <a:extLst>
              <a:ext uri="{FF2B5EF4-FFF2-40B4-BE49-F238E27FC236}">
                <a16:creationId xmlns:a16="http://schemas.microsoft.com/office/drawing/2014/main" id="{A3CB84FA-C1B1-12F1-131E-D70D1CEB02EF}"/>
              </a:ext>
            </a:extLst>
          </p:cNvPr>
          <p:cNvSpPr txBox="1"/>
          <p:nvPr/>
        </p:nvSpPr>
        <p:spPr>
          <a:xfrm>
            <a:off x="6170610" y="5893276"/>
            <a:ext cx="1890205"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a:solidFill>
                  <a:schemeClr val="accent1">
                    <a:lumMod val="76000"/>
                  </a:schemeClr>
                </a:solidFill>
              </a:rPr>
              <a:t>Public docs / non-SNC</a:t>
            </a:r>
            <a:endParaRPr lang="en-US" sz="1200" b="1">
              <a:solidFill>
                <a:schemeClr val="accent1">
                  <a:lumMod val="76000"/>
                </a:schemeClr>
              </a:solidFill>
              <a:cs typeface="Calibri"/>
            </a:endParaRPr>
          </a:p>
        </p:txBody>
      </p:sp>
      <p:sp>
        <p:nvSpPr>
          <p:cNvPr id="71" name="Rectangle 70">
            <a:extLst>
              <a:ext uri="{FF2B5EF4-FFF2-40B4-BE49-F238E27FC236}">
                <a16:creationId xmlns:a16="http://schemas.microsoft.com/office/drawing/2014/main" id="{D365E286-7121-8093-E909-6C12A3CA4881}"/>
              </a:ext>
            </a:extLst>
          </p:cNvPr>
          <p:cNvSpPr/>
          <p:nvPr/>
        </p:nvSpPr>
        <p:spPr>
          <a:xfrm>
            <a:off x="5290052" y="3789666"/>
            <a:ext cx="1949822" cy="8740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a:t>Tools library</a:t>
            </a:r>
            <a:br>
              <a:rPr lang="en-US" sz="1400"/>
            </a:br>
            <a:r>
              <a:rPr lang="en-US" sz="1000"/>
              <a:t>(web search, </a:t>
            </a:r>
            <a:r>
              <a:rPr lang="en-US" sz="1000" err="1"/>
              <a:t>sql</a:t>
            </a:r>
            <a:r>
              <a:rPr lang="en-US" sz="1000"/>
              <a:t>, create excel, charting, send email, book events...)</a:t>
            </a:r>
            <a:endParaRPr lang="en-US"/>
          </a:p>
        </p:txBody>
      </p:sp>
      <p:grpSp>
        <p:nvGrpSpPr>
          <p:cNvPr id="30" name="Group 29">
            <a:extLst>
              <a:ext uri="{FF2B5EF4-FFF2-40B4-BE49-F238E27FC236}">
                <a16:creationId xmlns:a16="http://schemas.microsoft.com/office/drawing/2014/main" id="{2C70CA2D-E4C2-53C9-713F-77F1D9999836}"/>
              </a:ext>
            </a:extLst>
          </p:cNvPr>
          <p:cNvGrpSpPr/>
          <p:nvPr/>
        </p:nvGrpSpPr>
        <p:grpSpPr>
          <a:xfrm>
            <a:off x="3620052" y="5142238"/>
            <a:ext cx="2759677" cy="459417"/>
            <a:chOff x="3850657" y="5202395"/>
            <a:chExt cx="2759677" cy="459417"/>
          </a:xfrm>
        </p:grpSpPr>
        <p:grpSp>
          <p:nvGrpSpPr>
            <p:cNvPr id="8" name="Group 7">
              <a:extLst>
                <a:ext uri="{FF2B5EF4-FFF2-40B4-BE49-F238E27FC236}">
                  <a16:creationId xmlns:a16="http://schemas.microsoft.com/office/drawing/2014/main" id="{8707C7C5-604F-4C90-5249-FC3B951E596E}"/>
                </a:ext>
              </a:extLst>
            </p:cNvPr>
            <p:cNvGrpSpPr/>
            <p:nvPr/>
          </p:nvGrpSpPr>
          <p:grpSpPr>
            <a:xfrm>
              <a:off x="3851752" y="5206671"/>
              <a:ext cx="2758582" cy="455141"/>
              <a:chOff x="250979" y="2398481"/>
              <a:chExt cx="3711997" cy="1017313"/>
            </a:xfrm>
          </p:grpSpPr>
          <p:sp>
            <p:nvSpPr>
              <p:cNvPr id="4" name="Rectangle 3">
                <a:extLst>
                  <a:ext uri="{FF2B5EF4-FFF2-40B4-BE49-F238E27FC236}">
                    <a16:creationId xmlns:a16="http://schemas.microsoft.com/office/drawing/2014/main" id="{2ED389F4-6989-B7A7-D0A9-DFDFCE18308B}"/>
                  </a:ext>
                </a:extLst>
              </p:cNvPr>
              <p:cNvSpPr/>
              <p:nvPr/>
            </p:nvSpPr>
            <p:spPr>
              <a:xfrm>
                <a:off x="250979" y="2398481"/>
                <a:ext cx="3711997" cy="1017313"/>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a:cs typeface="Calibri"/>
                </a:endParaRPr>
              </a:p>
            </p:txBody>
          </p:sp>
          <p:sp>
            <p:nvSpPr>
              <p:cNvPr id="6" name="TextBox 5">
                <a:extLst>
                  <a:ext uri="{FF2B5EF4-FFF2-40B4-BE49-F238E27FC236}">
                    <a16:creationId xmlns:a16="http://schemas.microsoft.com/office/drawing/2014/main" id="{79D0109F-5FD0-920E-3374-7DA7111A366C}"/>
                  </a:ext>
                </a:extLst>
              </p:cNvPr>
              <p:cNvSpPr txBox="1"/>
              <p:nvPr/>
            </p:nvSpPr>
            <p:spPr>
              <a:xfrm>
                <a:off x="811427" y="2408153"/>
                <a:ext cx="3140735" cy="96310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solidFill>
                      <a:schemeClr val="bg1"/>
                    </a:solidFill>
                    <a:ea typeface="Calibri"/>
                    <a:cs typeface="Calibri"/>
                  </a:rPr>
                  <a:t>LLM APIs Gateway</a:t>
                </a:r>
                <a:br>
                  <a:rPr lang="en-US" sz="1200" b="1">
                    <a:solidFill>
                      <a:schemeClr val="bg1"/>
                    </a:solidFill>
                    <a:ea typeface="Calibri"/>
                    <a:cs typeface="Calibri"/>
                  </a:rPr>
                </a:br>
                <a:r>
                  <a:rPr lang="en-US" sz="1000" b="1">
                    <a:solidFill>
                      <a:schemeClr val="bg1"/>
                    </a:solidFill>
                    <a:ea typeface="Calibri"/>
                    <a:cs typeface="Calibri"/>
                  </a:rPr>
                  <a:t> (rate-limits, guardrails...)</a:t>
                </a:r>
              </a:p>
            </p:txBody>
          </p:sp>
        </p:grpSp>
        <p:pic>
          <p:nvPicPr>
            <p:cNvPr id="12" name="Graphic 11" descr="Shield Tick outline">
              <a:extLst>
                <a:ext uri="{FF2B5EF4-FFF2-40B4-BE49-F238E27FC236}">
                  <a16:creationId xmlns:a16="http://schemas.microsoft.com/office/drawing/2014/main" id="{DD793076-DEC6-64A5-5684-304D5ADB8A3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850657" y="5202395"/>
              <a:ext cx="412173" cy="412173"/>
            </a:xfrm>
            <a:prstGeom prst="rect">
              <a:avLst/>
            </a:prstGeom>
          </p:spPr>
        </p:pic>
      </p:grpSp>
      <p:grpSp>
        <p:nvGrpSpPr>
          <p:cNvPr id="22" name="Group 21">
            <a:extLst>
              <a:ext uri="{FF2B5EF4-FFF2-40B4-BE49-F238E27FC236}">
                <a16:creationId xmlns:a16="http://schemas.microsoft.com/office/drawing/2014/main" id="{5D96BB4D-FD53-DFA3-155E-85D047D3CC7C}"/>
              </a:ext>
            </a:extLst>
          </p:cNvPr>
          <p:cNvGrpSpPr/>
          <p:nvPr/>
        </p:nvGrpSpPr>
        <p:grpSpPr>
          <a:xfrm>
            <a:off x="289610" y="5846381"/>
            <a:ext cx="1968393" cy="787341"/>
            <a:chOff x="268114" y="2467473"/>
            <a:chExt cx="2481994" cy="1114352"/>
          </a:xfrm>
        </p:grpSpPr>
        <p:sp>
          <p:nvSpPr>
            <p:cNvPr id="16" name="Rectangle 15">
              <a:extLst>
                <a:ext uri="{FF2B5EF4-FFF2-40B4-BE49-F238E27FC236}">
                  <a16:creationId xmlns:a16="http://schemas.microsoft.com/office/drawing/2014/main" id="{5D78B72F-942E-0051-5BA1-D59A17ED07B0}"/>
                </a:ext>
              </a:extLst>
            </p:cNvPr>
            <p:cNvSpPr/>
            <p:nvPr/>
          </p:nvSpPr>
          <p:spPr>
            <a:xfrm>
              <a:off x="268114" y="2467473"/>
              <a:ext cx="2099095" cy="1114352"/>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a:cs typeface="Calibri"/>
              </a:endParaRPr>
            </a:p>
          </p:txBody>
        </p:sp>
        <p:pic>
          <p:nvPicPr>
            <p:cNvPr id="18" name="Graphic 17" descr="Heart with pulse with solid fill">
              <a:extLst>
                <a:ext uri="{FF2B5EF4-FFF2-40B4-BE49-F238E27FC236}">
                  <a16:creationId xmlns:a16="http://schemas.microsoft.com/office/drawing/2014/main" id="{A42D365C-EC59-8AB2-4D54-0AAD1E1B10B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56992" y="2648211"/>
              <a:ext cx="460926" cy="494020"/>
            </a:xfrm>
            <a:prstGeom prst="rect">
              <a:avLst/>
            </a:prstGeom>
          </p:spPr>
        </p:pic>
        <p:sp>
          <p:nvSpPr>
            <p:cNvPr id="20" name="TextBox 19">
              <a:extLst>
                <a:ext uri="{FF2B5EF4-FFF2-40B4-BE49-F238E27FC236}">
                  <a16:creationId xmlns:a16="http://schemas.microsoft.com/office/drawing/2014/main" id="{3DB3F528-F054-8847-1EAC-9C3BF455C72E}"/>
                </a:ext>
              </a:extLst>
            </p:cNvPr>
            <p:cNvSpPr txBox="1"/>
            <p:nvPr/>
          </p:nvSpPr>
          <p:spPr>
            <a:xfrm>
              <a:off x="827562" y="2660781"/>
              <a:ext cx="1922546" cy="6534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solidFill>
                    <a:schemeClr val="bg1"/>
                  </a:solidFill>
                  <a:cs typeface="Calibri"/>
                </a:rPr>
                <a:t>Monitoring &amp; Evaluations</a:t>
              </a:r>
              <a:endParaRPr lang="en-US" sz="1200" b="1">
                <a:solidFill>
                  <a:schemeClr val="bg1"/>
                </a:solidFill>
                <a:ea typeface="Calibri"/>
                <a:cs typeface="Calibri"/>
              </a:endParaRPr>
            </a:p>
          </p:txBody>
        </p:sp>
      </p:grpSp>
      <p:sp>
        <p:nvSpPr>
          <p:cNvPr id="26" name="TextBox 25">
            <a:extLst>
              <a:ext uri="{FF2B5EF4-FFF2-40B4-BE49-F238E27FC236}">
                <a16:creationId xmlns:a16="http://schemas.microsoft.com/office/drawing/2014/main" id="{4E52C126-BC6F-371E-BFD8-9965A3313B7B}"/>
              </a:ext>
            </a:extLst>
          </p:cNvPr>
          <p:cNvSpPr txBox="1"/>
          <p:nvPr/>
        </p:nvSpPr>
        <p:spPr>
          <a:xfrm>
            <a:off x="160185" y="6595132"/>
            <a:ext cx="1136271" cy="276999"/>
          </a:xfrm>
          <a:prstGeom prst="rect">
            <a:avLst/>
          </a:prstGeom>
          <a:noFill/>
          <a:ln>
            <a:solidFill>
              <a:srgbClr val="4472C4"/>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200" err="1">
                <a:ea typeface="Calibri"/>
                <a:cs typeface="Calibri"/>
              </a:rPr>
              <a:t>LLMOps</a:t>
            </a:r>
            <a:endParaRPr lang="en-US" sz="1200"/>
          </a:p>
        </p:txBody>
      </p:sp>
      <p:sp>
        <p:nvSpPr>
          <p:cNvPr id="24" name="TextBox 23">
            <a:extLst>
              <a:ext uri="{FF2B5EF4-FFF2-40B4-BE49-F238E27FC236}">
                <a16:creationId xmlns:a16="http://schemas.microsoft.com/office/drawing/2014/main" id="{C4468DE5-959D-3924-83B8-81DE29ED8CB3}"/>
              </a:ext>
            </a:extLst>
          </p:cNvPr>
          <p:cNvSpPr txBox="1"/>
          <p:nvPr/>
        </p:nvSpPr>
        <p:spPr>
          <a:xfrm>
            <a:off x="3083933" y="5324684"/>
            <a:ext cx="79828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200"/>
              <a:t>Logs</a:t>
            </a:r>
          </a:p>
        </p:txBody>
      </p:sp>
      <p:cxnSp>
        <p:nvCxnSpPr>
          <p:cNvPr id="28" name="Straight Arrow Connector 27">
            <a:extLst>
              <a:ext uri="{FF2B5EF4-FFF2-40B4-BE49-F238E27FC236}">
                <a16:creationId xmlns:a16="http://schemas.microsoft.com/office/drawing/2014/main" id="{1FA6F620-6D2A-374E-F33F-A33B1A4D6CCD}"/>
              </a:ext>
            </a:extLst>
          </p:cNvPr>
          <p:cNvCxnSpPr/>
          <p:nvPr/>
        </p:nvCxnSpPr>
        <p:spPr>
          <a:xfrm flipH="1">
            <a:off x="2001675" y="5541299"/>
            <a:ext cx="1475188" cy="3469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2" name="Graphic 17" descr="Cloud outline">
            <a:extLst>
              <a:ext uri="{FF2B5EF4-FFF2-40B4-BE49-F238E27FC236}">
                <a16:creationId xmlns:a16="http://schemas.microsoft.com/office/drawing/2014/main" id="{CBE7523C-691F-9BFD-1DD1-52D52BF1287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86110" y="2414936"/>
            <a:ext cx="760461" cy="768158"/>
          </a:xfrm>
          <a:prstGeom prst="rect">
            <a:avLst/>
          </a:prstGeom>
        </p:spPr>
      </p:pic>
      <p:sp>
        <p:nvSpPr>
          <p:cNvPr id="2" name="Rectangle 1">
            <a:extLst>
              <a:ext uri="{FF2B5EF4-FFF2-40B4-BE49-F238E27FC236}">
                <a16:creationId xmlns:a16="http://schemas.microsoft.com/office/drawing/2014/main" id="{9FB7E0DF-B5B8-CEB4-5D38-C12CA49375E0}"/>
              </a:ext>
            </a:extLst>
          </p:cNvPr>
          <p:cNvSpPr/>
          <p:nvPr/>
        </p:nvSpPr>
        <p:spPr>
          <a:xfrm>
            <a:off x="9455065" y="6062981"/>
            <a:ext cx="2540264" cy="702235"/>
          </a:xfrm>
          <a:prstGeom prst="rect">
            <a:avLst/>
          </a:prstGeom>
          <a:ln>
            <a:prstDash val="dash"/>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a:t>Data Science Workspaces</a:t>
            </a:r>
            <a:endParaRPr lang="en-US" sz="1000"/>
          </a:p>
        </p:txBody>
      </p:sp>
      <p:cxnSp>
        <p:nvCxnSpPr>
          <p:cNvPr id="10" name="Straight Arrow Connector 9">
            <a:extLst>
              <a:ext uri="{FF2B5EF4-FFF2-40B4-BE49-F238E27FC236}">
                <a16:creationId xmlns:a16="http://schemas.microsoft.com/office/drawing/2014/main" id="{8ECF91FC-7A85-20BE-F936-2CAA5E259C59}"/>
              </a:ext>
            </a:extLst>
          </p:cNvPr>
          <p:cNvCxnSpPr>
            <a:cxnSpLocks/>
          </p:cNvCxnSpPr>
          <p:nvPr/>
        </p:nvCxnSpPr>
        <p:spPr>
          <a:xfrm flipH="1" flipV="1">
            <a:off x="6477657" y="5377695"/>
            <a:ext cx="2799971" cy="83414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494A39BF-7264-3E84-6E99-91B7532052F1}"/>
              </a:ext>
            </a:extLst>
          </p:cNvPr>
          <p:cNvSpPr/>
          <p:nvPr/>
        </p:nvSpPr>
        <p:spPr>
          <a:xfrm>
            <a:off x="8670113" y="1634358"/>
            <a:ext cx="2577395" cy="4375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a:solidFill>
                  <a:srgbClr val="000000"/>
                </a:solidFill>
              </a:rPr>
              <a:t>🕵🏻</a:t>
            </a:r>
            <a:r>
              <a:rPr lang="en-US" sz="1400"/>
              <a:t>AI Claim verification</a:t>
            </a:r>
          </a:p>
          <a:p>
            <a:pPr algn="ctr"/>
            <a:endParaRPr lang="en-US" sz="1000"/>
          </a:p>
        </p:txBody>
      </p:sp>
      <p:pic>
        <p:nvPicPr>
          <p:cNvPr id="14" name="Picture 13" descr="A screenshot of a computer&#10;&#10;AI-generated content may be incorrect.">
            <a:extLst>
              <a:ext uri="{FF2B5EF4-FFF2-40B4-BE49-F238E27FC236}">
                <a16:creationId xmlns:a16="http://schemas.microsoft.com/office/drawing/2014/main" id="{317E6461-D042-5EBA-0D71-F5466B92ED88}"/>
              </a:ext>
            </a:extLst>
          </p:cNvPr>
          <p:cNvPicPr>
            <a:picLocks noChangeAspect="1"/>
          </p:cNvPicPr>
          <p:nvPr/>
        </p:nvPicPr>
        <p:blipFill>
          <a:blip r:embed="rId8"/>
          <a:stretch>
            <a:fillRect/>
          </a:stretch>
        </p:blipFill>
        <p:spPr>
          <a:xfrm>
            <a:off x="6499692" y="842646"/>
            <a:ext cx="1566954" cy="1251510"/>
          </a:xfrm>
          <a:prstGeom prst="rect">
            <a:avLst/>
          </a:prstGeom>
        </p:spPr>
      </p:pic>
      <p:pic>
        <p:nvPicPr>
          <p:cNvPr id="36" name="Picture 35" descr="A screenshot of a computer&#10;&#10;AI-generated content may be incorrect.">
            <a:extLst>
              <a:ext uri="{FF2B5EF4-FFF2-40B4-BE49-F238E27FC236}">
                <a16:creationId xmlns:a16="http://schemas.microsoft.com/office/drawing/2014/main" id="{54A877B6-A72F-408F-20DD-2711D9C44225}"/>
              </a:ext>
            </a:extLst>
          </p:cNvPr>
          <p:cNvPicPr>
            <a:picLocks noChangeAspect="1"/>
          </p:cNvPicPr>
          <p:nvPr/>
        </p:nvPicPr>
        <p:blipFill>
          <a:blip r:embed="rId9"/>
          <a:stretch>
            <a:fillRect/>
          </a:stretch>
        </p:blipFill>
        <p:spPr>
          <a:xfrm>
            <a:off x="4238882" y="844333"/>
            <a:ext cx="1647372" cy="1254578"/>
          </a:xfrm>
          <a:prstGeom prst="rect">
            <a:avLst/>
          </a:prstGeom>
        </p:spPr>
      </p:pic>
      <p:pic>
        <p:nvPicPr>
          <p:cNvPr id="38" name="Picture 37" descr="A screenshot of a web page&#10;&#10;AI-generated content may be incorrect.">
            <a:extLst>
              <a:ext uri="{FF2B5EF4-FFF2-40B4-BE49-F238E27FC236}">
                <a16:creationId xmlns:a16="http://schemas.microsoft.com/office/drawing/2014/main" id="{26727DA3-3095-31D2-3023-19CC8C1D3DA5}"/>
              </a:ext>
            </a:extLst>
          </p:cNvPr>
          <p:cNvPicPr>
            <a:picLocks noChangeAspect="1"/>
          </p:cNvPicPr>
          <p:nvPr/>
        </p:nvPicPr>
        <p:blipFill>
          <a:blip r:embed="rId10"/>
          <a:stretch>
            <a:fillRect/>
          </a:stretch>
        </p:blipFill>
        <p:spPr>
          <a:xfrm>
            <a:off x="1958133" y="875039"/>
            <a:ext cx="1528800" cy="1255487"/>
          </a:xfrm>
          <a:prstGeom prst="rect">
            <a:avLst/>
          </a:prstGeom>
        </p:spPr>
      </p:pic>
      <p:pic>
        <p:nvPicPr>
          <p:cNvPr id="7" name="Graphic 17" descr="Cloud outline">
            <a:extLst>
              <a:ext uri="{FF2B5EF4-FFF2-40B4-BE49-F238E27FC236}">
                <a16:creationId xmlns:a16="http://schemas.microsoft.com/office/drawing/2014/main" id="{2D6EE393-82AA-57A9-87B8-43110738F69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4958" y="733566"/>
            <a:ext cx="760461" cy="768158"/>
          </a:xfrm>
          <a:prstGeom prst="rect">
            <a:avLst/>
          </a:prstGeom>
        </p:spPr>
      </p:pic>
      <p:sp>
        <p:nvSpPr>
          <p:cNvPr id="9" name="TextBox 8">
            <a:extLst>
              <a:ext uri="{FF2B5EF4-FFF2-40B4-BE49-F238E27FC236}">
                <a16:creationId xmlns:a16="http://schemas.microsoft.com/office/drawing/2014/main" id="{0FF28631-10DE-6DA4-FDD7-A876091F8165}"/>
              </a:ext>
            </a:extLst>
          </p:cNvPr>
          <p:cNvSpPr txBox="1"/>
          <p:nvPr/>
        </p:nvSpPr>
        <p:spPr>
          <a:xfrm>
            <a:off x="292567" y="1303936"/>
            <a:ext cx="15240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rgbClr val="000000"/>
                </a:solidFill>
                <a:effectLst/>
                <a:latin typeface="Neue Haas Grotesk Text Pro" panose="020B0504020202020204" pitchFamily="34" charset="0"/>
              </a:rPr>
              <a:t>AI assistants are incorporated into a range of web platforms.</a:t>
            </a:r>
            <a:endParaRPr lang="en-US"/>
          </a:p>
        </p:txBody>
      </p:sp>
      <p:sp>
        <p:nvSpPr>
          <p:cNvPr id="40" name="Arrow: Curved Down 39">
            <a:extLst>
              <a:ext uri="{FF2B5EF4-FFF2-40B4-BE49-F238E27FC236}">
                <a16:creationId xmlns:a16="http://schemas.microsoft.com/office/drawing/2014/main" id="{17A5D967-9703-B61A-3B47-D619B312979C}"/>
              </a:ext>
            </a:extLst>
          </p:cNvPr>
          <p:cNvSpPr/>
          <p:nvPr/>
        </p:nvSpPr>
        <p:spPr>
          <a:xfrm rot="600000">
            <a:off x="8087939" y="1228895"/>
            <a:ext cx="810305" cy="234565"/>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2" name="TextBox 41">
            <a:extLst>
              <a:ext uri="{FF2B5EF4-FFF2-40B4-BE49-F238E27FC236}">
                <a16:creationId xmlns:a16="http://schemas.microsoft.com/office/drawing/2014/main" id="{3627C130-3CE1-9A8C-6390-2062AC355794}"/>
              </a:ext>
            </a:extLst>
          </p:cNvPr>
          <p:cNvSpPr txBox="1"/>
          <p:nvPr/>
        </p:nvSpPr>
        <p:spPr>
          <a:xfrm>
            <a:off x="8769787" y="1063489"/>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rgbClr val="000000"/>
                </a:solidFill>
                <a:effectLst/>
                <a:latin typeface="Neue Haas Grotesk Text Pro" panose="020B0504020202020204" pitchFamily="34" charset="0"/>
              </a:rPr>
              <a:t>Check the AI's answer for correctness by comparing it with the referenced sources.</a:t>
            </a:r>
            <a:endParaRPr lang="en-US" sz="1000">
              <a:latin typeface="Neue Haas Grotesk Text Pro"/>
            </a:endParaRPr>
          </a:p>
        </p:txBody>
      </p:sp>
      <p:sp>
        <p:nvSpPr>
          <p:cNvPr id="45" name="Arrow: Curved Left 44">
            <a:extLst>
              <a:ext uri="{FF2B5EF4-FFF2-40B4-BE49-F238E27FC236}">
                <a16:creationId xmlns:a16="http://schemas.microsoft.com/office/drawing/2014/main" id="{76E99A5B-17B4-B99C-2267-02BE669771D5}"/>
              </a:ext>
            </a:extLst>
          </p:cNvPr>
          <p:cNvSpPr/>
          <p:nvPr/>
        </p:nvSpPr>
        <p:spPr>
          <a:xfrm rot="5400000">
            <a:off x="8189089" y="1914507"/>
            <a:ext cx="299529" cy="866209"/>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TextBox 45">
            <a:extLst>
              <a:ext uri="{FF2B5EF4-FFF2-40B4-BE49-F238E27FC236}">
                <a16:creationId xmlns:a16="http://schemas.microsoft.com/office/drawing/2014/main" id="{E2299C8E-5C7C-E3CE-7BDA-35AFD54D6FCB}"/>
              </a:ext>
            </a:extLst>
          </p:cNvPr>
          <p:cNvSpPr txBox="1"/>
          <p:nvPr/>
        </p:nvSpPr>
        <p:spPr>
          <a:xfrm>
            <a:off x="8769787" y="2148509"/>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rgbClr val="000000"/>
                </a:solidFill>
                <a:effectLst/>
                <a:latin typeface="Neue Haas Grotesk Text Pro"/>
              </a:rPr>
              <a:t>Provide the user with an accuracy report as part of the response.</a:t>
            </a:r>
            <a:endParaRPr lang="en-US" sz="1000">
              <a:latin typeface="Neue Haas Grotesk Text Pro"/>
            </a:endParaRPr>
          </a:p>
        </p:txBody>
      </p:sp>
      <p:sp>
        <p:nvSpPr>
          <p:cNvPr id="34" name="Shape 2">
            <a:extLst>
              <a:ext uri="{FF2B5EF4-FFF2-40B4-BE49-F238E27FC236}">
                <a16:creationId xmlns:a16="http://schemas.microsoft.com/office/drawing/2014/main" id="{94AF5F0D-0BE2-CA91-B5CB-DBCCEE8BD749}"/>
              </a:ext>
            </a:extLst>
          </p:cNvPr>
          <p:cNvSpPr/>
          <p:nvPr/>
        </p:nvSpPr>
        <p:spPr>
          <a:xfrm>
            <a:off x="9416306" y="99687"/>
            <a:ext cx="2496312" cy="566928"/>
          </a:xfrm>
          <a:prstGeom prst="roundRect">
            <a:avLst>
              <a:gd name="adj" fmla="val 12963"/>
            </a:avLst>
          </a:prstGeom>
          <a:solidFill>
            <a:srgbClr val="DFF2EA"/>
          </a:solidFill>
          <a:ln w="12700">
            <a:solidFill>
              <a:srgbClr val="9ACDBD"/>
            </a:solidFill>
            <a:prstDash val="solid"/>
          </a:ln>
        </p:spPr>
        <p:txBody>
          <a:bodyPr/>
          <a:lstStyle/>
          <a:p>
            <a:endParaRPr lang="en-GB"/>
          </a:p>
        </p:txBody>
      </p:sp>
      <p:sp>
        <p:nvSpPr>
          <p:cNvPr id="43" name="Text 4">
            <a:extLst>
              <a:ext uri="{FF2B5EF4-FFF2-40B4-BE49-F238E27FC236}">
                <a16:creationId xmlns:a16="http://schemas.microsoft.com/office/drawing/2014/main" id="{3576266A-77FF-7E5F-48B9-75BDC2DCFB4C}"/>
              </a:ext>
            </a:extLst>
          </p:cNvPr>
          <p:cNvSpPr/>
          <p:nvPr/>
        </p:nvSpPr>
        <p:spPr>
          <a:xfrm>
            <a:off x="9466485" y="226851"/>
            <a:ext cx="2487168" cy="347472"/>
          </a:xfrm>
          <a:prstGeom prst="rect">
            <a:avLst/>
          </a:prstGeom>
          <a:noFill/>
          <a:ln>
            <a:noFill/>
          </a:ln>
        </p:spPr>
        <p:txBody>
          <a:bodyPr wrap="square" lIns="0" tIns="0" rIns="0" bIns="0" rtlCol="0" anchor="ctr">
            <a:normAutofit/>
          </a:bodyPr>
          <a:lstStyle/>
          <a:p>
            <a:pPr marL="0" indent="0" algn="ctr">
              <a:spcBef>
                <a:spcPts val="0"/>
              </a:spcBef>
              <a:spcAft>
                <a:spcPts val="0"/>
              </a:spcAft>
              <a:buNone/>
            </a:pPr>
            <a:r>
              <a:rPr lang="en-US" sz="1150" b="1" i="0" dirty="0">
                <a:solidFill>
                  <a:srgbClr val="14352D"/>
                </a:solidFill>
                <a:latin typeface="Aptos" pitchFamily="34" charset="0"/>
                <a:ea typeface="Aptos" pitchFamily="34" charset="-122"/>
                <a:cs typeface="Aptos" pitchFamily="34" charset="-120"/>
              </a:rPr>
              <a:t>Data, Technologies &amp; Infrastructure</a:t>
            </a:r>
            <a:endParaRPr lang="en-US" sz="510" dirty="0"/>
          </a:p>
        </p:txBody>
      </p:sp>
    </p:spTree>
    <p:extLst>
      <p:ext uri="{BB962C8B-B14F-4D97-AF65-F5344CB8AC3E}">
        <p14:creationId xmlns:p14="http://schemas.microsoft.com/office/powerpoint/2010/main" val="1423073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FA2C8E6-7755-2CCE-D348-D8F141774804}"/>
              </a:ext>
            </a:extLst>
          </p:cNvPr>
          <p:cNvSpPr txBox="1"/>
          <p:nvPr/>
        </p:nvSpPr>
        <p:spPr>
          <a:xfrm>
            <a:off x="223809" y="52400"/>
            <a:ext cx="11440553" cy="584775"/>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2060"/>
                </a:solidFill>
                <a:effectLst/>
                <a:uLnTx/>
                <a:uFillTx/>
                <a:latin typeface="Calibri" panose="020F0502020204030204"/>
                <a:ea typeface="+mn-ea"/>
                <a:cs typeface="+mn-cs"/>
              </a:rPr>
              <a:t>EEA AI assistants overview</a:t>
            </a:r>
          </a:p>
        </p:txBody>
      </p:sp>
      <p:pic>
        <p:nvPicPr>
          <p:cNvPr id="4" name="Picture 3">
            <a:extLst>
              <a:ext uri="{FF2B5EF4-FFF2-40B4-BE49-F238E27FC236}">
                <a16:creationId xmlns:a16="http://schemas.microsoft.com/office/drawing/2014/main" id="{B35C660C-AFBD-727D-5E47-98530BE5363B}"/>
              </a:ext>
            </a:extLst>
          </p:cNvPr>
          <p:cNvPicPr>
            <a:picLocks noChangeAspect="1"/>
          </p:cNvPicPr>
          <p:nvPr/>
        </p:nvPicPr>
        <p:blipFill>
          <a:blip r:embed="rId2"/>
          <a:stretch>
            <a:fillRect/>
          </a:stretch>
        </p:blipFill>
        <p:spPr>
          <a:xfrm>
            <a:off x="1710278" y="3799168"/>
            <a:ext cx="3949106" cy="2122517"/>
          </a:xfrm>
          <a:prstGeom prst="rect">
            <a:avLst/>
          </a:prstGeom>
        </p:spPr>
      </p:pic>
      <p:sp>
        <p:nvSpPr>
          <p:cNvPr id="6" name="TextBox 5">
            <a:extLst>
              <a:ext uri="{FF2B5EF4-FFF2-40B4-BE49-F238E27FC236}">
                <a16:creationId xmlns:a16="http://schemas.microsoft.com/office/drawing/2014/main" id="{A40D2723-0548-4BE7-0E56-774C0A105345}"/>
              </a:ext>
            </a:extLst>
          </p:cNvPr>
          <p:cNvSpPr txBox="1"/>
          <p:nvPr/>
        </p:nvSpPr>
        <p:spPr>
          <a:xfrm>
            <a:off x="2408625" y="5967271"/>
            <a:ext cx="3434258" cy="646331"/>
          </a:xfrm>
          <a:prstGeom prst="rect">
            <a:avLst/>
          </a:prstGeom>
          <a:noFill/>
        </p:spPr>
        <p:txBody>
          <a:bodyPr wrap="square">
            <a:spAutoFit/>
          </a:bodyPr>
          <a:lstStyle/>
          <a:p>
            <a:r>
              <a:rPr lang="en-GB">
                <a:hlinkClick r:id="rId3"/>
              </a:rPr>
              <a:t>Ask AI assistant | Europe's environment 2025 (EEA)</a:t>
            </a:r>
            <a:endParaRPr lang="en-GB"/>
          </a:p>
        </p:txBody>
      </p:sp>
      <p:pic>
        <p:nvPicPr>
          <p:cNvPr id="8" name="Picture 7">
            <a:extLst>
              <a:ext uri="{FF2B5EF4-FFF2-40B4-BE49-F238E27FC236}">
                <a16:creationId xmlns:a16="http://schemas.microsoft.com/office/drawing/2014/main" id="{9DE18C95-9315-7CBA-75BC-FC51CC2C93AC}"/>
              </a:ext>
            </a:extLst>
          </p:cNvPr>
          <p:cNvPicPr>
            <a:picLocks noChangeAspect="1"/>
          </p:cNvPicPr>
          <p:nvPr/>
        </p:nvPicPr>
        <p:blipFill>
          <a:blip r:embed="rId4"/>
          <a:stretch>
            <a:fillRect/>
          </a:stretch>
        </p:blipFill>
        <p:spPr>
          <a:xfrm>
            <a:off x="7215797" y="1924514"/>
            <a:ext cx="4810281" cy="1874654"/>
          </a:xfrm>
          <a:prstGeom prst="rect">
            <a:avLst/>
          </a:prstGeom>
        </p:spPr>
      </p:pic>
      <p:sp>
        <p:nvSpPr>
          <p:cNvPr id="10" name="TextBox 9">
            <a:extLst>
              <a:ext uri="{FF2B5EF4-FFF2-40B4-BE49-F238E27FC236}">
                <a16:creationId xmlns:a16="http://schemas.microsoft.com/office/drawing/2014/main" id="{9AEBD289-E546-E612-6DF9-E89AA3350A21}"/>
              </a:ext>
            </a:extLst>
          </p:cNvPr>
          <p:cNvSpPr txBox="1"/>
          <p:nvPr/>
        </p:nvSpPr>
        <p:spPr>
          <a:xfrm>
            <a:off x="8648793" y="3799168"/>
            <a:ext cx="3328957" cy="369332"/>
          </a:xfrm>
          <a:prstGeom prst="rect">
            <a:avLst/>
          </a:prstGeom>
          <a:noFill/>
        </p:spPr>
        <p:txBody>
          <a:bodyPr wrap="square">
            <a:spAutoFit/>
          </a:bodyPr>
          <a:lstStyle/>
          <a:p>
            <a:r>
              <a:rPr lang="en-US">
                <a:hlinkClick r:id="rId5"/>
              </a:rPr>
              <a:t>Ask Climate-ADAPT</a:t>
            </a:r>
            <a:endParaRPr lang="en-GB"/>
          </a:p>
        </p:txBody>
      </p:sp>
      <p:pic>
        <p:nvPicPr>
          <p:cNvPr id="12" name="Picture 11">
            <a:extLst>
              <a:ext uri="{FF2B5EF4-FFF2-40B4-BE49-F238E27FC236}">
                <a16:creationId xmlns:a16="http://schemas.microsoft.com/office/drawing/2014/main" id="{EEA02CF7-BFEE-403F-8682-13E187B74DF8}"/>
              </a:ext>
            </a:extLst>
          </p:cNvPr>
          <p:cNvPicPr>
            <a:picLocks noChangeAspect="1"/>
          </p:cNvPicPr>
          <p:nvPr/>
        </p:nvPicPr>
        <p:blipFill>
          <a:blip r:embed="rId6"/>
          <a:stretch>
            <a:fillRect/>
          </a:stretch>
        </p:blipFill>
        <p:spPr>
          <a:xfrm>
            <a:off x="846659" y="1089675"/>
            <a:ext cx="6012300" cy="2122517"/>
          </a:xfrm>
          <a:prstGeom prst="rect">
            <a:avLst/>
          </a:prstGeom>
        </p:spPr>
      </p:pic>
      <p:sp>
        <p:nvSpPr>
          <p:cNvPr id="14" name="TextBox 13">
            <a:extLst>
              <a:ext uri="{FF2B5EF4-FFF2-40B4-BE49-F238E27FC236}">
                <a16:creationId xmlns:a16="http://schemas.microsoft.com/office/drawing/2014/main" id="{3ED223EE-2B20-7ED0-8F7B-8FD5384B86D4}"/>
              </a:ext>
            </a:extLst>
          </p:cNvPr>
          <p:cNvSpPr txBox="1"/>
          <p:nvPr/>
        </p:nvSpPr>
        <p:spPr>
          <a:xfrm>
            <a:off x="2571062" y="3244334"/>
            <a:ext cx="1754312" cy="369332"/>
          </a:xfrm>
          <a:prstGeom prst="rect">
            <a:avLst/>
          </a:prstGeom>
          <a:noFill/>
        </p:spPr>
        <p:txBody>
          <a:bodyPr wrap="square">
            <a:spAutoFit/>
          </a:bodyPr>
          <a:lstStyle/>
          <a:p>
            <a:r>
              <a:rPr lang="en-GB">
                <a:hlinkClick r:id="rId7"/>
              </a:rPr>
              <a:t>Ask Copernicus</a:t>
            </a:r>
            <a:endParaRPr lang="en-GB"/>
          </a:p>
        </p:txBody>
      </p:sp>
      <p:pic>
        <p:nvPicPr>
          <p:cNvPr id="7" name="Picture 6">
            <a:extLst>
              <a:ext uri="{FF2B5EF4-FFF2-40B4-BE49-F238E27FC236}">
                <a16:creationId xmlns:a16="http://schemas.microsoft.com/office/drawing/2014/main" id="{397F3F4B-BFA7-D631-2ED3-5CC0E7E6A914}"/>
              </a:ext>
            </a:extLst>
          </p:cNvPr>
          <p:cNvPicPr>
            <a:picLocks noChangeAspect="1"/>
          </p:cNvPicPr>
          <p:nvPr/>
        </p:nvPicPr>
        <p:blipFill>
          <a:blip r:embed="rId8"/>
          <a:stretch>
            <a:fillRect/>
          </a:stretch>
        </p:blipFill>
        <p:spPr>
          <a:xfrm>
            <a:off x="139604" y="1652387"/>
            <a:ext cx="1440000" cy="1440000"/>
          </a:xfrm>
          <a:prstGeom prst="rect">
            <a:avLst/>
          </a:prstGeom>
        </p:spPr>
      </p:pic>
      <p:pic>
        <p:nvPicPr>
          <p:cNvPr id="17" name="Picture 16" descr="A qr code with a white background&#10;&#10;AI-generated content may be incorrect.">
            <a:extLst>
              <a:ext uri="{FF2B5EF4-FFF2-40B4-BE49-F238E27FC236}">
                <a16:creationId xmlns:a16="http://schemas.microsoft.com/office/drawing/2014/main" id="{C3BAED32-52D6-A5DE-C038-2B31B5E01B6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92359" y="4305210"/>
            <a:ext cx="1440000" cy="1440000"/>
          </a:xfrm>
          <a:prstGeom prst="rect">
            <a:avLst/>
          </a:prstGeom>
        </p:spPr>
      </p:pic>
      <p:pic>
        <p:nvPicPr>
          <p:cNvPr id="19" name="Picture 18" descr="A qr code with a white background&#10;&#10;AI-generated content may be incorrect.">
            <a:extLst>
              <a:ext uri="{FF2B5EF4-FFF2-40B4-BE49-F238E27FC236}">
                <a16:creationId xmlns:a16="http://schemas.microsoft.com/office/drawing/2014/main" id="{8C359809-EDD3-9A3E-9B30-3D3B81D2D52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873271" y="4527271"/>
            <a:ext cx="1440000" cy="1440000"/>
          </a:xfrm>
          <a:prstGeom prst="rect">
            <a:avLst/>
          </a:prstGeom>
        </p:spPr>
      </p:pic>
      <p:sp>
        <p:nvSpPr>
          <p:cNvPr id="5" name="Shape 2">
            <a:extLst>
              <a:ext uri="{FF2B5EF4-FFF2-40B4-BE49-F238E27FC236}">
                <a16:creationId xmlns:a16="http://schemas.microsoft.com/office/drawing/2014/main" id="{2935307E-2210-3915-DED0-DB4401D280A2}"/>
              </a:ext>
            </a:extLst>
          </p:cNvPr>
          <p:cNvSpPr/>
          <p:nvPr/>
        </p:nvSpPr>
        <p:spPr>
          <a:xfrm>
            <a:off x="9189720" y="83600"/>
            <a:ext cx="2496312" cy="566928"/>
          </a:xfrm>
          <a:prstGeom prst="roundRect">
            <a:avLst>
              <a:gd name="adj" fmla="val 12963"/>
            </a:avLst>
          </a:prstGeom>
          <a:solidFill>
            <a:srgbClr val="DFF2EA"/>
          </a:solidFill>
          <a:ln w="12700">
            <a:solidFill>
              <a:srgbClr val="9ACDBD"/>
            </a:solidFill>
            <a:prstDash val="solid"/>
          </a:ln>
        </p:spPr>
        <p:txBody>
          <a:bodyPr/>
          <a:lstStyle/>
          <a:p>
            <a:endParaRPr lang="en-GB"/>
          </a:p>
        </p:txBody>
      </p:sp>
      <p:sp>
        <p:nvSpPr>
          <p:cNvPr id="11" name="Text 4">
            <a:extLst>
              <a:ext uri="{FF2B5EF4-FFF2-40B4-BE49-F238E27FC236}">
                <a16:creationId xmlns:a16="http://schemas.microsoft.com/office/drawing/2014/main" id="{1D991125-36E2-828E-7302-8623A37E3F6C}"/>
              </a:ext>
            </a:extLst>
          </p:cNvPr>
          <p:cNvSpPr/>
          <p:nvPr/>
        </p:nvSpPr>
        <p:spPr>
          <a:xfrm>
            <a:off x="9144000" y="209454"/>
            <a:ext cx="2487168" cy="347472"/>
          </a:xfrm>
          <a:prstGeom prst="rect">
            <a:avLst/>
          </a:prstGeom>
          <a:noFill/>
          <a:ln>
            <a:noFill/>
          </a:ln>
        </p:spPr>
        <p:txBody>
          <a:bodyPr wrap="square" lIns="0" tIns="0" rIns="0" bIns="0" rtlCol="0" anchor="ctr">
            <a:normAutofit/>
          </a:bodyPr>
          <a:lstStyle/>
          <a:p>
            <a:pPr marL="0" indent="0" algn="ctr">
              <a:spcBef>
                <a:spcPts val="0"/>
              </a:spcBef>
              <a:spcAft>
                <a:spcPts val="0"/>
              </a:spcAft>
              <a:buNone/>
            </a:pPr>
            <a:r>
              <a:rPr lang="en-US" sz="1150" b="1" i="0" dirty="0">
                <a:solidFill>
                  <a:srgbClr val="14352D"/>
                </a:solidFill>
                <a:latin typeface="Aptos" pitchFamily="34" charset="0"/>
                <a:ea typeface="Aptos" pitchFamily="34" charset="-122"/>
                <a:cs typeface="Aptos" pitchFamily="34" charset="-120"/>
              </a:rPr>
              <a:t>Data, Technologies &amp; Infrastructure</a:t>
            </a:r>
            <a:endParaRPr lang="en-US" sz="510" dirty="0"/>
          </a:p>
        </p:txBody>
      </p:sp>
    </p:spTree>
    <p:extLst>
      <p:ext uri="{BB962C8B-B14F-4D97-AF65-F5344CB8AC3E}">
        <p14:creationId xmlns:p14="http://schemas.microsoft.com/office/powerpoint/2010/main" val="25088777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C1678C-DE46-0E50-0CCE-0DFA377358A9}"/>
              </a:ext>
            </a:extLst>
          </p:cNvPr>
          <p:cNvPicPr>
            <a:picLocks noChangeAspect="1"/>
          </p:cNvPicPr>
          <p:nvPr/>
        </p:nvPicPr>
        <p:blipFill>
          <a:blip r:embed="rId2"/>
          <a:stretch>
            <a:fillRect/>
          </a:stretch>
        </p:blipFill>
        <p:spPr>
          <a:xfrm>
            <a:off x="290750" y="940818"/>
            <a:ext cx="4611744" cy="573352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Title 1">
            <a:extLst>
              <a:ext uri="{FF2B5EF4-FFF2-40B4-BE49-F238E27FC236}">
                <a16:creationId xmlns:a16="http://schemas.microsoft.com/office/drawing/2014/main" id="{89722C96-02D0-0E93-E8B7-1DDEA3ACDEAE}"/>
              </a:ext>
            </a:extLst>
          </p:cNvPr>
          <p:cNvSpPr txBox="1">
            <a:spLocks/>
          </p:cNvSpPr>
          <p:nvPr/>
        </p:nvSpPr>
        <p:spPr>
          <a:xfrm>
            <a:off x="466598" y="0"/>
            <a:ext cx="10515600" cy="74698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3200" b="1">
                <a:solidFill>
                  <a:srgbClr val="002060"/>
                </a:solidFill>
                <a:latin typeface="+mn-lt"/>
              </a:rPr>
              <a:t>Better access to our data</a:t>
            </a:r>
            <a:endParaRPr lang="en-GB" sz="3200" b="1" noProof="0">
              <a:solidFill>
                <a:srgbClr val="002060"/>
              </a:solidFill>
              <a:latin typeface="+mn-lt"/>
            </a:endParaRPr>
          </a:p>
        </p:txBody>
      </p:sp>
      <p:sp>
        <p:nvSpPr>
          <p:cNvPr id="8" name="TextBox 7">
            <a:extLst>
              <a:ext uri="{FF2B5EF4-FFF2-40B4-BE49-F238E27FC236}">
                <a16:creationId xmlns:a16="http://schemas.microsoft.com/office/drawing/2014/main" id="{254ED888-B68C-5056-6F95-F790205636E8}"/>
              </a:ext>
            </a:extLst>
          </p:cNvPr>
          <p:cNvSpPr txBox="1"/>
          <p:nvPr/>
        </p:nvSpPr>
        <p:spPr>
          <a:xfrm>
            <a:off x="5469236" y="2379407"/>
            <a:ext cx="6314549" cy="1754326"/>
          </a:xfrm>
          <a:prstGeom prst="rect">
            <a:avLst/>
          </a:prstGeom>
          <a:noFill/>
        </p:spPr>
        <p:txBody>
          <a:bodyPr wrap="none" rtlCol="0">
            <a:spAutoFit/>
          </a:bodyPr>
          <a:lstStyle/>
          <a:p>
            <a:r>
              <a:rPr lang="en-DK" b="1"/>
              <a:t>Go beyond the conventional “catalogue for data download”</a:t>
            </a:r>
            <a:endParaRPr lang="en-DK"/>
          </a:p>
          <a:p>
            <a:pPr marL="285750" indent="-285750">
              <a:buFont typeface="Arial" panose="020B0604020202020204" pitchFamily="34" charset="0"/>
              <a:buChar char="•"/>
            </a:pPr>
            <a:r>
              <a:rPr lang="en-DK"/>
              <a:t>Provide better navigation</a:t>
            </a:r>
          </a:p>
          <a:p>
            <a:pPr marL="285750" indent="-285750">
              <a:buFont typeface="Arial" panose="020B0604020202020204" pitchFamily="34" charset="0"/>
              <a:buChar char="•"/>
            </a:pPr>
            <a:r>
              <a:rPr lang="en-DK"/>
              <a:t>Make data viewing priority</a:t>
            </a:r>
          </a:p>
          <a:p>
            <a:pPr marL="285750" indent="-285750">
              <a:buFont typeface="Arial" panose="020B0604020202020204" pitchFamily="34" charset="0"/>
              <a:buChar char="•"/>
            </a:pPr>
            <a:r>
              <a:rPr lang="en-DK"/>
              <a:t>Streamline data accessiblity (for example AI accesible)</a:t>
            </a:r>
          </a:p>
          <a:p>
            <a:pPr marL="285750" indent="-285750">
              <a:buFont typeface="Arial" panose="020B0604020202020204" pitchFamily="34" charset="0"/>
              <a:buChar char="•"/>
            </a:pPr>
            <a:r>
              <a:rPr lang="en-DK"/>
              <a:t>Recognise users backgrounds and provide ready data</a:t>
            </a:r>
          </a:p>
          <a:p>
            <a:pPr marL="285750" indent="-285750">
              <a:buFont typeface="Arial" panose="020B0604020202020204" pitchFamily="34" charset="0"/>
              <a:buChar char="•"/>
            </a:pPr>
            <a:r>
              <a:rPr lang="en-DK"/>
              <a:t>One technology stack and one consultancy team</a:t>
            </a:r>
          </a:p>
        </p:txBody>
      </p:sp>
      <p:sp>
        <p:nvSpPr>
          <p:cNvPr id="4" name="Shape 2">
            <a:extLst>
              <a:ext uri="{FF2B5EF4-FFF2-40B4-BE49-F238E27FC236}">
                <a16:creationId xmlns:a16="http://schemas.microsoft.com/office/drawing/2014/main" id="{FC1AEADA-C293-5330-DD17-A89416ABFDDD}"/>
              </a:ext>
            </a:extLst>
          </p:cNvPr>
          <p:cNvSpPr/>
          <p:nvPr/>
        </p:nvSpPr>
        <p:spPr>
          <a:xfrm>
            <a:off x="7524207" y="165245"/>
            <a:ext cx="2496312" cy="566928"/>
          </a:xfrm>
          <a:prstGeom prst="roundRect">
            <a:avLst>
              <a:gd name="adj" fmla="val 12963"/>
            </a:avLst>
          </a:prstGeom>
          <a:solidFill>
            <a:srgbClr val="DFF2EA"/>
          </a:solidFill>
          <a:ln w="12700">
            <a:solidFill>
              <a:srgbClr val="9ACDBD"/>
            </a:solidFill>
            <a:prstDash val="solid"/>
          </a:ln>
        </p:spPr>
        <p:txBody>
          <a:bodyPr/>
          <a:lstStyle/>
          <a:p>
            <a:endParaRPr lang="en-GB"/>
          </a:p>
        </p:txBody>
      </p:sp>
      <p:sp>
        <p:nvSpPr>
          <p:cNvPr id="7" name="Text 4">
            <a:extLst>
              <a:ext uri="{FF2B5EF4-FFF2-40B4-BE49-F238E27FC236}">
                <a16:creationId xmlns:a16="http://schemas.microsoft.com/office/drawing/2014/main" id="{57E5E67B-7DD8-42E9-94E0-0809CDB157EC}"/>
              </a:ext>
            </a:extLst>
          </p:cNvPr>
          <p:cNvSpPr/>
          <p:nvPr/>
        </p:nvSpPr>
        <p:spPr>
          <a:xfrm>
            <a:off x="7478487" y="291099"/>
            <a:ext cx="2487168" cy="347472"/>
          </a:xfrm>
          <a:prstGeom prst="rect">
            <a:avLst/>
          </a:prstGeom>
          <a:noFill/>
          <a:ln>
            <a:noFill/>
          </a:ln>
        </p:spPr>
        <p:txBody>
          <a:bodyPr wrap="square" lIns="0" tIns="0" rIns="0" bIns="0" rtlCol="0" anchor="ctr">
            <a:normAutofit/>
          </a:bodyPr>
          <a:lstStyle/>
          <a:p>
            <a:pPr marL="0" indent="0" algn="ctr">
              <a:spcBef>
                <a:spcPts val="0"/>
              </a:spcBef>
              <a:spcAft>
                <a:spcPts val="0"/>
              </a:spcAft>
              <a:buNone/>
            </a:pPr>
            <a:r>
              <a:rPr lang="en-US" sz="1150" b="1" i="0" dirty="0">
                <a:solidFill>
                  <a:srgbClr val="14352D"/>
                </a:solidFill>
                <a:latin typeface="Aptos" pitchFamily="34" charset="0"/>
                <a:ea typeface="Aptos" pitchFamily="34" charset="-122"/>
                <a:cs typeface="Aptos" pitchFamily="34" charset="-120"/>
              </a:rPr>
              <a:t>Data, Technologies &amp; Infrastructure</a:t>
            </a:r>
            <a:endParaRPr lang="en-US" sz="510" dirty="0"/>
          </a:p>
        </p:txBody>
      </p:sp>
    </p:spTree>
    <p:extLst>
      <p:ext uri="{BB962C8B-B14F-4D97-AF65-F5344CB8AC3E}">
        <p14:creationId xmlns:p14="http://schemas.microsoft.com/office/powerpoint/2010/main" val="40885143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4167C3C5-3C9B-BF09-B552-20DCDF3EAE6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75B6AAB-B904-B23C-6E18-CF32FDC16807}"/>
              </a:ext>
            </a:extLst>
          </p:cNvPr>
          <p:cNvSpPr txBox="1"/>
          <p:nvPr/>
        </p:nvSpPr>
        <p:spPr>
          <a:xfrm>
            <a:off x="2517732" y="1816274"/>
            <a:ext cx="7491682" cy="13849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2800" b="1" i="0" u="none" strike="noStrike" kern="1200" cap="none" spc="0" normalizeH="0" baseline="0" noProof="0" dirty="0">
                <a:ln>
                  <a:noFill/>
                </a:ln>
                <a:solidFill>
                  <a:prstClr val="white"/>
                </a:solidFill>
                <a:effectLst/>
                <a:uLnTx/>
                <a:uFillTx/>
                <a:latin typeface="Aptos"/>
                <a:ea typeface="+mn-ea"/>
                <a:cs typeface="+mn-cs"/>
              </a:rPr>
              <a:t>USE CASES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2800" b="1" i="0" u="none" strike="noStrike" kern="1200" cap="none" spc="0" normalizeH="0" baseline="0" noProof="0" dirty="0">
              <a:ln>
                <a:noFill/>
              </a:ln>
              <a:solidFill>
                <a:prstClr val="white"/>
              </a:solidFill>
              <a:effectLst/>
              <a:uLnTx/>
              <a:uFillTx/>
              <a:latin typeface="Aptos"/>
              <a:ea typeface="+mn-ea"/>
              <a:cs typeface="+mn-cs"/>
            </a:endParaRPr>
          </a:p>
          <a:p>
            <a:pPr lvl="0"/>
            <a:r>
              <a:rPr kumimoji="0" lang="da-DK" sz="2800" b="1" i="0" u="none" strike="noStrike" kern="1200" cap="none" spc="0" normalizeH="0" baseline="0" noProof="0" dirty="0">
                <a:ln>
                  <a:noFill/>
                </a:ln>
                <a:solidFill>
                  <a:prstClr val="white"/>
                </a:solidFill>
                <a:effectLst/>
                <a:uLnTx/>
                <a:uFillTx/>
                <a:latin typeface="Aptos"/>
                <a:ea typeface="+mn-ea"/>
                <a:cs typeface="+mn-cs"/>
              </a:rPr>
              <a:t>T4 </a:t>
            </a:r>
            <a:r>
              <a:rPr lang="en-GB" sz="2800" b="1" dirty="0">
                <a:solidFill>
                  <a:prstClr val="white"/>
                </a:solidFill>
                <a:latin typeface="Aptos"/>
              </a:rPr>
              <a:t>AI Applications and Value Creation </a:t>
            </a:r>
          </a:p>
        </p:txBody>
      </p:sp>
    </p:spTree>
    <p:extLst>
      <p:ext uri="{BB962C8B-B14F-4D97-AF65-F5344CB8AC3E}">
        <p14:creationId xmlns:p14="http://schemas.microsoft.com/office/powerpoint/2010/main" val="42800042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 0"/>
          <p:cNvSpPr/>
          <p:nvPr/>
        </p:nvSpPr>
        <p:spPr>
          <a:xfrm>
            <a:off x="530352" y="347472"/>
            <a:ext cx="7863840" cy="384048"/>
          </a:xfrm>
          <a:prstGeom prst="rect">
            <a:avLst/>
          </a:prstGeom>
          <a:noFill/>
          <a:ln/>
        </p:spPr>
        <p:txBody>
          <a:bodyPr wrap="square" lIns="0" tIns="0" rIns="0" bIns="0" rtlCol="0" anchor="ctr">
            <a:normAutofit/>
          </a:bodyPr>
          <a:lstStyle/>
          <a:p>
            <a:pPr marL="0" indent="0">
              <a:buNone/>
            </a:pPr>
            <a:r>
              <a:rPr lang="en-US" sz="2500" b="1" dirty="0">
                <a:solidFill>
                  <a:srgbClr val="14352D"/>
                </a:solidFill>
                <a:latin typeface="Aptos Display" pitchFamily="34" charset="0"/>
                <a:ea typeface="Aptos Display" pitchFamily="34" charset="-122"/>
                <a:cs typeface="Aptos Display" pitchFamily="34" charset="-120"/>
              </a:rPr>
              <a:t>From scattered information to trusted answers</a:t>
            </a:r>
            <a:endParaRPr lang="en-US" sz="2500" dirty="0"/>
          </a:p>
        </p:txBody>
      </p:sp>
      <p:sp>
        <p:nvSpPr>
          <p:cNvPr id="3" name="Text 1"/>
          <p:cNvSpPr/>
          <p:nvPr/>
        </p:nvSpPr>
        <p:spPr>
          <a:xfrm>
            <a:off x="548640" y="795528"/>
            <a:ext cx="5669280" cy="219456"/>
          </a:xfrm>
          <a:prstGeom prst="rect">
            <a:avLst/>
          </a:prstGeom>
          <a:noFill/>
          <a:ln/>
        </p:spPr>
        <p:txBody>
          <a:bodyPr wrap="square" lIns="0" tIns="0" rIns="0" bIns="0" rtlCol="0" anchor="ctr"/>
          <a:lstStyle/>
          <a:p>
            <a:r>
              <a:rPr lang="en-US" dirty="0">
                <a:solidFill>
                  <a:srgbClr val="55716A"/>
                </a:solidFill>
              </a:rPr>
              <a:t>FOEN Internal environmental data chatbot</a:t>
            </a:r>
            <a:endParaRPr lang="en-US" dirty="0"/>
          </a:p>
        </p:txBody>
      </p:sp>
      <p:sp>
        <p:nvSpPr>
          <p:cNvPr id="4" name="Shape 2"/>
          <p:cNvSpPr/>
          <p:nvPr/>
        </p:nvSpPr>
        <p:spPr>
          <a:xfrm>
            <a:off x="9144000" y="329184"/>
            <a:ext cx="2496312" cy="566928"/>
          </a:xfrm>
          <a:prstGeom prst="roundRect">
            <a:avLst>
              <a:gd name="adj" fmla="val 12903"/>
            </a:avLst>
          </a:prstGeom>
          <a:solidFill>
            <a:srgbClr val="DFF2EA"/>
          </a:solidFill>
          <a:ln w="12700">
            <a:solidFill>
              <a:srgbClr val="9ACDBD"/>
            </a:solidFill>
            <a:prstDash val="solid"/>
          </a:ln>
        </p:spPr>
        <p:txBody>
          <a:bodyPr/>
          <a:lstStyle/>
          <a:p>
            <a:endParaRPr lang="en-GB"/>
          </a:p>
        </p:txBody>
      </p:sp>
      <p:sp>
        <p:nvSpPr>
          <p:cNvPr id="7" name="Shape 5"/>
          <p:cNvSpPr/>
          <p:nvPr/>
        </p:nvSpPr>
        <p:spPr>
          <a:xfrm>
            <a:off x="548640" y="1234440"/>
            <a:ext cx="3547872" cy="1060704"/>
          </a:xfrm>
          <a:prstGeom prst="roundRect">
            <a:avLst>
              <a:gd name="adj" fmla="val 5172"/>
            </a:avLst>
          </a:prstGeom>
          <a:solidFill>
            <a:srgbClr val="EAF4F0"/>
          </a:solidFill>
          <a:ln w="10160">
            <a:solidFill>
              <a:srgbClr val="C8D8D2"/>
            </a:solidFill>
            <a:prstDash val="solid"/>
          </a:ln>
        </p:spPr>
        <p:txBody>
          <a:bodyPr/>
          <a:lstStyle/>
          <a:p>
            <a:endParaRPr lang="en-GB"/>
          </a:p>
        </p:txBody>
      </p:sp>
      <p:sp>
        <p:nvSpPr>
          <p:cNvPr id="8" name="Shape 6"/>
          <p:cNvSpPr/>
          <p:nvPr/>
        </p:nvSpPr>
        <p:spPr>
          <a:xfrm>
            <a:off x="713232"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9" name="Text 7"/>
          <p:cNvSpPr/>
          <p:nvPr/>
        </p:nvSpPr>
        <p:spPr>
          <a:xfrm>
            <a:off x="713232" y="1440180"/>
            <a:ext cx="310896" cy="128016"/>
          </a:xfrm>
          <a:prstGeom prst="rect">
            <a:avLst/>
          </a:prstGeom>
          <a:noFill/>
          <a:ln/>
        </p:spPr>
        <p:txBody>
          <a:bodyPr wrap="square" lIns="0" tIns="0" rIns="0" bIns="0" rtlCol="0" anchor="ctr"/>
          <a:lstStyle/>
          <a:p>
            <a:pPr marL="0" indent="0" algn="ctr">
              <a:buNone/>
            </a:pPr>
            <a:r>
              <a:rPr lang="en-US" sz="900" b="1">
                <a:solidFill>
                  <a:srgbClr val="FFFFFF"/>
                </a:solidFill>
              </a:rPr>
              <a:t>2</a:t>
            </a:r>
            <a:endParaRPr lang="en-US" sz="900"/>
          </a:p>
        </p:txBody>
      </p:sp>
      <p:sp>
        <p:nvSpPr>
          <p:cNvPr id="10" name="Text 8"/>
          <p:cNvSpPr/>
          <p:nvPr/>
        </p:nvSpPr>
        <p:spPr>
          <a:xfrm>
            <a:off x="1115568" y="1380744"/>
            <a:ext cx="2798064" cy="228600"/>
          </a:xfrm>
          <a:prstGeom prst="rect">
            <a:avLst/>
          </a:prstGeom>
          <a:noFill/>
          <a:ln/>
        </p:spPr>
        <p:txBody>
          <a:bodyPr wrap="square" lIns="0" tIns="0" rIns="0" bIns="0" rtlCol="0" anchor="ctr">
            <a:normAutofit/>
          </a:bodyPr>
          <a:lstStyle/>
          <a:p>
            <a:pPr marL="0" indent="0">
              <a:buNone/>
            </a:pPr>
            <a:r>
              <a:rPr lang="en-US" sz="1200" b="1">
                <a:solidFill>
                  <a:srgbClr val="14352D"/>
                </a:solidFill>
              </a:rPr>
              <a:t>Challenge / opportunity</a:t>
            </a:r>
            <a:endParaRPr lang="en-US" sz="1200"/>
          </a:p>
        </p:txBody>
      </p:sp>
      <p:sp>
        <p:nvSpPr>
          <p:cNvPr id="11" name="Text 9"/>
          <p:cNvSpPr/>
          <p:nvPr/>
        </p:nvSpPr>
        <p:spPr>
          <a:xfrm>
            <a:off x="731520" y="1719072"/>
            <a:ext cx="3182112" cy="420624"/>
          </a:xfrm>
          <a:prstGeom prst="rect">
            <a:avLst/>
          </a:prstGeom>
          <a:noFill/>
          <a:ln/>
        </p:spPr>
        <p:txBody>
          <a:bodyPr wrap="square" lIns="254" tIns="254" rIns="254" bIns="254" rtlCol="0" anchor="ctr">
            <a:noAutofit/>
          </a:bodyPr>
          <a:lstStyle/>
          <a:p>
            <a:pPr marL="0" indent="0">
              <a:buNone/>
            </a:pPr>
            <a:r>
              <a:rPr lang="en-US" sz="1000" dirty="0">
                <a:solidFill>
                  <a:srgbClr val="344A44"/>
                </a:solidFill>
              </a:rPr>
              <a:t>Knowledge is scattered across dossiers, internal repositories and public publications, making retrieval slow and access uneven.</a:t>
            </a:r>
            <a:endParaRPr lang="en-US" sz="1000" dirty="0"/>
          </a:p>
        </p:txBody>
      </p:sp>
      <p:sp>
        <p:nvSpPr>
          <p:cNvPr id="12" name="Shape 10"/>
          <p:cNvSpPr/>
          <p:nvPr/>
        </p:nvSpPr>
        <p:spPr>
          <a:xfrm>
            <a:off x="4315968" y="1234440"/>
            <a:ext cx="3547872" cy="1060704"/>
          </a:xfrm>
          <a:prstGeom prst="roundRect">
            <a:avLst>
              <a:gd name="adj" fmla="val 5172"/>
            </a:avLst>
          </a:prstGeom>
          <a:solidFill>
            <a:srgbClr val="EAF4F0"/>
          </a:solidFill>
          <a:ln w="10160">
            <a:solidFill>
              <a:srgbClr val="C8D8D2"/>
            </a:solidFill>
            <a:prstDash val="solid"/>
          </a:ln>
        </p:spPr>
        <p:txBody>
          <a:bodyPr/>
          <a:lstStyle/>
          <a:p>
            <a:endParaRPr lang="en-GB"/>
          </a:p>
        </p:txBody>
      </p:sp>
      <p:sp>
        <p:nvSpPr>
          <p:cNvPr id="13" name="Shape 11"/>
          <p:cNvSpPr/>
          <p:nvPr/>
        </p:nvSpPr>
        <p:spPr>
          <a:xfrm>
            <a:off x="4480560"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14" name="Text 12"/>
          <p:cNvSpPr/>
          <p:nvPr/>
        </p:nvSpPr>
        <p:spPr>
          <a:xfrm>
            <a:off x="4480560" y="1440180"/>
            <a:ext cx="310896" cy="128016"/>
          </a:xfrm>
          <a:prstGeom prst="rect">
            <a:avLst/>
          </a:prstGeom>
          <a:noFill/>
          <a:ln/>
        </p:spPr>
        <p:txBody>
          <a:bodyPr wrap="square" lIns="0" tIns="0" rIns="0" bIns="0" rtlCol="0" anchor="ctr"/>
          <a:lstStyle/>
          <a:p>
            <a:pPr marL="0" indent="0" algn="ctr">
              <a:buNone/>
            </a:pPr>
            <a:r>
              <a:rPr lang="en-US" sz="900" b="1">
                <a:solidFill>
                  <a:srgbClr val="FFFFFF"/>
                </a:solidFill>
              </a:rPr>
              <a:t>3</a:t>
            </a:r>
            <a:endParaRPr lang="en-US" sz="900"/>
          </a:p>
        </p:txBody>
      </p:sp>
      <p:sp>
        <p:nvSpPr>
          <p:cNvPr id="15" name="Text 13"/>
          <p:cNvSpPr/>
          <p:nvPr/>
        </p:nvSpPr>
        <p:spPr>
          <a:xfrm>
            <a:off x="4882896" y="1380744"/>
            <a:ext cx="2798064" cy="228600"/>
          </a:xfrm>
          <a:prstGeom prst="rect">
            <a:avLst/>
          </a:prstGeom>
          <a:noFill/>
          <a:ln/>
        </p:spPr>
        <p:txBody>
          <a:bodyPr wrap="square" lIns="0" tIns="0" rIns="0" bIns="0" rtlCol="0" anchor="ctr">
            <a:normAutofit/>
          </a:bodyPr>
          <a:lstStyle/>
          <a:p>
            <a:pPr marL="0" indent="0">
              <a:buNone/>
            </a:pPr>
            <a:r>
              <a:rPr lang="en-US" sz="1200" b="1">
                <a:solidFill>
                  <a:srgbClr val="14352D"/>
                </a:solidFill>
              </a:rPr>
              <a:t>Proposed use of AI</a:t>
            </a:r>
            <a:endParaRPr lang="en-US" sz="1200"/>
          </a:p>
        </p:txBody>
      </p:sp>
      <p:sp>
        <p:nvSpPr>
          <p:cNvPr id="16" name="Text 14"/>
          <p:cNvSpPr/>
          <p:nvPr/>
        </p:nvSpPr>
        <p:spPr>
          <a:xfrm>
            <a:off x="4498848" y="1719072"/>
            <a:ext cx="3182112" cy="420624"/>
          </a:xfrm>
          <a:prstGeom prst="rect">
            <a:avLst/>
          </a:prstGeom>
          <a:noFill/>
          <a:ln/>
        </p:spPr>
        <p:txBody>
          <a:bodyPr wrap="square" lIns="254" tIns="254" rIns="254" bIns="254" rtlCol="0" anchor="ctr">
            <a:normAutofit fontScale="92500" lnSpcReduction="10000"/>
          </a:bodyPr>
          <a:lstStyle/>
          <a:p>
            <a:pPr marL="0" indent="0">
              <a:buNone/>
            </a:pPr>
            <a:r>
              <a:rPr lang="en-US" sz="1020" dirty="0">
                <a:solidFill>
                  <a:srgbClr val="344A44"/>
                </a:solidFill>
              </a:rPr>
              <a:t>A </a:t>
            </a:r>
            <a:r>
              <a:rPr lang="en-US" sz="1100" dirty="0">
                <a:solidFill>
                  <a:srgbClr val="344A44"/>
                </a:solidFill>
              </a:rPr>
              <a:t>conversational assistant searches trusted sources and returns context-aware, source-referenced answers in natural language</a:t>
            </a:r>
            <a:r>
              <a:rPr lang="en-US" sz="1020" dirty="0">
                <a:solidFill>
                  <a:srgbClr val="344A44"/>
                </a:solidFill>
              </a:rPr>
              <a:t>.</a:t>
            </a:r>
            <a:endParaRPr lang="en-US" sz="1020" dirty="0"/>
          </a:p>
        </p:txBody>
      </p:sp>
      <p:sp>
        <p:nvSpPr>
          <p:cNvPr id="17" name="Shape 15"/>
          <p:cNvSpPr/>
          <p:nvPr/>
        </p:nvSpPr>
        <p:spPr>
          <a:xfrm>
            <a:off x="8083296" y="1234440"/>
            <a:ext cx="3547872" cy="1060704"/>
          </a:xfrm>
          <a:prstGeom prst="roundRect">
            <a:avLst>
              <a:gd name="adj" fmla="val 5172"/>
            </a:avLst>
          </a:prstGeom>
          <a:solidFill>
            <a:srgbClr val="EAF4F0"/>
          </a:solidFill>
          <a:ln w="10160">
            <a:solidFill>
              <a:srgbClr val="C8D8D2"/>
            </a:solidFill>
            <a:prstDash val="solid"/>
          </a:ln>
        </p:spPr>
        <p:txBody>
          <a:bodyPr/>
          <a:lstStyle/>
          <a:p>
            <a:endParaRPr lang="en-GB"/>
          </a:p>
        </p:txBody>
      </p:sp>
      <p:sp>
        <p:nvSpPr>
          <p:cNvPr id="18" name="Shape 16"/>
          <p:cNvSpPr/>
          <p:nvPr/>
        </p:nvSpPr>
        <p:spPr>
          <a:xfrm>
            <a:off x="8247888"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19" name="Text 17"/>
          <p:cNvSpPr/>
          <p:nvPr/>
        </p:nvSpPr>
        <p:spPr>
          <a:xfrm>
            <a:off x="8247888" y="1440180"/>
            <a:ext cx="310896" cy="128016"/>
          </a:xfrm>
          <a:prstGeom prst="rect">
            <a:avLst/>
          </a:prstGeom>
          <a:noFill/>
          <a:ln/>
        </p:spPr>
        <p:txBody>
          <a:bodyPr wrap="square" lIns="0" tIns="0" rIns="0" bIns="0" rtlCol="0" anchor="ctr"/>
          <a:lstStyle/>
          <a:p>
            <a:pPr marL="0" indent="0" algn="ctr">
              <a:buNone/>
            </a:pPr>
            <a:r>
              <a:rPr lang="en-US" sz="900" b="1">
                <a:solidFill>
                  <a:srgbClr val="FFFFFF"/>
                </a:solidFill>
              </a:rPr>
              <a:t>4</a:t>
            </a:r>
            <a:endParaRPr lang="en-US" sz="900"/>
          </a:p>
        </p:txBody>
      </p:sp>
      <p:sp>
        <p:nvSpPr>
          <p:cNvPr id="20" name="Text 18"/>
          <p:cNvSpPr/>
          <p:nvPr/>
        </p:nvSpPr>
        <p:spPr>
          <a:xfrm>
            <a:off x="8650224" y="1380744"/>
            <a:ext cx="2798064" cy="228600"/>
          </a:xfrm>
          <a:prstGeom prst="rect">
            <a:avLst/>
          </a:prstGeom>
          <a:noFill/>
          <a:ln/>
        </p:spPr>
        <p:txBody>
          <a:bodyPr wrap="square" lIns="0" tIns="0" rIns="0" bIns="0" rtlCol="0" anchor="ctr">
            <a:normAutofit/>
          </a:bodyPr>
          <a:lstStyle/>
          <a:p>
            <a:pPr marL="0" indent="0">
              <a:buNone/>
            </a:pPr>
            <a:r>
              <a:rPr lang="en-US" sz="1200" b="1">
                <a:solidFill>
                  <a:srgbClr val="14352D"/>
                </a:solidFill>
              </a:rPr>
              <a:t>Scope</a:t>
            </a:r>
            <a:endParaRPr lang="en-US" sz="1200"/>
          </a:p>
        </p:txBody>
      </p:sp>
      <p:sp>
        <p:nvSpPr>
          <p:cNvPr id="21" name="Text 19"/>
          <p:cNvSpPr/>
          <p:nvPr/>
        </p:nvSpPr>
        <p:spPr>
          <a:xfrm>
            <a:off x="8266176" y="1719072"/>
            <a:ext cx="3182112" cy="420624"/>
          </a:xfrm>
          <a:prstGeom prst="rect">
            <a:avLst/>
          </a:prstGeom>
          <a:noFill/>
          <a:ln/>
        </p:spPr>
        <p:txBody>
          <a:bodyPr wrap="square" lIns="254" tIns="254" rIns="254" bIns="254" rtlCol="0" anchor="ctr">
            <a:normAutofit lnSpcReduction="10000"/>
          </a:bodyPr>
          <a:lstStyle/>
          <a:p>
            <a:pPr marL="0" indent="0">
              <a:buNone/>
            </a:pPr>
            <a:r>
              <a:rPr lang="en-US" sz="1000" dirty="0">
                <a:solidFill>
                  <a:srgbClr val="344A44"/>
                </a:solidFill>
              </a:rPr>
              <a:t>Question answering, document linking and </a:t>
            </a:r>
            <a:r>
              <a:rPr lang="en-US" sz="1000" dirty="0" err="1">
                <a:solidFill>
                  <a:srgbClr val="344A44"/>
                </a:solidFill>
              </a:rPr>
              <a:t>summarisation</a:t>
            </a:r>
            <a:r>
              <a:rPr lang="en-US" sz="1000" dirty="0">
                <a:solidFill>
                  <a:srgbClr val="344A44"/>
                </a:solidFill>
              </a:rPr>
              <a:t>, plus simple calculations and analysis. No automated technical or legal decisions.</a:t>
            </a:r>
          </a:p>
        </p:txBody>
      </p:sp>
      <p:sp>
        <p:nvSpPr>
          <p:cNvPr id="22" name="Shape 20"/>
          <p:cNvSpPr/>
          <p:nvPr/>
        </p:nvSpPr>
        <p:spPr>
          <a:xfrm>
            <a:off x="548640" y="2487168"/>
            <a:ext cx="3547872" cy="1060704"/>
          </a:xfrm>
          <a:prstGeom prst="roundRect">
            <a:avLst>
              <a:gd name="adj" fmla="val 5172"/>
            </a:avLst>
          </a:prstGeom>
          <a:solidFill>
            <a:srgbClr val="EEF1F0"/>
          </a:solidFill>
          <a:ln w="10160">
            <a:solidFill>
              <a:srgbClr val="C8D8D2"/>
            </a:solidFill>
            <a:prstDash val="solid"/>
          </a:ln>
        </p:spPr>
        <p:txBody>
          <a:bodyPr/>
          <a:lstStyle/>
          <a:p>
            <a:endParaRPr lang="en-GB"/>
          </a:p>
        </p:txBody>
      </p:sp>
      <p:sp>
        <p:nvSpPr>
          <p:cNvPr id="23" name="Shape 21"/>
          <p:cNvSpPr/>
          <p:nvPr/>
        </p:nvSpPr>
        <p:spPr>
          <a:xfrm>
            <a:off x="713232"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24" name="Text 22"/>
          <p:cNvSpPr/>
          <p:nvPr/>
        </p:nvSpPr>
        <p:spPr>
          <a:xfrm>
            <a:off x="713232" y="2692908"/>
            <a:ext cx="310896" cy="128016"/>
          </a:xfrm>
          <a:prstGeom prst="rect">
            <a:avLst/>
          </a:prstGeom>
          <a:noFill/>
          <a:ln/>
        </p:spPr>
        <p:txBody>
          <a:bodyPr wrap="square" lIns="0" tIns="0" rIns="0" bIns="0" rtlCol="0" anchor="ctr"/>
          <a:lstStyle/>
          <a:p>
            <a:pPr marL="0" indent="0" algn="ctr">
              <a:buNone/>
            </a:pPr>
            <a:r>
              <a:rPr lang="en-US" sz="900" b="1">
                <a:solidFill>
                  <a:srgbClr val="FFFFFF"/>
                </a:solidFill>
              </a:rPr>
              <a:t>5</a:t>
            </a:r>
            <a:endParaRPr lang="en-US" sz="900"/>
          </a:p>
        </p:txBody>
      </p:sp>
      <p:sp>
        <p:nvSpPr>
          <p:cNvPr id="25" name="Text 23"/>
          <p:cNvSpPr/>
          <p:nvPr/>
        </p:nvSpPr>
        <p:spPr>
          <a:xfrm>
            <a:off x="1115568" y="2633472"/>
            <a:ext cx="2798064" cy="228600"/>
          </a:xfrm>
          <a:prstGeom prst="rect">
            <a:avLst/>
          </a:prstGeom>
          <a:noFill/>
          <a:ln/>
        </p:spPr>
        <p:txBody>
          <a:bodyPr wrap="square" lIns="0" tIns="0" rIns="0" bIns="0" rtlCol="0" anchor="ctr">
            <a:normAutofit/>
          </a:bodyPr>
          <a:lstStyle/>
          <a:p>
            <a:pPr marL="0" indent="0">
              <a:buNone/>
            </a:pPr>
            <a:r>
              <a:rPr lang="en-US" sz="1200" b="1">
                <a:solidFill>
                  <a:srgbClr val="14352D"/>
                </a:solidFill>
              </a:rPr>
              <a:t>Expected outcome</a:t>
            </a:r>
            <a:endParaRPr lang="en-US" sz="1200"/>
          </a:p>
        </p:txBody>
      </p:sp>
      <p:sp>
        <p:nvSpPr>
          <p:cNvPr id="26" name="Text 24"/>
          <p:cNvSpPr/>
          <p:nvPr/>
        </p:nvSpPr>
        <p:spPr>
          <a:xfrm>
            <a:off x="731520" y="2971800"/>
            <a:ext cx="3182112" cy="420624"/>
          </a:xfrm>
          <a:prstGeom prst="rect">
            <a:avLst/>
          </a:prstGeom>
          <a:noFill/>
          <a:ln/>
        </p:spPr>
        <p:txBody>
          <a:bodyPr wrap="square" lIns="254" tIns="254" rIns="254" bIns="254" rtlCol="0" anchor="ctr">
            <a:normAutofit lnSpcReduction="10000"/>
          </a:bodyPr>
          <a:lstStyle/>
          <a:p>
            <a:pPr marL="0" indent="0">
              <a:buNone/>
            </a:pPr>
            <a:r>
              <a:rPr lang="en-US" sz="1000" dirty="0">
                <a:solidFill>
                  <a:srgbClr val="344A44"/>
                </a:solidFill>
              </a:rPr>
              <a:t>Faster information retrieval, more consistent access to knowledge, traceable sources and positive user acceptance.</a:t>
            </a:r>
          </a:p>
        </p:txBody>
      </p:sp>
      <p:sp>
        <p:nvSpPr>
          <p:cNvPr id="27" name="Shape 25"/>
          <p:cNvSpPr/>
          <p:nvPr/>
        </p:nvSpPr>
        <p:spPr>
          <a:xfrm>
            <a:off x="4315968" y="2487168"/>
            <a:ext cx="3547872" cy="1060704"/>
          </a:xfrm>
          <a:prstGeom prst="roundRect">
            <a:avLst>
              <a:gd name="adj" fmla="val 5172"/>
            </a:avLst>
          </a:prstGeom>
          <a:solidFill>
            <a:srgbClr val="EEF1F0"/>
          </a:solidFill>
          <a:ln w="10160">
            <a:solidFill>
              <a:srgbClr val="C8D8D2"/>
            </a:solidFill>
            <a:prstDash val="solid"/>
          </a:ln>
        </p:spPr>
        <p:txBody>
          <a:bodyPr/>
          <a:lstStyle/>
          <a:p>
            <a:endParaRPr lang="en-GB"/>
          </a:p>
        </p:txBody>
      </p:sp>
      <p:sp>
        <p:nvSpPr>
          <p:cNvPr id="28" name="Shape 26"/>
          <p:cNvSpPr/>
          <p:nvPr/>
        </p:nvSpPr>
        <p:spPr>
          <a:xfrm>
            <a:off x="4480560"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29" name="Text 27"/>
          <p:cNvSpPr/>
          <p:nvPr/>
        </p:nvSpPr>
        <p:spPr>
          <a:xfrm>
            <a:off x="4480560" y="2692908"/>
            <a:ext cx="310896" cy="128016"/>
          </a:xfrm>
          <a:prstGeom prst="rect">
            <a:avLst/>
          </a:prstGeom>
          <a:noFill/>
          <a:ln/>
        </p:spPr>
        <p:txBody>
          <a:bodyPr wrap="square" lIns="0" tIns="0" rIns="0" bIns="0" rtlCol="0" anchor="ctr"/>
          <a:lstStyle/>
          <a:p>
            <a:pPr marL="0" indent="0" algn="ctr">
              <a:buNone/>
            </a:pPr>
            <a:r>
              <a:rPr lang="en-US" sz="900" b="1">
                <a:solidFill>
                  <a:srgbClr val="FFFFFF"/>
                </a:solidFill>
              </a:rPr>
              <a:t>6</a:t>
            </a:r>
            <a:endParaRPr lang="en-US" sz="900"/>
          </a:p>
        </p:txBody>
      </p:sp>
      <p:sp>
        <p:nvSpPr>
          <p:cNvPr id="30" name="Text 28"/>
          <p:cNvSpPr/>
          <p:nvPr/>
        </p:nvSpPr>
        <p:spPr>
          <a:xfrm>
            <a:off x="4882896" y="2633472"/>
            <a:ext cx="2798064" cy="228600"/>
          </a:xfrm>
          <a:prstGeom prst="rect">
            <a:avLst/>
          </a:prstGeom>
          <a:noFill/>
          <a:ln/>
        </p:spPr>
        <p:txBody>
          <a:bodyPr wrap="square" lIns="0" tIns="0" rIns="0" bIns="0" rtlCol="0" anchor="ctr">
            <a:normAutofit/>
          </a:bodyPr>
          <a:lstStyle/>
          <a:p>
            <a:pPr marL="0" indent="0">
              <a:buNone/>
            </a:pPr>
            <a:r>
              <a:rPr lang="en-US" sz="1200" b="1">
                <a:solidFill>
                  <a:srgbClr val="14352D"/>
                </a:solidFill>
              </a:rPr>
              <a:t>Environmental + digital contribution</a:t>
            </a:r>
            <a:endParaRPr lang="en-US" sz="1200"/>
          </a:p>
        </p:txBody>
      </p:sp>
      <p:sp>
        <p:nvSpPr>
          <p:cNvPr id="31" name="Text 29"/>
          <p:cNvSpPr/>
          <p:nvPr/>
        </p:nvSpPr>
        <p:spPr>
          <a:xfrm>
            <a:off x="4498848" y="2971800"/>
            <a:ext cx="3182112" cy="420624"/>
          </a:xfrm>
          <a:prstGeom prst="rect">
            <a:avLst/>
          </a:prstGeom>
          <a:noFill/>
          <a:ln/>
        </p:spPr>
        <p:txBody>
          <a:bodyPr wrap="square" lIns="254" tIns="254" rIns="254" bIns="254" rtlCol="0" anchor="ctr">
            <a:normAutofit lnSpcReduction="10000"/>
          </a:bodyPr>
          <a:lstStyle/>
          <a:p>
            <a:r>
              <a:rPr lang="en-US" sz="1000" dirty="0">
                <a:solidFill>
                  <a:srgbClr val="344A44"/>
                </a:solidFill>
              </a:rPr>
              <a:t>Improves evidence access and decision support while strengthening connected data management and responsible AI adoption.</a:t>
            </a:r>
          </a:p>
        </p:txBody>
      </p:sp>
      <p:sp>
        <p:nvSpPr>
          <p:cNvPr id="32" name="Shape 30"/>
          <p:cNvSpPr/>
          <p:nvPr/>
        </p:nvSpPr>
        <p:spPr>
          <a:xfrm>
            <a:off x="8083296" y="2487168"/>
            <a:ext cx="3547872" cy="1060704"/>
          </a:xfrm>
          <a:prstGeom prst="roundRect">
            <a:avLst>
              <a:gd name="adj" fmla="val 5172"/>
            </a:avLst>
          </a:prstGeom>
          <a:solidFill>
            <a:srgbClr val="EEF1F0"/>
          </a:solidFill>
          <a:ln w="10160">
            <a:solidFill>
              <a:srgbClr val="C8D8D2"/>
            </a:solidFill>
            <a:prstDash val="solid"/>
          </a:ln>
        </p:spPr>
        <p:txBody>
          <a:bodyPr/>
          <a:lstStyle/>
          <a:p>
            <a:endParaRPr lang="en-GB"/>
          </a:p>
        </p:txBody>
      </p:sp>
      <p:sp>
        <p:nvSpPr>
          <p:cNvPr id="33" name="Shape 31"/>
          <p:cNvSpPr/>
          <p:nvPr/>
        </p:nvSpPr>
        <p:spPr>
          <a:xfrm>
            <a:off x="8247888"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34" name="Text 32"/>
          <p:cNvSpPr/>
          <p:nvPr/>
        </p:nvSpPr>
        <p:spPr>
          <a:xfrm>
            <a:off x="8247888" y="2692908"/>
            <a:ext cx="310896" cy="128016"/>
          </a:xfrm>
          <a:prstGeom prst="rect">
            <a:avLst/>
          </a:prstGeom>
          <a:noFill/>
          <a:ln/>
        </p:spPr>
        <p:txBody>
          <a:bodyPr wrap="square" lIns="0" tIns="0" rIns="0" bIns="0" rtlCol="0" anchor="ctr"/>
          <a:lstStyle/>
          <a:p>
            <a:pPr marL="0" indent="0" algn="ctr">
              <a:buNone/>
            </a:pPr>
            <a:r>
              <a:rPr lang="en-US" sz="900" b="1">
                <a:solidFill>
                  <a:srgbClr val="FFFFFF"/>
                </a:solidFill>
              </a:rPr>
              <a:t>7</a:t>
            </a:r>
            <a:endParaRPr lang="en-US" sz="900"/>
          </a:p>
        </p:txBody>
      </p:sp>
      <p:sp>
        <p:nvSpPr>
          <p:cNvPr id="35" name="Text 33"/>
          <p:cNvSpPr/>
          <p:nvPr/>
        </p:nvSpPr>
        <p:spPr>
          <a:xfrm>
            <a:off x="8650224" y="2633472"/>
            <a:ext cx="2798064" cy="228600"/>
          </a:xfrm>
          <a:prstGeom prst="rect">
            <a:avLst/>
          </a:prstGeom>
          <a:noFill/>
          <a:ln/>
        </p:spPr>
        <p:txBody>
          <a:bodyPr wrap="square" lIns="0" tIns="0" rIns="0" bIns="0" rtlCol="0" anchor="ctr">
            <a:normAutofit/>
          </a:bodyPr>
          <a:lstStyle/>
          <a:p>
            <a:pPr marL="0" indent="0">
              <a:buNone/>
            </a:pPr>
            <a:r>
              <a:rPr lang="en-US" sz="1200" b="1">
                <a:solidFill>
                  <a:srgbClr val="14352D"/>
                </a:solidFill>
              </a:rPr>
              <a:t>Key conditions</a:t>
            </a:r>
            <a:endParaRPr lang="en-US" sz="1200"/>
          </a:p>
        </p:txBody>
      </p:sp>
      <p:sp>
        <p:nvSpPr>
          <p:cNvPr id="36" name="Text 34"/>
          <p:cNvSpPr/>
          <p:nvPr/>
        </p:nvSpPr>
        <p:spPr>
          <a:xfrm>
            <a:off x="8266176" y="2971800"/>
            <a:ext cx="3182112" cy="420624"/>
          </a:xfrm>
          <a:prstGeom prst="rect">
            <a:avLst/>
          </a:prstGeom>
          <a:noFill/>
          <a:ln/>
        </p:spPr>
        <p:txBody>
          <a:bodyPr wrap="square" lIns="254" tIns="254" rIns="254" bIns="254" rtlCol="0" anchor="ctr">
            <a:normAutofit lnSpcReduction="10000"/>
          </a:bodyPr>
          <a:lstStyle/>
          <a:p>
            <a:pPr indent="0">
              <a:buNone/>
            </a:pPr>
            <a:r>
              <a:rPr lang="en-US" sz="1000" dirty="0">
                <a:solidFill>
                  <a:srgbClr val="344A44"/>
                </a:solidFill>
              </a:rPr>
              <a:t>Clear access controls, current knowledge, mandatory human review, reusable design and active management of external model dependency.</a:t>
            </a:r>
          </a:p>
        </p:txBody>
      </p:sp>
      <p:sp>
        <p:nvSpPr>
          <p:cNvPr id="37" name="Shape 35"/>
          <p:cNvSpPr/>
          <p:nvPr/>
        </p:nvSpPr>
        <p:spPr>
          <a:xfrm>
            <a:off x="548640" y="3822192"/>
            <a:ext cx="11082528" cy="2331720"/>
          </a:xfrm>
          <a:prstGeom prst="roundRect">
            <a:avLst>
              <a:gd name="adj" fmla="val 2353"/>
            </a:avLst>
          </a:prstGeom>
          <a:solidFill>
            <a:srgbClr val="14352D"/>
          </a:solidFill>
          <a:ln w="12700">
            <a:solidFill>
              <a:srgbClr val="14352D"/>
            </a:solidFill>
            <a:prstDash val="solid"/>
          </a:ln>
        </p:spPr>
        <p:txBody>
          <a:bodyPr/>
          <a:lstStyle/>
          <a:p>
            <a:endParaRPr lang="en-GB"/>
          </a:p>
        </p:txBody>
      </p:sp>
      <p:sp>
        <p:nvSpPr>
          <p:cNvPr id="38" name="Text 36"/>
          <p:cNvSpPr/>
          <p:nvPr/>
        </p:nvSpPr>
        <p:spPr>
          <a:xfrm>
            <a:off x="822960" y="4096512"/>
            <a:ext cx="2057400" cy="201168"/>
          </a:xfrm>
          <a:prstGeom prst="rect">
            <a:avLst/>
          </a:prstGeom>
          <a:noFill/>
          <a:ln/>
        </p:spPr>
        <p:txBody>
          <a:bodyPr wrap="square" lIns="0" tIns="0" rIns="0" bIns="0" rtlCol="0" anchor="ctr"/>
          <a:lstStyle/>
          <a:p>
            <a:pPr marL="0" indent="0">
              <a:buNone/>
            </a:pPr>
            <a:r>
              <a:rPr lang="en-US" sz="1000" b="1" kern="0" spc="130">
                <a:solidFill>
                  <a:srgbClr val="8ED3BE"/>
                </a:solidFill>
              </a:rPr>
              <a:t>MAIN TAKEAWAYS</a:t>
            </a:r>
            <a:endParaRPr lang="en-US" sz="1000"/>
          </a:p>
        </p:txBody>
      </p:sp>
      <p:sp>
        <p:nvSpPr>
          <p:cNvPr id="39" name="Text 37"/>
          <p:cNvSpPr/>
          <p:nvPr/>
        </p:nvSpPr>
        <p:spPr>
          <a:xfrm>
            <a:off x="822960" y="4379976"/>
            <a:ext cx="2971800" cy="612648"/>
          </a:xfrm>
          <a:prstGeom prst="rect">
            <a:avLst/>
          </a:prstGeom>
          <a:noFill/>
          <a:ln/>
        </p:spPr>
        <p:txBody>
          <a:bodyPr wrap="square" lIns="0" tIns="0" rIns="0" bIns="0" rtlCol="0" anchor="ctr">
            <a:normAutofit lnSpcReduction="10000"/>
          </a:bodyPr>
          <a:lstStyle/>
          <a:p>
            <a:pPr marL="0" indent="0">
              <a:buNone/>
            </a:pPr>
            <a:r>
              <a:rPr lang="en-US" sz="2100" b="1">
                <a:solidFill>
                  <a:srgbClr val="FFFFFF"/>
                </a:solidFill>
                <a:latin typeface="Aptos Display" pitchFamily="34" charset="0"/>
                <a:ea typeface="Aptos Display" pitchFamily="34" charset="-122"/>
                <a:cs typeface="Aptos Display" pitchFamily="34" charset="-120"/>
              </a:rPr>
              <a:t>Trusted knowledge, at the point of need</a:t>
            </a:r>
            <a:endParaRPr lang="en-US" sz="2100"/>
          </a:p>
        </p:txBody>
      </p:sp>
      <p:sp>
        <p:nvSpPr>
          <p:cNvPr id="40" name="Text 38"/>
          <p:cNvSpPr/>
          <p:nvPr/>
        </p:nvSpPr>
        <p:spPr>
          <a:xfrm>
            <a:off x="822960" y="5093208"/>
            <a:ext cx="2880360" cy="566928"/>
          </a:xfrm>
          <a:prstGeom prst="rect">
            <a:avLst/>
          </a:prstGeom>
          <a:noFill/>
          <a:ln/>
        </p:spPr>
        <p:txBody>
          <a:bodyPr wrap="square" lIns="0" tIns="0" rIns="0" bIns="0" rtlCol="0" anchor="ctr">
            <a:normAutofit/>
          </a:bodyPr>
          <a:lstStyle/>
          <a:p>
            <a:pPr marL="0" indent="0">
              <a:buNone/>
            </a:pPr>
            <a:r>
              <a:rPr lang="en-US" sz="1100">
                <a:solidFill>
                  <a:srgbClr val="D7E5E0"/>
                </a:solidFill>
              </a:rPr>
              <a:t>The assistant accelerates access to environmental knowledge without transferring accountability away from specialists.</a:t>
            </a:r>
            <a:endParaRPr lang="en-US" sz="1100"/>
          </a:p>
        </p:txBody>
      </p:sp>
      <p:sp>
        <p:nvSpPr>
          <p:cNvPr id="41" name="Text 39"/>
          <p:cNvSpPr/>
          <p:nvPr/>
        </p:nvSpPr>
        <p:spPr>
          <a:xfrm>
            <a:off x="4133088" y="4133088"/>
            <a:ext cx="384048" cy="201168"/>
          </a:xfrm>
          <a:prstGeom prst="rect">
            <a:avLst/>
          </a:prstGeom>
          <a:noFill/>
          <a:ln/>
        </p:spPr>
        <p:txBody>
          <a:bodyPr wrap="square" lIns="0" tIns="0" rIns="0" bIns="0" rtlCol="0" anchor="ctr"/>
          <a:lstStyle/>
          <a:p>
            <a:pPr marL="0" indent="0">
              <a:buNone/>
            </a:pPr>
            <a:r>
              <a:rPr lang="en-US" sz="950" b="1">
                <a:solidFill>
                  <a:srgbClr val="8ED3BE"/>
                </a:solidFill>
              </a:rPr>
              <a:t>01</a:t>
            </a:r>
            <a:endParaRPr lang="en-US" sz="950"/>
          </a:p>
        </p:txBody>
      </p:sp>
      <p:sp>
        <p:nvSpPr>
          <p:cNvPr id="42" name="Text 40"/>
          <p:cNvSpPr/>
          <p:nvPr/>
        </p:nvSpPr>
        <p:spPr>
          <a:xfrm>
            <a:off x="4133088" y="4462272"/>
            <a:ext cx="1572768" cy="292608"/>
          </a:xfrm>
          <a:prstGeom prst="rect">
            <a:avLst/>
          </a:prstGeom>
          <a:noFill/>
          <a:ln/>
        </p:spPr>
        <p:txBody>
          <a:bodyPr wrap="square" lIns="0" tIns="0" rIns="0" bIns="0" rtlCol="0" anchor="ctr">
            <a:normAutofit/>
          </a:bodyPr>
          <a:lstStyle/>
          <a:p>
            <a:pPr marL="0" indent="0">
              <a:buNone/>
            </a:pPr>
            <a:r>
              <a:rPr lang="en-US" sz="1200" b="1">
                <a:solidFill>
                  <a:srgbClr val="FFFFFF"/>
                </a:solidFill>
              </a:rPr>
              <a:t>Faster access</a:t>
            </a:r>
            <a:endParaRPr lang="en-US" sz="1200"/>
          </a:p>
        </p:txBody>
      </p:sp>
      <p:sp>
        <p:nvSpPr>
          <p:cNvPr id="43" name="Text 41"/>
          <p:cNvSpPr/>
          <p:nvPr/>
        </p:nvSpPr>
        <p:spPr>
          <a:xfrm>
            <a:off x="4133088" y="4864608"/>
            <a:ext cx="1572768" cy="749808"/>
          </a:xfrm>
          <a:prstGeom prst="rect">
            <a:avLst/>
          </a:prstGeom>
          <a:noFill/>
          <a:ln/>
        </p:spPr>
        <p:txBody>
          <a:bodyPr wrap="square" lIns="0" tIns="0" rIns="0" bIns="0" rtlCol="0" anchor="t">
            <a:normAutofit/>
          </a:bodyPr>
          <a:lstStyle/>
          <a:p>
            <a:pPr marL="0" indent="0">
              <a:buNone/>
            </a:pPr>
            <a:r>
              <a:rPr lang="en-US" sz="940">
                <a:solidFill>
                  <a:srgbClr val="D7E5E0"/>
                </a:solidFill>
              </a:rPr>
              <a:t>One interface across internal dossiers and public FOEN knowledge.</a:t>
            </a:r>
            <a:endParaRPr lang="en-US" sz="940"/>
          </a:p>
        </p:txBody>
      </p:sp>
      <p:sp>
        <p:nvSpPr>
          <p:cNvPr id="44" name="Shape 42"/>
          <p:cNvSpPr/>
          <p:nvPr/>
        </p:nvSpPr>
        <p:spPr>
          <a:xfrm>
            <a:off x="5797296" y="4315968"/>
            <a:ext cx="0" cy="1353312"/>
          </a:xfrm>
          <a:prstGeom prst="line">
            <a:avLst/>
          </a:prstGeom>
          <a:noFill/>
          <a:ln w="12700">
            <a:solidFill>
              <a:srgbClr val="3B5B52"/>
            </a:solidFill>
            <a:prstDash val="solid"/>
          </a:ln>
        </p:spPr>
        <p:txBody>
          <a:bodyPr/>
          <a:lstStyle/>
          <a:p>
            <a:endParaRPr lang="en-GB"/>
          </a:p>
        </p:txBody>
      </p:sp>
      <p:sp>
        <p:nvSpPr>
          <p:cNvPr id="45" name="Text 43"/>
          <p:cNvSpPr/>
          <p:nvPr/>
        </p:nvSpPr>
        <p:spPr>
          <a:xfrm>
            <a:off x="5961888" y="4133088"/>
            <a:ext cx="384048" cy="201168"/>
          </a:xfrm>
          <a:prstGeom prst="rect">
            <a:avLst/>
          </a:prstGeom>
          <a:noFill/>
          <a:ln/>
        </p:spPr>
        <p:txBody>
          <a:bodyPr wrap="square" lIns="0" tIns="0" rIns="0" bIns="0" rtlCol="0" anchor="ctr"/>
          <a:lstStyle/>
          <a:p>
            <a:pPr marL="0" indent="0">
              <a:buNone/>
            </a:pPr>
            <a:r>
              <a:rPr lang="en-US" sz="950" b="1">
                <a:solidFill>
                  <a:srgbClr val="8ED3BE"/>
                </a:solidFill>
              </a:rPr>
              <a:t>02</a:t>
            </a:r>
            <a:endParaRPr lang="en-US" sz="950"/>
          </a:p>
        </p:txBody>
      </p:sp>
      <p:sp>
        <p:nvSpPr>
          <p:cNvPr id="46" name="Text 44"/>
          <p:cNvSpPr/>
          <p:nvPr/>
        </p:nvSpPr>
        <p:spPr>
          <a:xfrm>
            <a:off x="5961888" y="4462272"/>
            <a:ext cx="1572768" cy="292608"/>
          </a:xfrm>
          <a:prstGeom prst="rect">
            <a:avLst/>
          </a:prstGeom>
          <a:noFill/>
          <a:ln/>
        </p:spPr>
        <p:txBody>
          <a:bodyPr wrap="square" lIns="0" tIns="0" rIns="0" bIns="0" rtlCol="0" anchor="ctr">
            <a:normAutofit/>
          </a:bodyPr>
          <a:lstStyle/>
          <a:p>
            <a:pPr marL="0" indent="0">
              <a:buNone/>
            </a:pPr>
            <a:r>
              <a:rPr lang="en-US" sz="1200" b="1">
                <a:solidFill>
                  <a:srgbClr val="FFFFFF"/>
                </a:solidFill>
              </a:rPr>
              <a:t>Traceable by design</a:t>
            </a:r>
            <a:endParaRPr lang="en-US" sz="1200"/>
          </a:p>
        </p:txBody>
      </p:sp>
      <p:sp>
        <p:nvSpPr>
          <p:cNvPr id="47" name="Text 45"/>
          <p:cNvSpPr/>
          <p:nvPr/>
        </p:nvSpPr>
        <p:spPr>
          <a:xfrm>
            <a:off x="5961888" y="4864608"/>
            <a:ext cx="1572768" cy="749808"/>
          </a:xfrm>
          <a:prstGeom prst="rect">
            <a:avLst/>
          </a:prstGeom>
          <a:noFill/>
          <a:ln/>
        </p:spPr>
        <p:txBody>
          <a:bodyPr wrap="square" lIns="0" tIns="0" rIns="0" bIns="0" rtlCol="0" anchor="t">
            <a:normAutofit/>
          </a:bodyPr>
          <a:lstStyle/>
          <a:p>
            <a:pPr marL="0" indent="0">
              <a:buNone/>
            </a:pPr>
            <a:r>
              <a:rPr lang="en-US" sz="940">
                <a:solidFill>
                  <a:srgbClr val="D7E5E0"/>
                </a:solidFill>
              </a:rPr>
              <a:t>Answers link back to current, authoritative source material.</a:t>
            </a:r>
            <a:endParaRPr lang="en-US" sz="940"/>
          </a:p>
        </p:txBody>
      </p:sp>
      <p:sp>
        <p:nvSpPr>
          <p:cNvPr id="48" name="Shape 46"/>
          <p:cNvSpPr/>
          <p:nvPr/>
        </p:nvSpPr>
        <p:spPr>
          <a:xfrm>
            <a:off x="7626096" y="4315968"/>
            <a:ext cx="0" cy="1353312"/>
          </a:xfrm>
          <a:prstGeom prst="line">
            <a:avLst/>
          </a:prstGeom>
          <a:noFill/>
          <a:ln w="12700">
            <a:solidFill>
              <a:srgbClr val="3B5B52"/>
            </a:solidFill>
            <a:prstDash val="solid"/>
          </a:ln>
        </p:spPr>
        <p:txBody>
          <a:bodyPr/>
          <a:lstStyle/>
          <a:p>
            <a:endParaRPr lang="en-GB"/>
          </a:p>
        </p:txBody>
      </p:sp>
      <p:sp>
        <p:nvSpPr>
          <p:cNvPr id="49" name="Text 47"/>
          <p:cNvSpPr/>
          <p:nvPr/>
        </p:nvSpPr>
        <p:spPr>
          <a:xfrm>
            <a:off x="7790688" y="4133088"/>
            <a:ext cx="384048" cy="201168"/>
          </a:xfrm>
          <a:prstGeom prst="rect">
            <a:avLst/>
          </a:prstGeom>
          <a:noFill/>
          <a:ln/>
        </p:spPr>
        <p:txBody>
          <a:bodyPr wrap="square" lIns="0" tIns="0" rIns="0" bIns="0" rtlCol="0" anchor="ctr"/>
          <a:lstStyle/>
          <a:p>
            <a:pPr marL="0" indent="0">
              <a:buNone/>
            </a:pPr>
            <a:r>
              <a:rPr lang="en-US" sz="950" b="1">
                <a:solidFill>
                  <a:srgbClr val="8ED3BE"/>
                </a:solidFill>
              </a:rPr>
              <a:t>03</a:t>
            </a:r>
            <a:endParaRPr lang="en-US" sz="950"/>
          </a:p>
        </p:txBody>
      </p:sp>
      <p:sp>
        <p:nvSpPr>
          <p:cNvPr id="50" name="Text 48"/>
          <p:cNvSpPr/>
          <p:nvPr/>
        </p:nvSpPr>
        <p:spPr>
          <a:xfrm>
            <a:off x="7790688" y="4462272"/>
            <a:ext cx="1572768" cy="292608"/>
          </a:xfrm>
          <a:prstGeom prst="rect">
            <a:avLst/>
          </a:prstGeom>
          <a:noFill/>
          <a:ln/>
        </p:spPr>
        <p:txBody>
          <a:bodyPr wrap="square" lIns="0" tIns="0" rIns="0" bIns="0" rtlCol="0" anchor="ctr">
            <a:normAutofit fontScale="92500" lnSpcReduction="20000"/>
          </a:bodyPr>
          <a:lstStyle/>
          <a:p>
            <a:pPr marL="0" indent="0">
              <a:buNone/>
            </a:pPr>
            <a:r>
              <a:rPr lang="en-US" sz="1200" b="1">
                <a:solidFill>
                  <a:srgbClr val="FFFFFF"/>
                </a:solidFill>
              </a:rPr>
              <a:t>Human judgement retained</a:t>
            </a:r>
            <a:endParaRPr lang="en-US" sz="1200"/>
          </a:p>
        </p:txBody>
      </p:sp>
      <p:sp>
        <p:nvSpPr>
          <p:cNvPr id="51" name="Text 49"/>
          <p:cNvSpPr/>
          <p:nvPr/>
        </p:nvSpPr>
        <p:spPr>
          <a:xfrm>
            <a:off x="7790688" y="4864608"/>
            <a:ext cx="1572768" cy="749808"/>
          </a:xfrm>
          <a:prstGeom prst="rect">
            <a:avLst/>
          </a:prstGeom>
          <a:noFill/>
          <a:ln/>
        </p:spPr>
        <p:txBody>
          <a:bodyPr wrap="square" lIns="0" tIns="0" rIns="0" bIns="0" rtlCol="0" anchor="t">
            <a:normAutofit/>
          </a:bodyPr>
          <a:lstStyle/>
          <a:p>
            <a:pPr marL="0" indent="0">
              <a:buNone/>
            </a:pPr>
            <a:r>
              <a:rPr lang="en-US" sz="940">
                <a:solidFill>
                  <a:srgbClr val="D7E5E0"/>
                </a:solidFill>
              </a:rPr>
              <a:t>Technical and legal conclusions remain subject to expert review.</a:t>
            </a:r>
            <a:endParaRPr lang="en-US" sz="940"/>
          </a:p>
        </p:txBody>
      </p:sp>
      <p:sp>
        <p:nvSpPr>
          <p:cNvPr id="52" name="Shape 50"/>
          <p:cNvSpPr/>
          <p:nvPr/>
        </p:nvSpPr>
        <p:spPr>
          <a:xfrm>
            <a:off x="9454896" y="4315968"/>
            <a:ext cx="0" cy="1353312"/>
          </a:xfrm>
          <a:prstGeom prst="line">
            <a:avLst/>
          </a:prstGeom>
          <a:noFill/>
          <a:ln w="12700">
            <a:solidFill>
              <a:srgbClr val="3B5B52"/>
            </a:solidFill>
            <a:prstDash val="solid"/>
          </a:ln>
        </p:spPr>
        <p:txBody>
          <a:bodyPr/>
          <a:lstStyle/>
          <a:p>
            <a:endParaRPr lang="en-GB"/>
          </a:p>
        </p:txBody>
      </p:sp>
      <p:sp>
        <p:nvSpPr>
          <p:cNvPr id="53" name="Text 51"/>
          <p:cNvSpPr/>
          <p:nvPr/>
        </p:nvSpPr>
        <p:spPr>
          <a:xfrm>
            <a:off x="9619488" y="4133088"/>
            <a:ext cx="384048" cy="201168"/>
          </a:xfrm>
          <a:prstGeom prst="rect">
            <a:avLst/>
          </a:prstGeom>
          <a:noFill/>
          <a:ln/>
        </p:spPr>
        <p:txBody>
          <a:bodyPr wrap="square" lIns="0" tIns="0" rIns="0" bIns="0" rtlCol="0" anchor="ctr"/>
          <a:lstStyle/>
          <a:p>
            <a:pPr marL="0" indent="0">
              <a:buNone/>
            </a:pPr>
            <a:r>
              <a:rPr lang="en-US" sz="950" b="1">
                <a:solidFill>
                  <a:srgbClr val="8ED3BE"/>
                </a:solidFill>
              </a:rPr>
              <a:t>04</a:t>
            </a:r>
            <a:endParaRPr lang="en-US" sz="950"/>
          </a:p>
        </p:txBody>
      </p:sp>
      <p:sp>
        <p:nvSpPr>
          <p:cNvPr id="54" name="Text 52"/>
          <p:cNvSpPr/>
          <p:nvPr/>
        </p:nvSpPr>
        <p:spPr>
          <a:xfrm>
            <a:off x="9619488" y="4462272"/>
            <a:ext cx="1572768" cy="292608"/>
          </a:xfrm>
          <a:prstGeom prst="rect">
            <a:avLst/>
          </a:prstGeom>
          <a:noFill/>
          <a:ln/>
        </p:spPr>
        <p:txBody>
          <a:bodyPr wrap="square" lIns="0" tIns="0" rIns="0" bIns="0" rtlCol="0" anchor="ctr">
            <a:normAutofit/>
          </a:bodyPr>
          <a:lstStyle/>
          <a:p>
            <a:pPr marL="0" indent="0">
              <a:buNone/>
            </a:pPr>
            <a:r>
              <a:rPr lang="en-US" sz="1200" b="1">
                <a:solidFill>
                  <a:srgbClr val="FFFFFF"/>
                </a:solidFill>
              </a:rPr>
              <a:t>Reusable foundation</a:t>
            </a:r>
            <a:endParaRPr lang="en-US" sz="1200"/>
          </a:p>
        </p:txBody>
      </p:sp>
      <p:sp>
        <p:nvSpPr>
          <p:cNvPr id="55" name="Text 53"/>
          <p:cNvSpPr/>
          <p:nvPr/>
        </p:nvSpPr>
        <p:spPr>
          <a:xfrm>
            <a:off x="9619488" y="4864608"/>
            <a:ext cx="1572768" cy="749808"/>
          </a:xfrm>
          <a:prstGeom prst="rect">
            <a:avLst/>
          </a:prstGeom>
          <a:noFill/>
          <a:ln/>
        </p:spPr>
        <p:txBody>
          <a:bodyPr wrap="square" lIns="0" tIns="0" rIns="0" bIns="0" rtlCol="0" anchor="t">
            <a:normAutofit/>
          </a:bodyPr>
          <a:lstStyle/>
          <a:p>
            <a:pPr marL="0" indent="0">
              <a:buNone/>
            </a:pPr>
            <a:r>
              <a:rPr lang="en-US" sz="940">
                <a:solidFill>
                  <a:srgbClr val="D7E5E0"/>
                </a:solidFill>
              </a:rPr>
              <a:t>A governed design can support additional internal AI use cases.</a:t>
            </a:r>
            <a:endParaRPr lang="en-US" sz="940"/>
          </a:p>
        </p:txBody>
      </p:sp>
      <p:sp>
        <p:nvSpPr>
          <p:cNvPr id="56" name="Slide Number Placeholder 0"/>
          <p:cNvSpPr>
            <a:spLocks noGrp="1"/>
          </p:cNvSpPr>
          <p:nvPr>
            <p:ph type="sldNum" sz="quarter" idx="4294967295"/>
          </p:nvPr>
        </p:nvSpPr>
        <p:spPr>
          <a:xfrm>
            <a:off x="11686032" y="6510528"/>
            <a:ext cx="182880" cy="164592"/>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C76"/>
                </a:solidFill>
              </a:defRPr>
            </a:lvl1pPr>
          </a:lstStyle>
          <a:p>
            <a:pPr algn="r"/>
            <a:fld id="{F7021451-1387-4CA6-816F-3879F97B5CBC}" type="slidenum">
              <a:rPr lang="en-US" b="0"/>
              <a:t>16</a:t>
            </a:fld>
            <a:endParaRPr lang="en-US"/>
          </a:p>
        </p:txBody>
      </p:sp>
      <p:sp>
        <p:nvSpPr>
          <p:cNvPr id="58" name="Text 4">
            <a:extLst>
              <a:ext uri="{FF2B5EF4-FFF2-40B4-BE49-F238E27FC236}">
                <a16:creationId xmlns:a16="http://schemas.microsoft.com/office/drawing/2014/main" id="{1EFC9539-B19E-5715-2F10-540E790C810C}"/>
              </a:ext>
            </a:extLst>
          </p:cNvPr>
          <p:cNvSpPr/>
          <p:nvPr/>
        </p:nvSpPr>
        <p:spPr>
          <a:xfrm>
            <a:off x="9294724" y="444336"/>
            <a:ext cx="2194660" cy="347472"/>
          </a:xfrm>
          <a:prstGeom prst="rect">
            <a:avLst/>
          </a:prstGeom>
          <a:noFill/>
          <a:ln>
            <a:noFill/>
          </a:ln>
        </p:spPr>
        <p:txBody>
          <a:bodyPr wrap="square" lIns="0" tIns="0" rIns="0" bIns="0" rtlCol="0" anchor="ctr">
            <a:normAutofit/>
          </a:bodyPr>
          <a:lstStyle/>
          <a:p>
            <a:pPr marL="0" indent="0" algn="ctr">
              <a:spcBef>
                <a:spcPts val="0"/>
              </a:spcBef>
              <a:spcAft>
                <a:spcPts val="0"/>
              </a:spcAft>
              <a:buNone/>
            </a:pPr>
            <a:r>
              <a:rPr lang="en-US" sz="1150" b="1" i="0" dirty="0">
                <a:solidFill>
                  <a:srgbClr val="14352D"/>
                </a:solidFill>
                <a:latin typeface="Aptos" pitchFamily="34" charset="0"/>
                <a:ea typeface="Aptos" pitchFamily="34" charset="-122"/>
                <a:cs typeface="Aptos" pitchFamily="34" charset="-120"/>
              </a:rPr>
              <a:t>AI Applications &amp; Value Creation</a:t>
            </a:r>
            <a:endParaRPr lang="en-US" sz="71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1" cy="1"/>
          <a:chOff x="0" y="0"/>
          <a:chExt cx="1" cy="1"/>
        </a:xfrm>
      </p:grpSpPr>
      <p:sp>
        <p:nvSpPr>
          <p:cNvPr id="2" name="Text 0"/>
          <p:cNvSpPr/>
          <p:nvPr/>
        </p:nvSpPr>
        <p:spPr>
          <a:xfrm>
            <a:off x="530352" y="274320"/>
            <a:ext cx="7863840" cy="56692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2200" b="1" i="0">
                <a:solidFill>
                  <a:srgbClr val="14352D"/>
                </a:solidFill>
                <a:latin typeface="Aptos Display" pitchFamily="34" charset="0"/>
                <a:ea typeface="Aptos" pitchFamily="34" charset="-122"/>
                <a:cs typeface="Aptos" pitchFamily="34" charset="-120"/>
              </a:rPr>
              <a:t>From complex national plans to consistent assessment</a:t>
            </a:r>
            <a:endParaRPr lang="en-US" sz="1800"/>
          </a:p>
        </p:txBody>
      </p:sp>
      <p:sp>
        <p:nvSpPr>
          <p:cNvPr id="3" name="Text 1"/>
          <p:cNvSpPr/>
          <p:nvPr/>
        </p:nvSpPr>
        <p:spPr>
          <a:xfrm>
            <a:off x="530352" y="750712"/>
            <a:ext cx="5669280" cy="16459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b="0" i="0" dirty="0">
                <a:solidFill>
                  <a:srgbClr val="55716A"/>
                </a:solidFill>
                <a:latin typeface="Aptos" pitchFamily="34" charset="0"/>
                <a:ea typeface="Aptos" pitchFamily="34" charset="-122"/>
                <a:cs typeface="Aptos" pitchFamily="34" charset="-120"/>
              </a:rPr>
              <a:t>AI Assisted Assessment of Nature Restoration Plans</a:t>
            </a:r>
            <a:endParaRPr lang="en-US" dirty="0"/>
          </a:p>
        </p:txBody>
      </p:sp>
      <p:sp>
        <p:nvSpPr>
          <p:cNvPr id="4" name="Shape 2"/>
          <p:cNvSpPr/>
          <p:nvPr/>
        </p:nvSpPr>
        <p:spPr>
          <a:xfrm>
            <a:off x="9144000" y="329184"/>
            <a:ext cx="2496312" cy="566928"/>
          </a:xfrm>
          <a:prstGeom prst="roundRect">
            <a:avLst>
              <a:gd name="adj" fmla="val 8929"/>
            </a:avLst>
          </a:prstGeom>
          <a:solidFill>
            <a:srgbClr val="DFF2EA"/>
          </a:solidFill>
          <a:ln w="12700">
            <a:solidFill>
              <a:srgbClr val="9ACDBD"/>
            </a:solidFill>
            <a:prstDash val="solid"/>
          </a:ln>
        </p:spPr>
        <p:txBody>
          <a:bodyPr/>
          <a:lstStyle/>
          <a:p>
            <a:endParaRPr lang="en-GB"/>
          </a:p>
        </p:txBody>
      </p:sp>
      <p:sp>
        <p:nvSpPr>
          <p:cNvPr id="7" name="Shape 5"/>
          <p:cNvSpPr/>
          <p:nvPr/>
        </p:nvSpPr>
        <p:spPr>
          <a:xfrm>
            <a:off x="548640" y="1234440"/>
            <a:ext cx="3547872" cy="1060704"/>
          </a:xfrm>
          <a:prstGeom prst="roundRect">
            <a:avLst>
              <a:gd name="adj" fmla="val 4630"/>
            </a:avLst>
          </a:prstGeom>
          <a:solidFill>
            <a:srgbClr val="EAF4F0"/>
          </a:solidFill>
          <a:ln w="10160">
            <a:solidFill>
              <a:srgbClr val="C8D8D2"/>
            </a:solidFill>
            <a:prstDash val="solid"/>
          </a:ln>
        </p:spPr>
        <p:txBody>
          <a:bodyPr/>
          <a:lstStyle/>
          <a:p>
            <a:endParaRPr lang="en-GB"/>
          </a:p>
        </p:txBody>
      </p:sp>
      <p:sp>
        <p:nvSpPr>
          <p:cNvPr id="8" name="Shape 6"/>
          <p:cNvSpPr/>
          <p:nvPr/>
        </p:nvSpPr>
        <p:spPr>
          <a:xfrm>
            <a:off x="713232"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9" name="Text 7"/>
          <p:cNvSpPr/>
          <p:nvPr/>
        </p:nvSpPr>
        <p:spPr>
          <a:xfrm>
            <a:off x="713232"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2</a:t>
            </a:r>
            <a:endParaRPr lang="en-US" sz="650"/>
          </a:p>
        </p:txBody>
      </p:sp>
      <p:sp>
        <p:nvSpPr>
          <p:cNvPr id="10" name="Text 8"/>
          <p:cNvSpPr/>
          <p:nvPr/>
        </p:nvSpPr>
        <p:spPr>
          <a:xfrm>
            <a:off x="1115568"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Challenge / opportunity</a:t>
            </a:r>
            <a:endParaRPr lang="en-US" sz="920"/>
          </a:p>
        </p:txBody>
      </p:sp>
      <p:sp>
        <p:nvSpPr>
          <p:cNvPr id="11" name="Text 9"/>
          <p:cNvSpPr/>
          <p:nvPr/>
        </p:nvSpPr>
        <p:spPr>
          <a:xfrm>
            <a:off x="731520" y="1719072"/>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Dozens of long, structurally complex National Restoration Plans must be assessed against a detailed analytical grid. Manual review is slow and places heavy demands on limited expert capacity.</a:t>
            </a:r>
            <a:endParaRPr lang="en-US" sz="1000" dirty="0"/>
          </a:p>
        </p:txBody>
      </p:sp>
      <p:sp>
        <p:nvSpPr>
          <p:cNvPr id="12" name="Shape 10"/>
          <p:cNvSpPr/>
          <p:nvPr/>
        </p:nvSpPr>
        <p:spPr>
          <a:xfrm>
            <a:off x="4315968" y="1234440"/>
            <a:ext cx="3547872" cy="1060704"/>
          </a:xfrm>
          <a:prstGeom prst="roundRect">
            <a:avLst>
              <a:gd name="adj" fmla="val 4630"/>
            </a:avLst>
          </a:prstGeom>
          <a:solidFill>
            <a:srgbClr val="EAF4F0"/>
          </a:solidFill>
          <a:ln w="10160">
            <a:solidFill>
              <a:srgbClr val="C8D8D2"/>
            </a:solidFill>
            <a:prstDash val="solid"/>
          </a:ln>
        </p:spPr>
        <p:txBody>
          <a:bodyPr/>
          <a:lstStyle/>
          <a:p>
            <a:endParaRPr lang="en-GB"/>
          </a:p>
        </p:txBody>
      </p:sp>
      <p:sp>
        <p:nvSpPr>
          <p:cNvPr id="13" name="Shape 11"/>
          <p:cNvSpPr/>
          <p:nvPr/>
        </p:nvSpPr>
        <p:spPr>
          <a:xfrm>
            <a:off x="4480560"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14" name="Text 12"/>
          <p:cNvSpPr/>
          <p:nvPr/>
        </p:nvSpPr>
        <p:spPr>
          <a:xfrm>
            <a:off x="4480560"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3</a:t>
            </a:r>
            <a:endParaRPr lang="en-US" sz="650"/>
          </a:p>
        </p:txBody>
      </p:sp>
      <p:sp>
        <p:nvSpPr>
          <p:cNvPr id="15" name="Text 13"/>
          <p:cNvSpPr/>
          <p:nvPr/>
        </p:nvSpPr>
        <p:spPr>
          <a:xfrm>
            <a:off x="4882896"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Proposed use of AI</a:t>
            </a:r>
            <a:endParaRPr lang="en-US" sz="920"/>
          </a:p>
        </p:txBody>
      </p:sp>
      <p:sp>
        <p:nvSpPr>
          <p:cNvPr id="16" name="Text 14"/>
          <p:cNvSpPr/>
          <p:nvPr/>
        </p:nvSpPr>
        <p:spPr>
          <a:xfrm>
            <a:off x="4498848" y="1719072"/>
            <a:ext cx="3182112" cy="420624"/>
          </a:xfrm>
          <a:prstGeom prst="rect">
            <a:avLst/>
          </a:prstGeom>
          <a:noFill/>
          <a:ln>
            <a:noFill/>
          </a:ln>
        </p:spPr>
        <p:txBody>
          <a:bodyPr wrap="square" lIns="0" tIns="0" rIns="0" bIns="0" rtlCol="0" anchor="ctr">
            <a:noAutofit/>
          </a:bodyPr>
          <a:lstStyle/>
          <a:p>
            <a:r>
              <a:rPr lang="en-US" sz="1000" dirty="0">
                <a:solidFill>
                  <a:srgbClr val="344A44"/>
                </a:solidFill>
                <a:latin typeface="Aptos" pitchFamily="34" charset="0"/>
              </a:rPr>
              <a:t>An LLM pre-assesses each plan, proposes criterion-level ratings and links every finding to supporting source text. Experts review and adjust all outputs through a simple web interface.</a:t>
            </a:r>
          </a:p>
        </p:txBody>
      </p:sp>
      <p:sp>
        <p:nvSpPr>
          <p:cNvPr id="17" name="Shape 15"/>
          <p:cNvSpPr/>
          <p:nvPr/>
        </p:nvSpPr>
        <p:spPr>
          <a:xfrm>
            <a:off x="8083296" y="1234440"/>
            <a:ext cx="3547872" cy="1060704"/>
          </a:xfrm>
          <a:prstGeom prst="roundRect">
            <a:avLst>
              <a:gd name="adj" fmla="val 4630"/>
            </a:avLst>
          </a:prstGeom>
          <a:solidFill>
            <a:srgbClr val="EAF4F0"/>
          </a:solidFill>
          <a:ln w="10160">
            <a:solidFill>
              <a:srgbClr val="C8D8D2"/>
            </a:solidFill>
            <a:prstDash val="solid"/>
          </a:ln>
        </p:spPr>
        <p:txBody>
          <a:bodyPr/>
          <a:lstStyle/>
          <a:p>
            <a:endParaRPr lang="en-GB"/>
          </a:p>
        </p:txBody>
      </p:sp>
      <p:sp>
        <p:nvSpPr>
          <p:cNvPr id="18" name="Shape 16"/>
          <p:cNvSpPr/>
          <p:nvPr/>
        </p:nvSpPr>
        <p:spPr>
          <a:xfrm>
            <a:off x="8247888"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19" name="Text 17"/>
          <p:cNvSpPr/>
          <p:nvPr/>
        </p:nvSpPr>
        <p:spPr>
          <a:xfrm>
            <a:off x="8247888"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4</a:t>
            </a:r>
            <a:endParaRPr lang="en-US" sz="650"/>
          </a:p>
        </p:txBody>
      </p:sp>
      <p:sp>
        <p:nvSpPr>
          <p:cNvPr id="20" name="Text 18"/>
          <p:cNvSpPr/>
          <p:nvPr/>
        </p:nvSpPr>
        <p:spPr>
          <a:xfrm>
            <a:off x="8650224"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Scope</a:t>
            </a:r>
            <a:endParaRPr lang="en-US" sz="920"/>
          </a:p>
        </p:txBody>
      </p:sp>
      <p:sp>
        <p:nvSpPr>
          <p:cNvPr id="21" name="Text 19"/>
          <p:cNvSpPr/>
          <p:nvPr/>
        </p:nvSpPr>
        <p:spPr>
          <a:xfrm>
            <a:off x="8266176" y="1719072"/>
            <a:ext cx="3182112" cy="420624"/>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1000" dirty="0">
                <a:solidFill>
                  <a:srgbClr val="344A44"/>
                </a:solidFill>
                <a:latin typeface="Aptos" pitchFamily="34" charset="0"/>
              </a:rPr>
              <a:t>Pre-assessment of draft and final National Restoration Plans against the ETC-DI analytical grid. Supports EEA/ETC-DI experts; no automated approval or rejection</a:t>
            </a:r>
            <a:r>
              <a:rPr lang="en-US" sz="1019" b="0" i="0" dirty="0">
                <a:solidFill>
                  <a:srgbClr val="344A44"/>
                </a:solidFill>
                <a:latin typeface="Aptos" pitchFamily="34" charset="0"/>
                <a:ea typeface="Aptos" pitchFamily="34" charset="-122"/>
                <a:cs typeface="Aptos" pitchFamily="34" charset="-120"/>
              </a:rPr>
              <a:t>.</a:t>
            </a:r>
            <a:endParaRPr lang="en-US" sz="720" dirty="0"/>
          </a:p>
        </p:txBody>
      </p:sp>
      <p:sp>
        <p:nvSpPr>
          <p:cNvPr id="22" name="Shape 20"/>
          <p:cNvSpPr/>
          <p:nvPr/>
        </p:nvSpPr>
        <p:spPr>
          <a:xfrm>
            <a:off x="548640" y="2487168"/>
            <a:ext cx="3547872" cy="1060704"/>
          </a:xfrm>
          <a:prstGeom prst="roundRect">
            <a:avLst>
              <a:gd name="adj" fmla="val 4630"/>
            </a:avLst>
          </a:prstGeom>
          <a:solidFill>
            <a:srgbClr val="EAF4F0"/>
          </a:solidFill>
          <a:ln w="10160">
            <a:solidFill>
              <a:srgbClr val="C8D8D2"/>
            </a:solidFill>
            <a:prstDash val="solid"/>
          </a:ln>
        </p:spPr>
        <p:txBody>
          <a:bodyPr/>
          <a:lstStyle/>
          <a:p>
            <a:endParaRPr lang="en-GB"/>
          </a:p>
        </p:txBody>
      </p:sp>
      <p:sp>
        <p:nvSpPr>
          <p:cNvPr id="23" name="Shape 21"/>
          <p:cNvSpPr/>
          <p:nvPr/>
        </p:nvSpPr>
        <p:spPr>
          <a:xfrm>
            <a:off x="713232"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24" name="Text 22"/>
          <p:cNvSpPr/>
          <p:nvPr/>
        </p:nvSpPr>
        <p:spPr>
          <a:xfrm>
            <a:off x="713232"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5</a:t>
            </a:r>
            <a:endParaRPr lang="en-US" sz="650"/>
          </a:p>
        </p:txBody>
      </p:sp>
      <p:sp>
        <p:nvSpPr>
          <p:cNvPr id="25" name="Text 23"/>
          <p:cNvSpPr/>
          <p:nvPr/>
        </p:nvSpPr>
        <p:spPr>
          <a:xfrm>
            <a:off x="1115568"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Expected outcome</a:t>
            </a:r>
            <a:endParaRPr lang="en-US" sz="920"/>
          </a:p>
        </p:txBody>
      </p:sp>
      <p:sp>
        <p:nvSpPr>
          <p:cNvPr id="26" name="Text 24"/>
          <p:cNvSpPr/>
          <p:nvPr/>
        </p:nvSpPr>
        <p:spPr>
          <a:xfrm>
            <a:off x="731520" y="2971800"/>
            <a:ext cx="3182112" cy="420624"/>
          </a:xfrm>
          <a:prstGeom prst="rect">
            <a:avLst/>
          </a:prstGeom>
          <a:noFill/>
          <a:ln>
            <a:noFill/>
          </a:ln>
        </p:spPr>
        <p:txBody>
          <a:bodyPr wrap="square" lIns="0" tIns="0" rIns="0" bIns="0" rtlCol="0" anchor="ctr">
            <a:noAutofit/>
          </a:bodyPr>
          <a:lstStyle/>
          <a:p>
            <a:r>
              <a:rPr lang="en-US" sz="1000" dirty="0">
                <a:solidFill>
                  <a:srgbClr val="344A44"/>
                </a:solidFill>
                <a:latin typeface="Aptos" pitchFamily="34" charset="0"/>
              </a:rPr>
              <a:t>Faster and more consistent first-pass assessments, structured referenced drafts and generated reports. Success: shorter turnaround, consistent grid use and positive assessor feedback.</a:t>
            </a:r>
          </a:p>
        </p:txBody>
      </p:sp>
      <p:sp>
        <p:nvSpPr>
          <p:cNvPr id="27" name="Shape 25"/>
          <p:cNvSpPr/>
          <p:nvPr/>
        </p:nvSpPr>
        <p:spPr>
          <a:xfrm>
            <a:off x="4315968" y="2487168"/>
            <a:ext cx="3547872" cy="1060704"/>
          </a:xfrm>
          <a:prstGeom prst="roundRect">
            <a:avLst>
              <a:gd name="adj" fmla="val 4630"/>
            </a:avLst>
          </a:prstGeom>
          <a:solidFill>
            <a:srgbClr val="EAF4F0"/>
          </a:solidFill>
          <a:ln w="10160">
            <a:solidFill>
              <a:srgbClr val="C8D8D2"/>
            </a:solidFill>
            <a:prstDash val="solid"/>
          </a:ln>
        </p:spPr>
        <p:txBody>
          <a:bodyPr/>
          <a:lstStyle/>
          <a:p>
            <a:endParaRPr lang="en-GB"/>
          </a:p>
        </p:txBody>
      </p:sp>
      <p:sp>
        <p:nvSpPr>
          <p:cNvPr id="28" name="Shape 26"/>
          <p:cNvSpPr/>
          <p:nvPr/>
        </p:nvSpPr>
        <p:spPr>
          <a:xfrm>
            <a:off x="4480560"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29" name="Text 27"/>
          <p:cNvSpPr/>
          <p:nvPr/>
        </p:nvSpPr>
        <p:spPr>
          <a:xfrm>
            <a:off x="4480560"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6</a:t>
            </a:r>
            <a:endParaRPr lang="en-US" sz="650"/>
          </a:p>
        </p:txBody>
      </p:sp>
      <p:sp>
        <p:nvSpPr>
          <p:cNvPr id="30" name="Text 28"/>
          <p:cNvSpPr/>
          <p:nvPr/>
        </p:nvSpPr>
        <p:spPr>
          <a:xfrm>
            <a:off x="4882896"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Environmental + digital contribution</a:t>
            </a:r>
            <a:endParaRPr lang="en-US" sz="920"/>
          </a:p>
        </p:txBody>
      </p:sp>
      <p:sp>
        <p:nvSpPr>
          <p:cNvPr id="31" name="Text 29"/>
          <p:cNvSpPr/>
          <p:nvPr/>
        </p:nvSpPr>
        <p:spPr>
          <a:xfrm>
            <a:off x="4498848" y="2971800"/>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Strengthens timely, consistent feedback under the Nature Restoration Law. Demonstrates scalable, reusable and responsible AI for reporting workflows with human oversight.</a:t>
            </a:r>
            <a:endParaRPr lang="en-US" sz="1000" dirty="0"/>
          </a:p>
        </p:txBody>
      </p:sp>
      <p:sp>
        <p:nvSpPr>
          <p:cNvPr id="32" name="Shape 30"/>
          <p:cNvSpPr/>
          <p:nvPr/>
        </p:nvSpPr>
        <p:spPr>
          <a:xfrm>
            <a:off x="8083296" y="2487168"/>
            <a:ext cx="3547872" cy="1060704"/>
          </a:xfrm>
          <a:prstGeom prst="roundRect">
            <a:avLst>
              <a:gd name="adj" fmla="val 4630"/>
            </a:avLst>
          </a:prstGeom>
          <a:solidFill>
            <a:srgbClr val="EAF4F0"/>
          </a:solidFill>
          <a:ln w="10160">
            <a:solidFill>
              <a:srgbClr val="C8D8D2"/>
            </a:solidFill>
            <a:prstDash val="solid"/>
          </a:ln>
        </p:spPr>
        <p:txBody>
          <a:bodyPr/>
          <a:lstStyle/>
          <a:p>
            <a:endParaRPr lang="en-GB"/>
          </a:p>
        </p:txBody>
      </p:sp>
      <p:sp>
        <p:nvSpPr>
          <p:cNvPr id="33" name="Shape 31"/>
          <p:cNvSpPr/>
          <p:nvPr/>
        </p:nvSpPr>
        <p:spPr>
          <a:xfrm>
            <a:off x="8247888"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34" name="Text 32"/>
          <p:cNvSpPr/>
          <p:nvPr/>
        </p:nvSpPr>
        <p:spPr>
          <a:xfrm>
            <a:off x="8247888"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7</a:t>
            </a:r>
            <a:endParaRPr lang="en-US" sz="650"/>
          </a:p>
        </p:txBody>
      </p:sp>
      <p:sp>
        <p:nvSpPr>
          <p:cNvPr id="35" name="Text 33"/>
          <p:cNvSpPr/>
          <p:nvPr/>
        </p:nvSpPr>
        <p:spPr>
          <a:xfrm>
            <a:off x="8650224"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Key conditions</a:t>
            </a:r>
            <a:endParaRPr lang="en-US" sz="920"/>
          </a:p>
        </p:txBody>
      </p:sp>
      <p:sp>
        <p:nvSpPr>
          <p:cNvPr id="36" name="Text 34"/>
          <p:cNvSpPr/>
          <p:nvPr/>
        </p:nvSpPr>
        <p:spPr>
          <a:xfrm>
            <a:off x="8266176" y="2971800"/>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err="1">
                <a:solidFill>
                  <a:srgbClr val="344A44"/>
                </a:solidFill>
                <a:latin typeface="Aptos" pitchFamily="34" charset="0"/>
                <a:ea typeface="Aptos" pitchFamily="34" charset="-122"/>
                <a:cs typeface="Aptos" pitchFamily="34" charset="-120"/>
              </a:rPr>
              <a:t>Parseable</a:t>
            </a:r>
            <a:r>
              <a:rPr lang="en-US" sz="1000" b="0" i="0" dirty="0">
                <a:solidFill>
                  <a:srgbClr val="344A44"/>
                </a:solidFill>
                <a:latin typeface="Aptos" pitchFamily="34" charset="0"/>
                <a:ea typeface="Aptos" pitchFamily="34" charset="-122"/>
                <a:cs typeface="Aptos" pitchFamily="34" charset="-120"/>
              </a:rPr>
              <a:t> </a:t>
            </a:r>
            <a:r>
              <a:rPr lang="en-US" sz="1000" b="0" i="0" dirty="0" err="1">
                <a:solidFill>
                  <a:srgbClr val="344A44"/>
                </a:solidFill>
                <a:latin typeface="Aptos" pitchFamily="34" charset="0"/>
                <a:ea typeface="Aptos" pitchFamily="34" charset="-122"/>
                <a:cs typeface="Aptos" pitchFamily="34" charset="-120"/>
              </a:rPr>
              <a:t>ReportNet</a:t>
            </a:r>
            <a:r>
              <a:rPr lang="en-US" sz="1000" b="0" i="0" dirty="0">
                <a:solidFill>
                  <a:srgbClr val="344A44"/>
                </a:solidFill>
                <a:latin typeface="Aptos" pitchFamily="34" charset="0"/>
                <a:ea typeface="Aptos" pitchFamily="34" charset="-122"/>
                <a:cs typeface="Aptos" pitchFamily="34" charset="-120"/>
              </a:rPr>
              <a:t> 3 submissions; transparent source traceability; mandatory human review; model-agnostic infrastructure; reusable design and active management of model/vendor dependency.</a:t>
            </a:r>
            <a:endParaRPr lang="en-US" sz="1000" dirty="0"/>
          </a:p>
        </p:txBody>
      </p:sp>
      <p:sp>
        <p:nvSpPr>
          <p:cNvPr id="37" name="Shape 35"/>
          <p:cNvSpPr/>
          <p:nvPr/>
        </p:nvSpPr>
        <p:spPr>
          <a:xfrm>
            <a:off x="548640" y="3822192"/>
            <a:ext cx="11082528" cy="2331720"/>
          </a:xfrm>
          <a:prstGeom prst="roundRect">
            <a:avLst>
              <a:gd name="adj" fmla="val 2034"/>
            </a:avLst>
          </a:prstGeom>
          <a:solidFill>
            <a:srgbClr val="14352D"/>
          </a:solidFill>
          <a:ln w="12700">
            <a:solidFill>
              <a:srgbClr val="14352D"/>
            </a:solidFill>
            <a:prstDash val="solid"/>
          </a:ln>
        </p:spPr>
        <p:txBody>
          <a:bodyPr/>
          <a:lstStyle/>
          <a:p>
            <a:endParaRPr lang="en-GB"/>
          </a:p>
        </p:txBody>
      </p:sp>
      <p:sp>
        <p:nvSpPr>
          <p:cNvPr id="38" name="Text 36"/>
          <p:cNvSpPr/>
          <p:nvPr/>
        </p:nvSpPr>
        <p:spPr>
          <a:xfrm>
            <a:off x="822960" y="4096512"/>
            <a:ext cx="2057400"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000" b="1" i="0" kern="0" spc="140">
                <a:solidFill>
                  <a:srgbClr val="8ED3BE"/>
                </a:solidFill>
                <a:latin typeface="Aptos" pitchFamily="34" charset="0"/>
                <a:ea typeface="Aptos" pitchFamily="34" charset="-122"/>
                <a:cs typeface="Aptos" pitchFamily="34" charset="-120"/>
              </a:rPr>
              <a:t>MAIN TAKEAWAYS</a:t>
            </a:r>
            <a:endParaRPr lang="en-US" sz="620"/>
          </a:p>
        </p:txBody>
      </p:sp>
      <p:sp>
        <p:nvSpPr>
          <p:cNvPr id="39" name="Text 37"/>
          <p:cNvSpPr/>
          <p:nvPr/>
        </p:nvSpPr>
        <p:spPr>
          <a:xfrm>
            <a:off x="822960" y="4379976"/>
            <a:ext cx="2971800" cy="612648"/>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2100" b="1" i="0">
                <a:solidFill>
                  <a:srgbClr val="FFFFFF"/>
                </a:solidFill>
                <a:latin typeface="Aptos Display" pitchFamily="34" charset="0"/>
                <a:ea typeface="Aptos" pitchFamily="34" charset="-122"/>
                <a:cs typeface="Aptos" pitchFamily="34" charset="-120"/>
              </a:rPr>
              <a:t>Expert judgement,</a:t>
            </a:r>
            <a:endParaRPr lang="en-US" sz="1550"/>
          </a:p>
          <a:p>
            <a:pPr marL="0" indent="0" algn="l">
              <a:spcBef>
                <a:spcPts val="0"/>
              </a:spcBef>
              <a:spcAft>
                <a:spcPts val="0"/>
              </a:spcAft>
              <a:buNone/>
            </a:pPr>
            <a:r>
              <a:rPr lang="en-US" sz="2100" b="1" i="0">
                <a:solidFill>
                  <a:srgbClr val="FFFFFF"/>
                </a:solidFill>
                <a:latin typeface="Aptos Display" pitchFamily="34" charset="0"/>
                <a:ea typeface="Aptos" pitchFamily="34" charset="-122"/>
                <a:cs typeface="Aptos" pitchFamily="34" charset="-120"/>
              </a:rPr>
              <a:t>accelerated by AI</a:t>
            </a:r>
            <a:endParaRPr lang="en-US" sz="1550"/>
          </a:p>
        </p:txBody>
      </p:sp>
      <p:sp>
        <p:nvSpPr>
          <p:cNvPr id="40" name="Text 38"/>
          <p:cNvSpPr/>
          <p:nvPr/>
        </p:nvSpPr>
        <p:spPr>
          <a:xfrm>
            <a:off x="822960" y="5093208"/>
            <a:ext cx="2880360" cy="56692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100" b="0" i="0">
                <a:solidFill>
                  <a:srgbClr val="D7E5E0"/>
                </a:solidFill>
                <a:latin typeface="Aptos" pitchFamily="34" charset="0"/>
                <a:ea typeface="Aptos" pitchFamily="34" charset="-122"/>
                <a:cs typeface="Aptos" pitchFamily="34" charset="-120"/>
              </a:rPr>
              <a:t>The tool turns each plan into a structured, referenced draft assessment while keeping every rating under expert control.</a:t>
            </a:r>
            <a:endParaRPr lang="en-US" sz="820"/>
          </a:p>
        </p:txBody>
      </p:sp>
      <p:sp>
        <p:nvSpPr>
          <p:cNvPr id="41" name="Text 39"/>
          <p:cNvSpPr/>
          <p:nvPr/>
        </p:nvSpPr>
        <p:spPr>
          <a:xfrm>
            <a:off x="41330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01</a:t>
            </a:r>
            <a:endParaRPr lang="en-US" sz="620"/>
          </a:p>
        </p:txBody>
      </p:sp>
      <p:sp>
        <p:nvSpPr>
          <p:cNvPr id="42" name="Text 40"/>
          <p:cNvSpPr/>
          <p:nvPr/>
        </p:nvSpPr>
        <p:spPr>
          <a:xfrm>
            <a:off x="4133088" y="4462272"/>
            <a:ext cx="1572768" cy="29260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Faster first pass</a:t>
            </a:r>
            <a:endParaRPr lang="en-US" sz="960"/>
          </a:p>
        </p:txBody>
      </p:sp>
      <p:sp>
        <p:nvSpPr>
          <p:cNvPr id="43" name="Text 41"/>
          <p:cNvSpPr/>
          <p:nvPr/>
        </p:nvSpPr>
        <p:spPr>
          <a:xfrm>
            <a:off x="41330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Automates repetitive grid completion so experts can focus on judgement-intensive review.</a:t>
            </a:r>
            <a:endParaRPr lang="en-US" sz="740"/>
          </a:p>
        </p:txBody>
      </p:sp>
      <p:sp>
        <p:nvSpPr>
          <p:cNvPr id="44" name="Shape 42"/>
          <p:cNvSpPr/>
          <p:nvPr/>
        </p:nvSpPr>
        <p:spPr>
          <a:xfrm>
            <a:off x="5797296" y="4315968"/>
            <a:ext cx="0" cy="1353312"/>
          </a:xfrm>
          <a:prstGeom prst="line">
            <a:avLst/>
          </a:prstGeom>
          <a:noFill/>
          <a:ln w="12700">
            <a:solidFill>
              <a:srgbClr val="3B5B52"/>
            </a:solidFill>
            <a:prstDash val="solid"/>
          </a:ln>
        </p:spPr>
        <p:txBody>
          <a:bodyPr/>
          <a:lstStyle/>
          <a:p>
            <a:endParaRPr lang="en-GB"/>
          </a:p>
        </p:txBody>
      </p:sp>
      <p:sp>
        <p:nvSpPr>
          <p:cNvPr id="45" name="Text 43"/>
          <p:cNvSpPr/>
          <p:nvPr/>
        </p:nvSpPr>
        <p:spPr>
          <a:xfrm>
            <a:off x="59618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02</a:t>
            </a:r>
            <a:endParaRPr lang="en-US" sz="620"/>
          </a:p>
        </p:txBody>
      </p:sp>
      <p:sp>
        <p:nvSpPr>
          <p:cNvPr id="46" name="Text 44"/>
          <p:cNvSpPr/>
          <p:nvPr/>
        </p:nvSpPr>
        <p:spPr>
          <a:xfrm>
            <a:off x="5961888" y="4462272"/>
            <a:ext cx="1572768" cy="29260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Traceable by design</a:t>
            </a:r>
            <a:endParaRPr lang="en-US" sz="960"/>
          </a:p>
        </p:txBody>
      </p:sp>
      <p:sp>
        <p:nvSpPr>
          <p:cNvPr id="47" name="Text 45"/>
          <p:cNvSpPr/>
          <p:nvPr/>
        </p:nvSpPr>
        <p:spPr>
          <a:xfrm>
            <a:off x="59618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Every proposed rating is linked to supporting evidence in the submitted plan.</a:t>
            </a:r>
            <a:endParaRPr lang="en-US" sz="740"/>
          </a:p>
        </p:txBody>
      </p:sp>
      <p:sp>
        <p:nvSpPr>
          <p:cNvPr id="48" name="Shape 46"/>
          <p:cNvSpPr/>
          <p:nvPr/>
        </p:nvSpPr>
        <p:spPr>
          <a:xfrm>
            <a:off x="7626096" y="4315968"/>
            <a:ext cx="0" cy="1353312"/>
          </a:xfrm>
          <a:prstGeom prst="line">
            <a:avLst/>
          </a:prstGeom>
          <a:noFill/>
          <a:ln w="12700">
            <a:solidFill>
              <a:srgbClr val="3B5B52"/>
            </a:solidFill>
            <a:prstDash val="solid"/>
          </a:ln>
        </p:spPr>
        <p:txBody>
          <a:bodyPr/>
          <a:lstStyle/>
          <a:p>
            <a:endParaRPr lang="en-GB"/>
          </a:p>
        </p:txBody>
      </p:sp>
      <p:sp>
        <p:nvSpPr>
          <p:cNvPr id="49" name="Text 47"/>
          <p:cNvSpPr/>
          <p:nvPr/>
        </p:nvSpPr>
        <p:spPr>
          <a:xfrm>
            <a:off x="77906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03</a:t>
            </a:r>
            <a:endParaRPr lang="en-US" sz="620"/>
          </a:p>
        </p:txBody>
      </p:sp>
      <p:sp>
        <p:nvSpPr>
          <p:cNvPr id="50" name="Text 48"/>
          <p:cNvSpPr/>
          <p:nvPr/>
        </p:nvSpPr>
        <p:spPr>
          <a:xfrm>
            <a:off x="7790688" y="4462272"/>
            <a:ext cx="1572768" cy="292608"/>
          </a:xfrm>
          <a:prstGeom prst="rect">
            <a:avLst/>
          </a:prstGeom>
          <a:noFill/>
          <a:ln>
            <a:noFill/>
          </a:ln>
        </p:spPr>
        <p:txBody>
          <a:bodyPr wrap="square" lIns="0" tIns="0" rIns="0" bIns="0" rtlCol="0" anchor="ctr">
            <a:normAutofit fontScale="92500" lnSpcReduction="20000"/>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Human oversight retained</a:t>
            </a:r>
            <a:endParaRPr lang="en-US" sz="960"/>
          </a:p>
        </p:txBody>
      </p:sp>
      <p:sp>
        <p:nvSpPr>
          <p:cNvPr id="51" name="Text 49"/>
          <p:cNvSpPr/>
          <p:nvPr/>
        </p:nvSpPr>
        <p:spPr>
          <a:xfrm>
            <a:off x="77906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AI outputs remain drafts; assessors validate and amend every conclusion.</a:t>
            </a:r>
            <a:endParaRPr lang="en-US" sz="740"/>
          </a:p>
        </p:txBody>
      </p:sp>
      <p:sp>
        <p:nvSpPr>
          <p:cNvPr id="52" name="Shape 50"/>
          <p:cNvSpPr/>
          <p:nvPr/>
        </p:nvSpPr>
        <p:spPr>
          <a:xfrm>
            <a:off x="9454896" y="4315968"/>
            <a:ext cx="0" cy="1353312"/>
          </a:xfrm>
          <a:prstGeom prst="line">
            <a:avLst/>
          </a:prstGeom>
          <a:noFill/>
          <a:ln w="12700">
            <a:solidFill>
              <a:srgbClr val="3B5B52"/>
            </a:solidFill>
            <a:prstDash val="solid"/>
          </a:ln>
        </p:spPr>
        <p:txBody>
          <a:bodyPr/>
          <a:lstStyle/>
          <a:p>
            <a:endParaRPr lang="en-GB"/>
          </a:p>
        </p:txBody>
      </p:sp>
      <p:sp>
        <p:nvSpPr>
          <p:cNvPr id="53" name="Text 51"/>
          <p:cNvSpPr/>
          <p:nvPr/>
        </p:nvSpPr>
        <p:spPr>
          <a:xfrm>
            <a:off x="96194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04</a:t>
            </a:r>
            <a:endParaRPr lang="en-US" sz="620"/>
          </a:p>
        </p:txBody>
      </p:sp>
      <p:sp>
        <p:nvSpPr>
          <p:cNvPr id="54" name="Text 52"/>
          <p:cNvSpPr/>
          <p:nvPr/>
        </p:nvSpPr>
        <p:spPr>
          <a:xfrm>
            <a:off x="9619488" y="4462272"/>
            <a:ext cx="1572768" cy="29260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Reusable architecture</a:t>
            </a:r>
            <a:endParaRPr lang="en-US" sz="960"/>
          </a:p>
        </p:txBody>
      </p:sp>
      <p:sp>
        <p:nvSpPr>
          <p:cNvPr id="55" name="Text 53"/>
          <p:cNvSpPr/>
          <p:nvPr/>
        </p:nvSpPr>
        <p:spPr>
          <a:xfrm>
            <a:off x="96194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Model-agnostic deployment supports different hardware and future reporting dataflows.</a:t>
            </a:r>
            <a:endParaRPr lang="en-US" sz="740"/>
          </a:p>
        </p:txBody>
      </p:sp>
      <p:sp>
        <p:nvSpPr>
          <p:cNvPr id="56" name="Slide Number Placeholder 0"/>
          <p:cNvSpPr>
            <a:spLocks noGrp="1"/>
          </p:cNvSpPr>
          <p:nvPr>
            <p:ph type="sldNum" sz="quarter" idx="4294967295"/>
          </p:nvPr>
        </p:nvSpPr>
        <p:spPr>
          <a:xfrm>
            <a:off x="11686032" y="6510528"/>
            <a:ext cx="182880" cy="164592"/>
          </a:xfrm>
          <a:prstGeom prst="rect">
            <a:avLst/>
          </a:prstGeom>
          <a:extLst>
            <a:ext uri="{C572A759-6A51-4108-AA02-DFA0A04FC94B}">
              <ma14:wrappingTextBoxFlag xmlns:ma14="http://schemas.microsoft.com/office/mac/drawingml/2011/main" xmlns="" val="0"/>
            </a:ext>
          </a:extLst>
        </p:spPr>
        <p:txBody>
          <a:bodyPr/>
          <a:lstStyle>
            <a:lvl1pPr>
              <a:defRPr sz="550">
                <a:solidFill>
                  <a:srgbClr val="70847E"/>
                </a:solidFill>
              </a:defRPr>
            </a:lvl1pPr>
          </a:lstStyle>
          <a:p>
            <a:pPr algn="l"/>
            <a:fld id="{F7021451-1387-4CA6-816F-3879F97B5CBC}" type="slidenum">
              <a:rPr lang="en-US" b="0"/>
              <a:t>17</a:t>
            </a:fld>
            <a:endParaRPr lang="en-US"/>
          </a:p>
        </p:txBody>
      </p:sp>
      <p:sp>
        <p:nvSpPr>
          <p:cNvPr id="58" name="Text 4">
            <a:extLst>
              <a:ext uri="{FF2B5EF4-FFF2-40B4-BE49-F238E27FC236}">
                <a16:creationId xmlns:a16="http://schemas.microsoft.com/office/drawing/2014/main" id="{BE8CA6B6-6F3D-232B-8561-1C175AA9288A}"/>
              </a:ext>
            </a:extLst>
          </p:cNvPr>
          <p:cNvSpPr/>
          <p:nvPr/>
        </p:nvSpPr>
        <p:spPr>
          <a:xfrm>
            <a:off x="9294724" y="444336"/>
            <a:ext cx="2194660" cy="347472"/>
          </a:xfrm>
          <a:prstGeom prst="rect">
            <a:avLst/>
          </a:prstGeom>
          <a:noFill/>
          <a:ln>
            <a:noFill/>
          </a:ln>
        </p:spPr>
        <p:txBody>
          <a:bodyPr wrap="square" lIns="0" tIns="0" rIns="0" bIns="0" rtlCol="0" anchor="ctr">
            <a:normAutofit/>
          </a:bodyPr>
          <a:lstStyle/>
          <a:p>
            <a:pPr marL="0" indent="0" algn="ctr">
              <a:spcBef>
                <a:spcPts val="0"/>
              </a:spcBef>
              <a:spcAft>
                <a:spcPts val="0"/>
              </a:spcAft>
              <a:buNone/>
            </a:pPr>
            <a:r>
              <a:rPr lang="en-US" sz="1150" b="1" i="0" dirty="0">
                <a:solidFill>
                  <a:srgbClr val="14352D"/>
                </a:solidFill>
                <a:latin typeface="Aptos" pitchFamily="34" charset="0"/>
                <a:ea typeface="Aptos" pitchFamily="34" charset="-122"/>
                <a:cs typeface="Aptos" pitchFamily="34" charset="-120"/>
              </a:rPr>
              <a:t>AI Applications &amp; Value Creation</a:t>
            </a:r>
            <a:endParaRPr lang="en-US" sz="710" dirty="0"/>
          </a:p>
        </p:txBody>
      </p:sp>
    </p:spTree>
    <p:extLst>
      <p:ext uri="{BB962C8B-B14F-4D97-AF65-F5344CB8AC3E}">
        <p14:creationId xmlns:p14="http://schemas.microsoft.com/office/powerpoint/2010/main" val="31412735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1" cy="1"/>
          <a:chOff x="0" y="0"/>
          <a:chExt cx="1" cy="1"/>
        </a:xfrm>
      </p:grpSpPr>
      <p:sp>
        <p:nvSpPr>
          <p:cNvPr id="2" name="Text 0"/>
          <p:cNvSpPr/>
          <p:nvPr/>
        </p:nvSpPr>
        <p:spPr>
          <a:xfrm>
            <a:off x="530352" y="274320"/>
            <a:ext cx="7863840" cy="56692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2200" b="1" i="0">
                <a:solidFill>
                  <a:srgbClr val="14352D"/>
                </a:solidFill>
                <a:latin typeface="Aptos Display" pitchFamily="34" charset="0"/>
                <a:ea typeface="Aptos" pitchFamily="34" charset="-122"/>
                <a:cs typeface="Aptos" pitchFamily="34" charset="-120"/>
              </a:rPr>
              <a:t>From API complexity to plain-language water status</a:t>
            </a:r>
            <a:endParaRPr lang="en-US" sz="1850"/>
          </a:p>
        </p:txBody>
      </p:sp>
      <p:sp>
        <p:nvSpPr>
          <p:cNvPr id="3" name="Text 1"/>
          <p:cNvSpPr/>
          <p:nvPr/>
        </p:nvSpPr>
        <p:spPr>
          <a:xfrm>
            <a:off x="530352" y="730616"/>
            <a:ext cx="6746463" cy="21031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b="0" i="0">
                <a:solidFill>
                  <a:srgbClr val="55716A"/>
                </a:solidFill>
                <a:latin typeface="Aptos" pitchFamily="34" charset="0"/>
                <a:ea typeface="Aptos" pitchFamily="34" charset="-122"/>
                <a:cs typeface="Aptos" pitchFamily="34" charset="-120"/>
              </a:rPr>
              <a:t>POC hydrological state reporting using an MCP server for VMM data</a:t>
            </a:r>
            <a:endParaRPr lang="en-US"/>
          </a:p>
        </p:txBody>
      </p:sp>
      <p:sp>
        <p:nvSpPr>
          <p:cNvPr id="4" name="Shape 2"/>
          <p:cNvSpPr/>
          <p:nvPr/>
        </p:nvSpPr>
        <p:spPr>
          <a:xfrm>
            <a:off x="9144000" y="329184"/>
            <a:ext cx="2496312" cy="566928"/>
          </a:xfrm>
          <a:prstGeom prst="roundRect">
            <a:avLst>
              <a:gd name="adj" fmla="val 8696"/>
            </a:avLst>
          </a:prstGeom>
          <a:solidFill>
            <a:srgbClr val="DFF2EA"/>
          </a:solidFill>
          <a:ln w="12700">
            <a:solidFill>
              <a:srgbClr val="9ACDBD"/>
            </a:solidFill>
            <a:prstDash val="solid"/>
          </a:ln>
        </p:spPr>
        <p:txBody>
          <a:bodyPr/>
          <a:lstStyle/>
          <a:p>
            <a:endParaRPr lang="en-GB"/>
          </a:p>
        </p:txBody>
      </p:sp>
      <p:sp>
        <p:nvSpPr>
          <p:cNvPr id="6" name="Text 4"/>
          <p:cNvSpPr/>
          <p:nvPr/>
        </p:nvSpPr>
        <p:spPr>
          <a:xfrm>
            <a:off x="9294724" y="444336"/>
            <a:ext cx="2194660" cy="347472"/>
          </a:xfrm>
          <a:prstGeom prst="rect">
            <a:avLst/>
          </a:prstGeom>
          <a:noFill/>
          <a:ln>
            <a:noFill/>
          </a:ln>
        </p:spPr>
        <p:txBody>
          <a:bodyPr wrap="square" lIns="0" tIns="0" rIns="0" bIns="0" rtlCol="0" anchor="ctr">
            <a:normAutofit/>
          </a:bodyPr>
          <a:lstStyle/>
          <a:p>
            <a:pPr marL="0" indent="0" algn="ctr">
              <a:spcBef>
                <a:spcPts val="0"/>
              </a:spcBef>
              <a:spcAft>
                <a:spcPts val="0"/>
              </a:spcAft>
              <a:buNone/>
            </a:pPr>
            <a:r>
              <a:rPr lang="en-US" sz="1150" b="1" i="0" dirty="0">
                <a:solidFill>
                  <a:srgbClr val="14352D"/>
                </a:solidFill>
                <a:latin typeface="Aptos" pitchFamily="34" charset="0"/>
                <a:ea typeface="Aptos" pitchFamily="34" charset="-122"/>
                <a:cs typeface="Aptos" pitchFamily="34" charset="-120"/>
              </a:rPr>
              <a:t>AI Applications &amp; Value Creation</a:t>
            </a:r>
            <a:endParaRPr lang="en-US" sz="710" dirty="0"/>
          </a:p>
        </p:txBody>
      </p:sp>
      <p:sp>
        <p:nvSpPr>
          <p:cNvPr id="7" name="Shape 5"/>
          <p:cNvSpPr/>
          <p:nvPr/>
        </p:nvSpPr>
        <p:spPr>
          <a:xfrm>
            <a:off x="548640" y="1234440"/>
            <a:ext cx="3547872" cy="1060704"/>
          </a:xfrm>
          <a:prstGeom prst="roundRect">
            <a:avLst>
              <a:gd name="adj" fmla="val 4255"/>
            </a:avLst>
          </a:prstGeom>
          <a:solidFill>
            <a:srgbClr val="EAF4F0"/>
          </a:solidFill>
          <a:ln w="10160">
            <a:solidFill>
              <a:srgbClr val="C8D8D2"/>
            </a:solidFill>
            <a:prstDash val="solid"/>
          </a:ln>
        </p:spPr>
        <p:txBody>
          <a:bodyPr/>
          <a:lstStyle/>
          <a:p>
            <a:endParaRPr lang="en-GB"/>
          </a:p>
        </p:txBody>
      </p:sp>
      <p:sp>
        <p:nvSpPr>
          <p:cNvPr id="8" name="Shape 6"/>
          <p:cNvSpPr/>
          <p:nvPr/>
        </p:nvSpPr>
        <p:spPr>
          <a:xfrm>
            <a:off x="713232"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9" name="Text 7"/>
          <p:cNvSpPr/>
          <p:nvPr/>
        </p:nvSpPr>
        <p:spPr>
          <a:xfrm>
            <a:off x="713232"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2</a:t>
            </a:r>
            <a:endParaRPr lang="en-US" sz="650"/>
          </a:p>
        </p:txBody>
      </p:sp>
      <p:sp>
        <p:nvSpPr>
          <p:cNvPr id="10" name="Text 8"/>
          <p:cNvSpPr/>
          <p:nvPr/>
        </p:nvSpPr>
        <p:spPr>
          <a:xfrm>
            <a:off x="1115568"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Challenge / opportunity</a:t>
            </a:r>
            <a:endParaRPr lang="en-US" sz="860"/>
          </a:p>
        </p:txBody>
      </p:sp>
      <p:sp>
        <p:nvSpPr>
          <p:cNvPr id="11" name="Text 9"/>
          <p:cNvSpPr/>
          <p:nvPr/>
        </p:nvSpPr>
        <p:spPr>
          <a:xfrm>
            <a:off x="731520" y="1719072"/>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Water information is exposed through the </a:t>
            </a:r>
            <a:r>
              <a:rPr lang="en-US" sz="1000" b="0" i="0" dirty="0" err="1">
                <a:solidFill>
                  <a:srgbClr val="344A44"/>
                </a:solidFill>
                <a:latin typeface="Aptos" pitchFamily="34" charset="0"/>
                <a:ea typeface="Aptos" pitchFamily="34" charset="-122"/>
                <a:cs typeface="Aptos" pitchFamily="34" charset="-120"/>
              </a:rPr>
              <a:t>KiWIS</a:t>
            </a:r>
            <a:r>
              <a:rPr lang="en-US" sz="1000" b="0" i="0" dirty="0">
                <a:solidFill>
                  <a:srgbClr val="344A44"/>
                </a:solidFill>
                <a:latin typeface="Aptos" pitchFamily="34" charset="0"/>
                <a:ea typeface="Aptos" pitchFamily="34" charset="-122"/>
                <a:cs typeface="Aptos" pitchFamily="34" charset="-120"/>
              </a:rPr>
              <a:t> REST API, while hydrological reporting requires manual cross-checking across stations, catchments and external sources.</a:t>
            </a:r>
            <a:endParaRPr lang="en-US" sz="1000" dirty="0"/>
          </a:p>
        </p:txBody>
      </p:sp>
      <p:sp>
        <p:nvSpPr>
          <p:cNvPr id="12" name="Shape 10"/>
          <p:cNvSpPr/>
          <p:nvPr/>
        </p:nvSpPr>
        <p:spPr>
          <a:xfrm>
            <a:off x="4315968" y="1234440"/>
            <a:ext cx="3547872" cy="1060704"/>
          </a:xfrm>
          <a:prstGeom prst="roundRect">
            <a:avLst>
              <a:gd name="adj" fmla="val 4255"/>
            </a:avLst>
          </a:prstGeom>
          <a:solidFill>
            <a:srgbClr val="EAF4F0"/>
          </a:solidFill>
          <a:ln w="10160">
            <a:solidFill>
              <a:srgbClr val="C8D8D2"/>
            </a:solidFill>
            <a:prstDash val="solid"/>
          </a:ln>
        </p:spPr>
        <p:txBody>
          <a:bodyPr/>
          <a:lstStyle/>
          <a:p>
            <a:endParaRPr lang="en-GB"/>
          </a:p>
        </p:txBody>
      </p:sp>
      <p:sp>
        <p:nvSpPr>
          <p:cNvPr id="13" name="Shape 11"/>
          <p:cNvSpPr/>
          <p:nvPr/>
        </p:nvSpPr>
        <p:spPr>
          <a:xfrm>
            <a:off x="4480560"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14" name="Text 12"/>
          <p:cNvSpPr/>
          <p:nvPr/>
        </p:nvSpPr>
        <p:spPr>
          <a:xfrm>
            <a:off x="4480560"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3</a:t>
            </a:r>
            <a:endParaRPr lang="en-US" sz="650"/>
          </a:p>
        </p:txBody>
      </p:sp>
      <p:sp>
        <p:nvSpPr>
          <p:cNvPr id="15" name="Text 13"/>
          <p:cNvSpPr/>
          <p:nvPr/>
        </p:nvSpPr>
        <p:spPr>
          <a:xfrm>
            <a:off x="4882896"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dirty="0">
                <a:solidFill>
                  <a:srgbClr val="14352D"/>
                </a:solidFill>
                <a:latin typeface="Aptos" pitchFamily="34" charset="0"/>
                <a:ea typeface="Aptos" pitchFamily="34" charset="-122"/>
                <a:cs typeface="Aptos" pitchFamily="34" charset="-120"/>
              </a:rPr>
              <a:t>Proposed use of AI</a:t>
            </a:r>
            <a:endParaRPr lang="en-US" sz="860" dirty="0"/>
          </a:p>
        </p:txBody>
      </p:sp>
      <p:sp>
        <p:nvSpPr>
          <p:cNvPr id="16" name="Text 14"/>
          <p:cNvSpPr/>
          <p:nvPr/>
        </p:nvSpPr>
        <p:spPr>
          <a:xfrm>
            <a:off x="4498848" y="1719072"/>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An MCP server exposes selected waterinfo.be API functions as trusted tools for an LLM that can retrieve, compare and explain current hydrological observations.</a:t>
            </a:r>
            <a:endParaRPr lang="en-US" sz="1000" dirty="0"/>
          </a:p>
        </p:txBody>
      </p:sp>
      <p:sp>
        <p:nvSpPr>
          <p:cNvPr id="17" name="Shape 15"/>
          <p:cNvSpPr/>
          <p:nvPr/>
        </p:nvSpPr>
        <p:spPr>
          <a:xfrm>
            <a:off x="8083296" y="1234440"/>
            <a:ext cx="3547872" cy="1060704"/>
          </a:xfrm>
          <a:prstGeom prst="roundRect">
            <a:avLst>
              <a:gd name="adj" fmla="val 4255"/>
            </a:avLst>
          </a:prstGeom>
          <a:solidFill>
            <a:srgbClr val="EAF4F0"/>
          </a:solidFill>
          <a:ln w="10160">
            <a:solidFill>
              <a:srgbClr val="C8D8D2"/>
            </a:solidFill>
            <a:prstDash val="solid"/>
          </a:ln>
        </p:spPr>
        <p:txBody>
          <a:bodyPr/>
          <a:lstStyle/>
          <a:p>
            <a:endParaRPr lang="en-GB"/>
          </a:p>
        </p:txBody>
      </p:sp>
      <p:sp>
        <p:nvSpPr>
          <p:cNvPr id="18" name="Shape 16"/>
          <p:cNvSpPr/>
          <p:nvPr/>
        </p:nvSpPr>
        <p:spPr>
          <a:xfrm>
            <a:off x="8247888"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19" name="Text 17"/>
          <p:cNvSpPr/>
          <p:nvPr/>
        </p:nvSpPr>
        <p:spPr>
          <a:xfrm>
            <a:off x="8247888"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4</a:t>
            </a:r>
            <a:endParaRPr lang="en-US" sz="650"/>
          </a:p>
        </p:txBody>
      </p:sp>
      <p:sp>
        <p:nvSpPr>
          <p:cNvPr id="20" name="Text 18"/>
          <p:cNvSpPr/>
          <p:nvPr/>
        </p:nvSpPr>
        <p:spPr>
          <a:xfrm>
            <a:off x="8650224"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Scope</a:t>
            </a:r>
            <a:endParaRPr lang="en-US" sz="860"/>
          </a:p>
        </p:txBody>
      </p:sp>
      <p:sp>
        <p:nvSpPr>
          <p:cNvPr id="21" name="Text 19"/>
          <p:cNvSpPr/>
          <p:nvPr/>
        </p:nvSpPr>
        <p:spPr>
          <a:xfrm>
            <a:off x="8266176" y="1719072"/>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Proof of concept for levels, discharge, precipitation, physical and chemical parameters, and radar-derived QPE. Focus on retrieval, synthesis and bulletin drafting.</a:t>
            </a:r>
            <a:endParaRPr lang="en-US" sz="1000" dirty="0"/>
          </a:p>
        </p:txBody>
      </p:sp>
      <p:sp>
        <p:nvSpPr>
          <p:cNvPr id="22" name="Shape 20"/>
          <p:cNvSpPr/>
          <p:nvPr/>
        </p:nvSpPr>
        <p:spPr>
          <a:xfrm>
            <a:off x="548640" y="2487168"/>
            <a:ext cx="3547872" cy="1060704"/>
          </a:xfrm>
          <a:prstGeom prst="roundRect">
            <a:avLst>
              <a:gd name="adj" fmla="val 4255"/>
            </a:avLst>
          </a:prstGeom>
          <a:solidFill>
            <a:srgbClr val="EAF4F0"/>
          </a:solidFill>
          <a:ln w="10160">
            <a:solidFill>
              <a:srgbClr val="C8D8D2"/>
            </a:solidFill>
            <a:prstDash val="solid"/>
          </a:ln>
        </p:spPr>
        <p:txBody>
          <a:bodyPr/>
          <a:lstStyle/>
          <a:p>
            <a:endParaRPr lang="en-GB"/>
          </a:p>
        </p:txBody>
      </p:sp>
      <p:sp>
        <p:nvSpPr>
          <p:cNvPr id="23" name="Shape 21"/>
          <p:cNvSpPr/>
          <p:nvPr/>
        </p:nvSpPr>
        <p:spPr>
          <a:xfrm>
            <a:off x="713232"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24" name="Text 22"/>
          <p:cNvSpPr/>
          <p:nvPr/>
        </p:nvSpPr>
        <p:spPr>
          <a:xfrm>
            <a:off x="713232"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5</a:t>
            </a:r>
            <a:endParaRPr lang="en-US" sz="650"/>
          </a:p>
        </p:txBody>
      </p:sp>
      <p:sp>
        <p:nvSpPr>
          <p:cNvPr id="25" name="Text 23"/>
          <p:cNvSpPr/>
          <p:nvPr/>
        </p:nvSpPr>
        <p:spPr>
          <a:xfrm>
            <a:off x="1115568"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Expected outcome</a:t>
            </a:r>
            <a:endParaRPr lang="en-US" sz="860"/>
          </a:p>
        </p:txBody>
      </p:sp>
      <p:sp>
        <p:nvSpPr>
          <p:cNvPr id="26" name="Text 24"/>
          <p:cNvSpPr/>
          <p:nvPr/>
        </p:nvSpPr>
        <p:spPr>
          <a:xfrm>
            <a:off x="731520" y="2971800"/>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Faster preparation of hydrological state reports and rapid, plain-language answers for management, crisis cells and partner agencies.</a:t>
            </a:r>
            <a:endParaRPr lang="en-US" sz="1000" dirty="0"/>
          </a:p>
        </p:txBody>
      </p:sp>
      <p:sp>
        <p:nvSpPr>
          <p:cNvPr id="27" name="Shape 25"/>
          <p:cNvSpPr/>
          <p:nvPr/>
        </p:nvSpPr>
        <p:spPr>
          <a:xfrm>
            <a:off x="4315968" y="2487168"/>
            <a:ext cx="3547872" cy="1060704"/>
          </a:xfrm>
          <a:prstGeom prst="roundRect">
            <a:avLst>
              <a:gd name="adj" fmla="val 4255"/>
            </a:avLst>
          </a:prstGeom>
          <a:solidFill>
            <a:srgbClr val="EAF4F0"/>
          </a:solidFill>
          <a:ln w="10160">
            <a:solidFill>
              <a:srgbClr val="C8D8D2"/>
            </a:solidFill>
            <a:prstDash val="solid"/>
          </a:ln>
        </p:spPr>
        <p:txBody>
          <a:bodyPr/>
          <a:lstStyle/>
          <a:p>
            <a:endParaRPr lang="en-GB"/>
          </a:p>
        </p:txBody>
      </p:sp>
      <p:sp>
        <p:nvSpPr>
          <p:cNvPr id="28" name="Shape 26"/>
          <p:cNvSpPr/>
          <p:nvPr/>
        </p:nvSpPr>
        <p:spPr>
          <a:xfrm>
            <a:off x="4480560"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29" name="Text 27"/>
          <p:cNvSpPr/>
          <p:nvPr/>
        </p:nvSpPr>
        <p:spPr>
          <a:xfrm>
            <a:off x="4480560"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6</a:t>
            </a:r>
            <a:endParaRPr lang="en-US" sz="650"/>
          </a:p>
        </p:txBody>
      </p:sp>
      <p:sp>
        <p:nvSpPr>
          <p:cNvPr id="30" name="Text 28"/>
          <p:cNvSpPr/>
          <p:nvPr/>
        </p:nvSpPr>
        <p:spPr>
          <a:xfrm>
            <a:off x="4882896"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Environmental + digital contribution</a:t>
            </a:r>
            <a:endParaRPr lang="en-US" sz="860"/>
          </a:p>
        </p:txBody>
      </p:sp>
      <p:sp>
        <p:nvSpPr>
          <p:cNvPr id="31" name="Text 29"/>
          <p:cNvSpPr/>
          <p:nvPr/>
        </p:nvSpPr>
        <p:spPr>
          <a:xfrm>
            <a:off x="4498848" y="2971800"/>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Improves access to operational water intelligence while reusing existing APIs and testing a standards-based path for LLM-enabled public-sector data services.</a:t>
            </a:r>
            <a:endParaRPr lang="en-US" sz="1000" dirty="0"/>
          </a:p>
        </p:txBody>
      </p:sp>
      <p:sp>
        <p:nvSpPr>
          <p:cNvPr id="32" name="Shape 30"/>
          <p:cNvSpPr/>
          <p:nvPr/>
        </p:nvSpPr>
        <p:spPr>
          <a:xfrm>
            <a:off x="8083296" y="2487168"/>
            <a:ext cx="3547872" cy="1060704"/>
          </a:xfrm>
          <a:prstGeom prst="roundRect">
            <a:avLst>
              <a:gd name="adj" fmla="val 4255"/>
            </a:avLst>
          </a:prstGeom>
          <a:solidFill>
            <a:srgbClr val="EAF4F0"/>
          </a:solidFill>
          <a:ln w="10160">
            <a:solidFill>
              <a:srgbClr val="C8D8D2"/>
            </a:solidFill>
            <a:prstDash val="solid"/>
          </a:ln>
        </p:spPr>
        <p:txBody>
          <a:bodyPr/>
          <a:lstStyle/>
          <a:p>
            <a:endParaRPr lang="en-GB"/>
          </a:p>
        </p:txBody>
      </p:sp>
      <p:sp>
        <p:nvSpPr>
          <p:cNvPr id="33" name="Shape 31"/>
          <p:cNvSpPr/>
          <p:nvPr/>
        </p:nvSpPr>
        <p:spPr>
          <a:xfrm>
            <a:off x="8247888"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34" name="Text 32"/>
          <p:cNvSpPr/>
          <p:nvPr/>
        </p:nvSpPr>
        <p:spPr>
          <a:xfrm>
            <a:off x="8247888"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7</a:t>
            </a:r>
            <a:endParaRPr lang="en-US" sz="650"/>
          </a:p>
        </p:txBody>
      </p:sp>
      <p:sp>
        <p:nvSpPr>
          <p:cNvPr id="35" name="Text 33"/>
          <p:cNvSpPr/>
          <p:nvPr/>
        </p:nvSpPr>
        <p:spPr>
          <a:xfrm>
            <a:off x="8650224"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Key conditions</a:t>
            </a:r>
            <a:endParaRPr lang="en-US" sz="860"/>
          </a:p>
        </p:txBody>
      </p:sp>
      <p:sp>
        <p:nvSpPr>
          <p:cNvPr id="36" name="Text 34"/>
          <p:cNvSpPr/>
          <p:nvPr/>
        </p:nvSpPr>
        <p:spPr>
          <a:xfrm>
            <a:off x="8266176" y="2971800"/>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Authoritative station metadata, reliable API access, clear source and timestamp display, controlled tool permissions, and expert validation before operational use.</a:t>
            </a:r>
            <a:endParaRPr lang="en-US" sz="1000" dirty="0"/>
          </a:p>
        </p:txBody>
      </p:sp>
      <p:sp>
        <p:nvSpPr>
          <p:cNvPr id="37" name="Shape 35"/>
          <p:cNvSpPr/>
          <p:nvPr/>
        </p:nvSpPr>
        <p:spPr>
          <a:xfrm>
            <a:off x="548640" y="3822192"/>
            <a:ext cx="11082528" cy="2331720"/>
          </a:xfrm>
          <a:prstGeom prst="roundRect">
            <a:avLst>
              <a:gd name="adj" fmla="val 1111"/>
            </a:avLst>
          </a:prstGeom>
          <a:solidFill>
            <a:srgbClr val="14352D"/>
          </a:solidFill>
          <a:ln w="12700">
            <a:solidFill>
              <a:srgbClr val="14352D"/>
            </a:solidFill>
            <a:prstDash val="solid"/>
          </a:ln>
        </p:spPr>
        <p:txBody>
          <a:bodyPr/>
          <a:lstStyle/>
          <a:p>
            <a:endParaRPr lang="en-GB"/>
          </a:p>
        </p:txBody>
      </p:sp>
      <p:sp>
        <p:nvSpPr>
          <p:cNvPr id="38" name="Text 36"/>
          <p:cNvSpPr/>
          <p:nvPr/>
        </p:nvSpPr>
        <p:spPr>
          <a:xfrm>
            <a:off x="822960" y="4096512"/>
            <a:ext cx="2057400"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000" b="1" i="0" kern="0" spc="160">
                <a:solidFill>
                  <a:srgbClr val="8ED3BE"/>
                </a:solidFill>
                <a:latin typeface="Aptos" pitchFamily="34" charset="0"/>
                <a:ea typeface="Aptos" pitchFamily="34" charset="-122"/>
                <a:cs typeface="Aptos" pitchFamily="34" charset="-120"/>
              </a:rPr>
              <a:t>MAIN TAKEAWAYS</a:t>
            </a:r>
            <a:endParaRPr lang="en-US" sz="600"/>
          </a:p>
        </p:txBody>
      </p:sp>
      <p:sp>
        <p:nvSpPr>
          <p:cNvPr id="39" name="Text 37"/>
          <p:cNvSpPr/>
          <p:nvPr/>
        </p:nvSpPr>
        <p:spPr>
          <a:xfrm>
            <a:off x="822960" y="4379976"/>
            <a:ext cx="2971800" cy="61264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750" b="1" i="0">
                <a:solidFill>
                  <a:srgbClr val="FFFFFF"/>
                </a:solidFill>
                <a:latin typeface="Aptos Display" pitchFamily="34" charset="0"/>
                <a:ea typeface="Aptos" pitchFamily="34" charset="-122"/>
                <a:cs typeface="Aptos" pitchFamily="34" charset="-120"/>
              </a:rPr>
              <a:t>Water status,</a:t>
            </a:r>
            <a:endParaRPr lang="en-US" sz="1650"/>
          </a:p>
          <a:p>
            <a:pPr marL="0" indent="0" algn="l">
              <a:spcBef>
                <a:spcPts val="0"/>
              </a:spcBef>
              <a:spcAft>
                <a:spcPts val="0"/>
              </a:spcAft>
              <a:buNone/>
            </a:pPr>
            <a:r>
              <a:rPr lang="en-US" sz="1750" b="1" i="0">
                <a:solidFill>
                  <a:srgbClr val="FFFFFF"/>
                </a:solidFill>
                <a:latin typeface="Aptos Display" pitchFamily="34" charset="0"/>
                <a:ea typeface="Aptos" pitchFamily="34" charset="-122"/>
                <a:cs typeface="Aptos" pitchFamily="34" charset="-120"/>
              </a:rPr>
              <a:t>without the API barrier</a:t>
            </a:r>
            <a:endParaRPr lang="en-US" sz="1650"/>
          </a:p>
        </p:txBody>
      </p:sp>
      <p:sp>
        <p:nvSpPr>
          <p:cNvPr id="40" name="Text 38"/>
          <p:cNvSpPr/>
          <p:nvPr/>
        </p:nvSpPr>
        <p:spPr>
          <a:xfrm>
            <a:off x="822960" y="5093208"/>
            <a:ext cx="2880360" cy="566928"/>
          </a:xfrm>
          <a:prstGeom prst="rect">
            <a:avLst/>
          </a:prstGeom>
          <a:noFill/>
          <a:ln>
            <a:noFill/>
          </a:ln>
        </p:spPr>
        <p:txBody>
          <a:bodyPr wrap="square" lIns="0" tIns="0" rIns="0" bIns="0" rtlCol="0" anchor="ctr">
            <a:normAutofit fontScale="92500" lnSpcReduction="10000"/>
          </a:bodyPr>
          <a:lstStyle/>
          <a:p>
            <a:pPr marL="0" indent="0" algn="l">
              <a:spcBef>
                <a:spcPts val="0"/>
              </a:spcBef>
              <a:spcAft>
                <a:spcPts val="0"/>
              </a:spcAft>
              <a:buNone/>
            </a:pPr>
            <a:r>
              <a:rPr lang="en-US" sz="1100" b="0" i="0">
                <a:solidFill>
                  <a:srgbClr val="D7E5E0"/>
                </a:solidFill>
                <a:latin typeface="Aptos" pitchFamily="34" charset="0"/>
                <a:ea typeface="Aptos" pitchFamily="34" charset="-122"/>
                <a:cs typeface="Aptos" pitchFamily="34" charset="-120"/>
              </a:rPr>
              <a:t>The POC turns live VMM measurements into rapid, source-grounded hydrological summaries while keeping interpretation and reporting under expert control.</a:t>
            </a:r>
            <a:endParaRPr lang="en-US" sz="830"/>
          </a:p>
        </p:txBody>
      </p:sp>
      <p:sp>
        <p:nvSpPr>
          <p:cNvPr id="41" name="Text 39"/>
          <p:cNvSpPr/>
          <p:nvPr/>
        </p:nvSpPr>
        <p:spPr>
          <a:xfrm>
            <a:off x="41330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01</a:t>
            </a:r>
            <a:endParaRPr lang="en-US" sz="680"/>
          </a:p>
        </p:txBody>
      </p:sp>
      <p:sp>
        <p:nvSpPr>
          <p:cNvPr id="42" name="Text 40"/>
          <p:cNvSpPr/>
          <p:nvPr/>
        </p:nvSpPr>
        <p:spPr>
          <a:xfrm>
            <a:off x="4133088" y="4462272"/>
            <a:ext cx="1572768" cy="29260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Faster reporting</a:t>
            </a:r>
            <a:endParaRPr lang="en-US" sz="910"/>
          </a:p>
        </p:txBody>
      </p:sp>
      <p:sp>
        <p:nvSpPr>
          <p:cNvPr id="43" name="Text 41"/>
          <p:cNvSpPr/>
          <p:nvPr/>
        </p:nvSpPr>
        <p:spPr>
          <a:xfrm>
            <a:off x="41330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Reduces manual cross-referencing across stations, catchments and data sources.</a:t>
            </a:r>
            <a:endParaRPr lang="en-US" sz="780"/>
          </a:p>
        </p:txBody>
      </p:sp>
      <p:sp>
        <p:nvSpPr>
          <p:cNvPr id="44" name="Shape 42"/>
          <p:cNvSpPr/>
          <p:nvPr/>
        </p:nvSpPr>
        <p:spPr>
          <a:xfrm>
            <a:off x="5797296" y="4315968"/>
            <a:ext cx="0" cy="1353312"/>
          </a:xfrm>
          <a:prstGeom prst="line">
            <a:avLst/>
          </a:prstGeom>
          <a:noFill/>
          <a:ln w="12700">
            <a:solidFill>
              <a:srgbClr val="3B5B52"/>
            </a:solidFill>
            <a:prstDash val="solid"/>
          </a:ln>
        </p:spPr>
        <p:txBody>
          <a:bodyPr/>
          <a:lstStyle/>
          <a:p>
            <a:endParaRPr lang="en-GB"/>
          </a:p>
        </p:txBody>
      </p:sp>
      <p:sp>
        <p:nvSpPr>
          <p:cNvPr id="45" name="Text 43"/>
          <p:cNvSpPr/>
          <p:nvPr/>
        </p:nvSpPr>
        <p:spPr>
          <a:xfrm>
            <a:off x="59618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02</a:t>
            </a:r>
            <a:endParaRPr lang="en-US" sz="680"/>
          </a:p>
        </p:txBody>
      </p:sp>
      <p:sp>
        <p:nvSpPr>
          <p:cNvPr id="46" name="Text 44"/>
          <p:cNvSpPr/>
          <p:nvPr/>
        </p:nvSpPr>
        <p:spPr>
          <a:xfrm>
            <a:off x="5961888" y="4462272"/>
            <a:ext cx="1572768" cy="29260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API access simplified</a:t>
            </a:r>
            <a:endParaRPr lang="en-US" sz="910"/>
          </a:p>
        </p:txBody>
      </p:sp>
      <p:sp>
        <p:nvSpPr>
          <p:cNvPr id="47" name="Text 45"/>
          <p:cNvSpPr/>
          <p:nvPr/>
        </p:nvSpPr>
        <p:spPr>
          <a:xfrm>
            <a:off x="59618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Lets non-specialists ask plain-language questions without mastering KiWIS syntax.</a:t>
            </a:r>
            <a:endParaRPr lang="en-US" sz="780"/>
          </a:p>
        </p:txBody>
      </p:sp>
      <p:sp>
        <p:nvSpPr>
          <p:cNvPr id="48" name="Shape 46"/>
          <p:cNvSpPr/>
          <p:nvPr/>
        </p:nvSpPr>
        <p:spPr>
          <a:xfrm>
            <a:off x="7626096" y="4315968"/>
            <a:ext cx="0" cy="1353312"/>
          </a:xfrm>
          <a:prstGeom prst="line">
            <a:avLst/>
          </a:prstGeom>
          <a:noFill/>
          <a:ln w="12700">
            <a:solidFill>
              <a:srgbClr val="3B5B52"/>
            </a:solidFill>
            <a:prstDash val="solid"/>
          </a:ln>
        </p:spPr>
        <p:txBody>
          <a:bodyPr/>
          <a:lstStyle/>
          <a:p>
            <a:endParaRPr lang="en-GB"/>
          </a:p>
        </p:txBody>
      </p:sp>
      <p:sp>
        <p:nvSpPr>
          <p:cNvPr id="49" name="Text 47"/>
          <p:cNvSpPr/>
          <p:nvPr/>
        </p:nvSpPr>
        <p:spPr>
          <a:xfrm>
            <a:off x="77906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03</a:t>
            </a:r>
            <a:endParaRPr lang="en-US" sz="680"/>
          </a:p>
        </p:txBody>
      </p:sp>
      <p:sp>
        <p:nvSpPr>
          <p:cNvPr id="50" name="Text 48"/>
          <p:cNvSpPr/>
          <p:nvPr/>
        </p:nvSpPr>
        <p:spPr>
          <a:xfrm>
            <a:off x="7790688" y="4462272"/>
            <a:ext cx="1572768" cy="29260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Current evidence</a:t>
            </a:r>
            <a:endParaRPr lang="en-US" sz="910"/>
          </a:p>
        </p:txBody>
      </p:sp>
      <p:sp>
        <p:nvSpPr>
          <p:cNvPr id="51" name="Text 49"/>
          <p:cNvSpPr/>
          <p:nvPr/>
        </p:nvSpPr>
        <p:spPr>
          <a:xfrm>
            <a:off x="77906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Grounds summaries in selected live measurements with visible source and timing.</a:t>
            </a:r>
            <a:endParaRPr lang="en-US" sz="780"/>
          </a:p>
        </p:txBody>
      </p:sp>
      <p:sp>
        <p:nvSpPr>
          <p:cNvPr id="52" name="Shape 50"/>
          <p:cNvSpPr/>
          <p:nvPr/>
        </p:nvSpPr>
        <p:spPr>
          <a:xfrm>
            <a:off x="9454896" y="4315968"/>
            <a:ext cx="0" cy="1353312"/>
          </a:xfrm>
          <a:prstGeom prst="line">
            <a:avLst/>
          </a:prstGeom>
          <a:noFill/>
          <a:ln w="12700">
            <a:solidFill>
              <a:srgbClr val="3B5B52"/>
            </a:solidFill>
            <a:prstDash val="solid"/>
          </a:ln>
        </p:spPr>
        <p:txBody>
          <a:bodyPr/>
          <a:lstStyle/>
          <a:p>
            <a:endParaRPr lang="en-GB"/>
          </a:p>
        </p:txBody>
      </p:sp>
      <p:sp>
        <p:nvSpPr>
          <p:cNvPr id="53" name="Text 51"/>
          <p:cNvSpPr/>
          <p:nvPr/>
        </p:nvSpPr>
        <p:spPr>
          <a:xfrm>
            <a:off x="96194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04</a:t>
            </a:r>
            <a:endParaRPr lang="en-US" sz="680"/>
          </a:p>
        </p:txBody>
      </p:sp>
      <p:sp>
        <p:nvSpPr>
          <p:cNvPr id="54" name="Text 52"/>
          <p:cNvSpPr/>
          <p:nvPr/>
        </p:nvSpPr>
        <p:spPr>
          <a:xfrm>
            <a:off x="9619488" y="4462272"/>
            <a:ext cx="1572768" cy="29260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Reusable interface</a:t>
            </a:r>
            <a:endParaRPr lang="en-US" sz="910"/>
          </a:p>
        </p:txBody>
      </p:sp>
      <p:sp>
        <p:nvSpPr>
          <p:cNvPr id="55" name="Text 53"/>
          <p:cNvSpPr/>
          <p:nvPr/>
        </p:nvSpPr>
        <p:spPr>
          <a:xfrm>
            <a:off x="96194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MCP connects LLM workflows to the existing API without rebuilding the underlying infrastructure.</a:t>
            </a:r>
            <a:endParaRPr lang="en-US" sz="780"/>
          </a:p>
        </p:txBody>
      </p:sp>
      <p:sp>
        <p:nvSpPr>
          <p:cNvPr id="56" name="Slide Number Placeholder 0"/>
          <p:cNvSpPr>
            <a:spLocks noGrp="1"/>
          </p:cNvSpPr>
          <p:nvPr>
            <p:ph type="sldNum" sz="quarter" idx="4294967295"/>
          </p:nvPr>
        </p:nvSpPr>
        <p:spPr>
          <a:xfrm>
            <a:off x="11686032" y="6510528"/>
            <a:ext cx="182880" cy="164592"/>
          </a:xfrm>
          <a:prstGeom prst="rect">
            <a:avLst/>
          </a:prstGeom>
          <a:extLst>
            <a:ext uri="{C572A759-6A51-4108-AA02-DFA0A04FC94B}">
              <ma14:wrappingTextBoxFlag xmlns:ma14="http://schemas.microsoft.com/office/mac/drawingml/2011/main" xmlns="" val="0"/>
            </a:ext>
          </a:extLst>
        </p:spPr>
        <p:txBody>
          <a:bodyPr/>
          <a:lstStyle>
            <a:lvl1pPr>
              <a:defRPr sz="550">
                <a:solidFill>
                  <a:srgbClr val="71857E"/>
                </a:solidFill>
              </a:defRPr>
            </a:lvl1pPr>
          </a:lstStyle>
          <a:p>
            <a:pPr algn="l"/>
            <a:fld id="{F7021451-1387-4CA6-816F-3879F97B5CBC}" type="slidenum">
              <a:rPr lang="en-US" b="0"/>
              <a:t>18</a:t>
            </a:fld>
            <a:endParaRPr lang="en-US"/>
          </a:p>
        </p:txBody>
      </p:sp>
    </p:spTree>
    <p:extLst>
      <p:ext uri="{BB962C8B-B14F-4D97-AF65-F5344CB8AC3E}">
        <p14:creationId xmlns:p14="http://schemas.microsoft.com/office/powerpoint/2010/main" val="19929478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1" cy="1"/>
          <a:chOff x="0" y="0"/>
          <a:chExt cx="1" cy="1"/>
        </a:xfrm>
      </p:grpSpPr>
      <p:sp>
        <p:nvSpPr>
          <p:cNvPr id="2" name="Text 0"/>
          <p:cNvSpPr/>
          <p:nvPr/>
        </p:nvSpPr>
        <p:spPr>
          <a:xfrm>
            <a:off x="530352" y="347472"/>
            <a:ext cx="7863840" cy="38404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2500" b="1" i="0">
                <a:solidFill>
                  <a:srgbClr val="14352D"/>
                </a:solidFill>
                <a:latin typeface="Aptos Display" pitchFamily="34" charset="0"/>
                <a:ea typeface="Aptos" pitchFamily="34" charset="-122"/>
                <a:cs typeface="Aptos" pitchFamily="34" charset="-120"/>
              </a:rPr>
              <a:t>From isolated pilots to governed AI at scale</a:t>
            </a:r>
            <a:endParaRPr lang="en-US" sz="1750"/>
          </a:p>
        </p:txBody>
      </p:sp>
      <p:sp>
        <p:nvSpPr>
          <p:cNvPr id="3" name="Text 1"/>
          <p:cNvSpPr/>
          <p:nvPr/>
        </p:nvSpPr>
        <p:spPr>
          <a:xfrm>
            <a:off x="548639" y="795528"/>
            <a:ext cx="8223571" cy="356616"/>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b="0" i="0" dirty="0">
                <a:solidFill>
                  <a:srgbClr val="55716A"/>
                </a:solidFill>
                <a:latin typeface="Aptos" pitchFamily="34" charset="0"/>
                <a:ea typeface="Aptos" pitchFamily="34" charset="-122"/>
                <a:cs typeface="Aptos" pitchFamily="34" charset="-120"/>
              </a:rPr>
              <a:t>ENVAI: responsible AI support for environmental administration and ICT activities</a:t>
            </a:r>
            <a:endParaRPr lang="en-US" dirty="0"/>
          </a:p>
        </p:txBody>
      </p:sp>
      <p:sp>
        <p:nvSpPr>
          <p:cNvPr id="4" name="Shape 2"/>
          <p:cNvSpPr/>
          <p:nvPr/>
        </p:nvSpPr>
        <p:spPr>
          <a:xfrm>
            <a:off x="9144000" y="329184"/>
            <a:ext cx="2496312" cy="566928"/>
          </a:xfrm>
          <a:prstGeom prst="roundRect">
            <a:avLst/>
          </a:prstGeom>
          <a:solidFill>
            <a:srgbClr val="DFF2EA"/>
          </a:solidFill>
          <a:ln w="12700">
            <a:solidFill>
              <a:srgbClr val="9ACDBD"/>
            </a:solidFill>
            <a:prstDash val="solid"/>
          </a:ln>
        </p:spPr>
        <p:txBody>
          <a:bodyPr/>
          <a:lstStyle/>
          <a:p>
            <a:endParaRPr lang="en-GB"/>
          </a:p>
        </p:txBody>
      </p:sp>
      <p:sp>
        <p:nvSpPr>
          <p:cNvPr id="6" name="Text 4"/>
          <p:cNvSpPr/>
          <p:nvPr/>
        </p:nvSpPr>
        <p:spPr>
          <a:xfrm>
            <a:off x="9304772" y="444336"/>
            <a:ext cx="2184612" cy="347472"/>
          </a:xfrm>
          <a:prstGeom prst="rect">
            <a:avLst/>
          </a:prstGeom>
          <a:noFill/>
          <a:ln>
            <a:noFill/>
          </a:ln>
        </p:spPr>
        <p:txBody>
          <a:bodyPr wrap="square" lIns="0" tIns="0" rIns="0" bIns="0" rtlCol="0" anchor="ctr">
            <a:normAutofit/>
          </a:bodyPr>
          <a:lstStyle/>
          <a:p>
            <a:pPr marL="0" indent="0" algn="ctr">
              <a:spcBef>
                <a:spcPts val="0"/>
              </a:spcBef>
              <a:spcAft>
                <a:spcPts val="0"/>
              </a:spcAft>
              <a:buNone/>
            </a:pPr>
            <a:r>
              <a:rPr lang="en-US" sz="1150" b="1" i="0" dirty="0">
                <a:solidFill>
                  <a:srgbClr val="14352D"/>
                </a:solidFill>
                <a:latin typeface="Aptos" pitchFamily="34" charset="0"/>
                <a:ea typeface="Aptos" pitchFamily="34" charset="-122"/>
                <a:cs typeface="Aptos" pitchFamily="34" charset="-120"/>
              </a:rPr>
              <a:t>AI Applications &amp; Value Creation</a:t>
            </a:r>
            <a:endParaRPr lang="en-US" sz="720" dirty="0"/>
          </a:p>
        </p:txBody>
      </p:sp>
      <p:sp>
        <p:nvSpPr>
          <p:cNvPr id="7" name="Shape 5"/>
          <p:cNvSpPr/>
          <p:nvPr/>
        </p:nvSpPr>
        <p:spPr>
          <a:xfrm>
            <a:off x="548640" y="1234440"/>
            <a:ext cx="3547872" cy="1060704"/>
          </a:xfrm>
          <a:prstGeom prst="roundRect">
            <a:avLst>
              <a:gd name="adj" fmla="val 5495"/>
            </a:avLst>
          </a:prstGeom>
          <a:solidFill>
            <a:srgbClr val="EAF4F0"/>
          </a:solidFill>
          <a:ln w="10160">
            <a:solidFill>
              <a:srgbClr val="C8D8D2"/>
            </a:solidFill>
            <a:prstDash val="solid"/>
          </a:ln>
        </p:spPr>
        <p:txBody>
          <a:bodyPr/>
          <a:lstStyle/>
          <a:p>
            <a:endParaRPr lang="en-GB"/>
          </a:p>
        </p:txBody>
      </p:sp>
      <p:sp>
        <p:nvSpPr>
          <p:cNvPr id="8" name="Shape 6"/>
          <p:cNvSpPr/>
          <p:nvPr/>
        </p:nvSpPr>
        <p:spPr>
          <a:xfrm>
            <a:off x="713232"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9" name="Text 7"/>
          <p:cNvSpPr/>
          <p:nvPr/>
        </p:nvSpPr>
        <p:spPr>
          <a:xfrm>
            <a:off x="713232"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2</a:t>
            </a:r>
            <a:endParaRPr lang="en-US" sz="650"/>
          </a:p>
        </p:txBody>
      </p:sp>
      <p:sp>
        <p:nvSpPr>
          <p:cNvPr id="10" name="Text 8"/>
          <p:cNvSpPr/>
          <p:nvPr/>
        </p:nvSpPr>
        <p:spPr>
          <a:xfrm>
            <a:off x="1115568"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Challenge / opportunity</a:t>
            </a:r>
            <a:endParaRPr lang="en-US" sz="820"/>
          </a:p>
        </p:txBody>
      </p:sp>
      <p:sp>
        <p:nvSpPr>
          <p:cNvPr id="11" name="Text 9"/>
          <p:cNvSpPr/>
          <p:nvPr/>
        </p:nvSpPr>
        <p:spPr>
          <a:xfrm>
            <a:off x="731520" y="1719072"/>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Isolated pilots, manual data and model preparation, no shared register or operating environment. Repeated effort and deployment cycles often exceed 12 months.</a:t>
            </a:r>
            <a:endParaRPr lang="en-US" sz="1000" dirty="0"/>
          </a:p>
        </p:txBody>
      </p:sp>
      <p:sp>
        <p:nvSpPr>
          <p:cNvPr id="12" name="Shape 10"/>
          <p:cNvSpPr/>
          <p:nvPr/>
        </p:nvSpPr>
        <p:spPr>
          <a:xfrm>
            <a:off x="4315968" y="1234440"/>
            <a:ext cx="3547872" cy="1060704"/>
          </a:xfrm>
          <a:prstGeom prst="roundRect">
            <a:avLst>
              <a:gd name="adj" fmla="val 5495"/>
            </a:avLst>
          </a:prstGeom>
          <a:solidFill>
            <a:srgbClr val="EAF4F0"/>
          </a:solidFill>
          <a:ln w="10160">
            <a:solidFill>
              <a:srgbClr val="C8D8D2"/>
            </a:solidFill>
            <a:prstDash val="solid"/>
          </a:ln>
        </p:spPr>
        <p:txBody>
          <a:bodyPr/>
          <a:lstStyle/>
          <a:p>
            <a:endParaRPr lang="en-GB"/>
          </a:p>
        </p:txBody>
      </p:sp>
      <p:sp>
        <p:nvSpPr>
          <p:cNvPr id="13" name="Shape 11"/>
          <p:cNvSpPr/>
          <p:nvPr/>
        </p:nvSpPr>
        <p:spPr>
          <a:xfrm>
            <a:off x="4480560"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14" name="Text 12"/>
          <p:cNvSpPr/>
          <p:nvPr/>
        </p:nvSpPr>
        <p:spPr>
          <a:xfrm>
            <a:off x="4480560"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3</a:t>
            </a:r>
            <a:endParaRPr lang="en-US" sz="650"/>
          </a:p>
        </p:txBody>
      </p:sp>
      <p:sp>
        <p:nvSpPr>
          <p:cNvPr id="15" name="Text 13"/>
          <p:cNvSpPr/>
          <p:nvPr/>
        </p:nvSpPr>
        <p:spPr>
          <a:xfrm>
            <a:off x="4882896"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Proposed use of AI</a:t>
            </a:r>
            <a:endParaRPr lang="en-US" sz="820"/>
          </a:p>
        </p:txBody>
      </p:sp>
      <p:sp>
        <p:nvSpPr>
          <p:cNvPr id="16" name="Text 14"/>
          <p:cNvSpPr/>
          <p:nvPr/>
        </p:nvSpPr>
        <p:spPr>
          <a:xfrm>
            <a:off x="4498848" y="1719072"/>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A shared platform for search, classification, extraction, </a:t>
            </a:r>
            <a:r>
              <a:rPr lang="en-US" sz="1000" b="0" i="0" dirty="0" err="1">
                <a:solidFill>
                  <a:srgbClr val="344A44"/>
                </a:solidFill>
                <a:latin typeface="Aptos" pitchFamily="34" charset="0"/>
                <a:ea typeface="Aptos" pitchFamily="34" charset="-122"/>
                <a:cs typeface="Aptos" pitchFamily="34" charset="-120"/>
              </a:rPr>
              <a:t>summarisation</a:t>
            </a:r>
            <a:r>
              <a:rPr lang="en-US" sz="1000" b="0" i="0" dirty="0">
                <a:solidFill>
                  <a:srgbClr val="344A44"/>
                </a:solidFill>
                <a:latin typeface="Aptos" pitchFamily="34" charset="0"/>
                <a:ea typeface="Aptos" pitchFamily="34" charset="-122"/>
                <a:cs typeface="Aptos" pitchFamily="34" charset="-120"/>
              </a:rPr>
              <a:t>, anomaly detection, data-quality control and language services, integrated into sectoral systems.</a:t>
            </a:r>
            <a:endParaRPr lang="en-US" sz="1000" dirty="0"/>
          </a:p>
        </p:txBody>
      </p:sp>
      <p:sp>
        <p:nvSpPr>
          <p:cNvPr id="17" name="Shape 15"/>
          <p:cNvSpPr/>
          <p:nvPr/>
        </p:nvSpPr>
        <p:spPr>
          <a:xfrm>
            <a:off x="8083296" y="1234440"/>
            <a:ext cx="3547872" cy="1060704"/>
          </a:xfrm>
          <a:prstGeom prst="roundRect">
            <a:avLst>
              <a:gd name="adj" fmla="val 5495"/>
            </a:avLst>
          </a:prstGeom>
          <a:solidFill>
            <a:srgbClr val="EAF4F0"/>
          </a:solidFill>
          <a:ln w="10160">
            <a:solidFill>
              <a:srgbClr val="C8D8D2"/>
            </a:solidFill>
            <a:prstDash val="solid"/>
          </a:ln>
        </p:spPr>
        <p:txBody>
          <a:bodyPr/>
          <a:lstStyle/>
          <a:p>
            <a:endParaRPr lang="en-GB"/>
          </a:p>
        </p:txBody>
      </p:sp>
      <p:sp>
        <p:nvSpPr>
          <p:cNvPr id="18" name="Shape 16"/>
          <p:cNvSpPr/>
          <p:nvPr/>
        </p:nvSpPr>
        <p:spPr>
          <a:xfrm>
            <a:off x="8247888"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19" name="Text 17"/>
          <p:cNvSpPr/>
          <p:nvPr/>
        </p:nvSpPr>
        <p:spPr>
          <a:xfrm>
            <a:off x="8247888"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4</a:t>
            </a:r>
            <a:endParaRPr lang="en-US" sz="650"/>
          </a:p>
        </p:txBody>
      </p:sp>
      <p:sp>
        <p:nvSpPr>
          <p:cNvPr id="20" name="Text 18"/>
          <p:cNvSpPr/>
          <p:nvPr/>
        </p:nvSpPr>
        <p:spPr>
          <a:xfrm>
            <a:off x="8650224"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Scope</a:t>
            </a:r>
            <a:endParaRPr lang="en-US" sz="820"/>
          </a:p>
        </p:txBody>
      </p:sp>
      <p:sp>
        <p:nvSpPr>
          <p:cNvPr id="21" name="Text 19"/>
          <p:cNvSpPr/>
          <p:nvPr/>
        </p:nvSpPr>
        <p:spPr>
          <a:xfrm>
            <a:off x="8266176" y="1719072"/>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Cross-cutting support for processes P1-P9 and services S1-S9 across MZP SR, SAZP and sectoral bodies. No autonomous administrative decisions.</a:t>
            </a:r>
            <a:endParaRPr lang="en-US" sz="1000" dirty="0"/>
          </a:p>
        </p:txBody>
      </p:sp>
      <p:sp>
        <p:nvSpPr>
          <p:cNvPr id="22" name="Shape 20"/>
          <p:cNvSpPr/>
          <p:nvPr/>
        </p:nvSpPr>
        <p:spPr>
          <a:xfrm>
            <a:off x="548640" y="2487168"/>
            <a:ext cx="3547872" cy="1060704"/>
          </a:xfrm>
          <a:prstGeom prst="roundRect">
            <a:avLst>
              <a:gd name="adj" fmla="val 5495"/>
            </a:avLst>
          </a:prstGeom>
          <a:solidFill>
            <a:srgbClr val="EAF4F0"/>
          </a:solidFill>
          <a:ln w="10160">
            <a:solidFill>
              <a:srgbClr val="C8D8D2"/>
            </a:solidFill>
            <a:prstDash val="solid"/>
          </a:ln>
        </p:spPr>
        <p:txBody>
          <a:bodyPr/>
          <a:lstStyle/>
          <a:p>
            <a:endParaRPr lang="en-GB"/>
          </a:p>
        </p:txBody>
      </p:sp>
      <p:sp>
        <p:nvSpPr>
          <p:cNvPr id="23" name="Shape 21"/>
          <p:cNvSpPr/>
          <p:nvPr/>
        </p:nvSpPr>
        <p:spPr>
          <a:xfrm>
            <a:off x="713232"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24" name="Text 22"/>
          <p:cNvSpPr/>
          <p:nvPr/>
        </p:nvSpPr>
        <p:spPr>
          <a:xfrm>
            <a:off x="713232"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5</a:t>
            </a:r>
            <a:endParaRPr lang="en-US" sz="650"/>
          </a:p>
        </p:txBody>
      </p:sp>
      <p:sp>
        <p:nvSpPr>
          <p:cNvPr id="25" name="Text 23"/>
          <p:cNvSpPr/>
          <p:nvPr/>
        </p:nvSpPr>
        <p:spPr>
          <a:xfrm>
            <a:off x="1115568"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Expected outcome</a:t>
            </a:r>
            <a:endParaRPr lang="en-US" sz="820"/>
          </a:p>
        </p:txBody>
      </p:sp>
      <p:sp>
        <p:nvSpPr>
          <p:cNvPr id="26" name="Text 24"/>
          <p:cNvSpPr/>
          <p:nvPr/>
        </p:nvSpPr>
        <p:spPr>
          <a:xfrm>
            <a:off x="731520" y="2971800"/>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Reduce approved-use-case-to-pilot time from &gt;12 to about 6 months. Register by Q1 2029, platform by Q1 2030 and AI assistance by Q4 2030.</a:t>
            </a:r>
            <a:endParaRPr lang="en-US" sz="1000" dirty="0"/>
          </a:p>
        </p:txBody>
      </p:sp>
      <p:sp>
        <p:nvSpPr>
          <p:cNvPr id="27" name="Shape 25"/>
          <p:cNvSpPr/>
          <p:nvPr/>
        </p:nvSpPr>
        <p:spPr>
          <a:xfrm>
            <a:off x="4315968" y="2487168"/>
            <a:ext cx="3547872" cy="1060704"/>
          </a:xfrm>
          <a:prstGeom prst="roundRect">
            <a:avLst>
              <a:gd name="adj" fmla="val 5495"/>
            </a:avLst>
          </a:prstGeom>
          <a:solidFill>
            <a:srgbClr val="EAF4F0"/>
          </a:solidFill>
          <a:ln w="10160">
            <a:solidFill>
              <a:srgbClr val="C8D8D2"/>
            </a:solidFill>
            <a:prstDash val="solid"/>
          </a:ln>
        </p:spPr>
        <p:txBody>
          <a:bodyPr/>
          <a:lstStyle/>
          <a:p>
            <a:endParaRPr lang="en-GB"/>
          </a:p>
        </p:txBody>
      </p:sp>
      <p:sp>
        <p:nvSpPr>
          <p:cNvPr id="28" name="Shape 26"/>
          <p:cNvSpPr/>
          <p:nvPr/>
        </p:nvSpPr>
        <p:spPr>
          <a:xfrm>
            <a:off x="4480560"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29" name="Text 27"/>
          <p:cNvSpPr/>
          <p:nvPr/>
        </p:nvSpPr>
        <p:spPr>
          <a:xfrm>
            <a:off x="4480560"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6</a:t>
            </a:r>
            <a:endParaRPr lang="en-US" sz="650"/>
          </a:p>
        </p:txBody>
      </p:sp>
      <p:sp>
        <p:nvSpPr>
          <p:cNvPr id="30" name="Text 28"/>
          <p:cNvSpPr/>
          <p:nvPr/>
        </p:nvSpPr>
        <p:spPr>
          <a:xfrm>
            <a:off x="4882896"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Environmental + digital contribution</a:t>
            </a:r>
            <a:endParaRPr lang="en-US" sz="820"/>
          </a:p>
        </p:txBody>
      </p:sp>
      <p:sp>
        <p:nvSpPr>
          <p:cNvPr id="31" name="Text 29"/>
          <p:cNvSpPr/>
          <p:nvPr/>
        </p:nvSpPr>
        <p:spPr>
          <a:xfrm>
            <a:off x="4498848" y="2971800"/>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Faster access to evidence, earlier anomaly and change detection, reusable AI services, stronger data governance and secure integration through documented interfaces.</a:t>
            </a:r>
            <a:endParaRPr lang="en-US" sz="1000" dirty="0"/>
          </a:p>
        </p:txBody>
      </p:sp>
      <p:sp>
        <p:nvSpPr>
          <p:cNvPr id="32" name="Shape 30"/>
          <p:cNvSpPr/>
          <p:nvPr/>
        </p:nvSpPr>
        <p:spPr>
          <a:xfrm>
            <a:off x="8083296" y="2487168"/>
            <a:ext cx="3547872" cy="1060704"/>
          </a:xfrm>
          <a:prstGeom prst="roundRect">
            <a:avLst>
              <a:gd name="adj" fmla="val 5495"/>
            </a:avLst>
          </a:prstGeom>
          <a:solidFill>
            <a:srgbClr val="EAF4F0"/>
          </a:solidFill>
          <a:ln w="10160">
            <a:solidFill>
              <a:srgbClr val="C8D8D2"/>
            </a:solidFill>
            <a:prstDash val="solid"/>
          </a:ln>
        </p:spPr>
        <p:txBody>
          <a:bodyPr/>
          <a:lstStyle/>
          <a:p>
            <a:endParaRPr lang="en-GB"/>
          </a:p>
        </p:txBody>
      </p:sp>
      <p:sp>
        <p:nvSpPr>
          <p:cNvPr id="33" name="Shape 31"/>
          <p:cNvSpPr/>
          <p:nvPr/>
        </p:nvSpPr>
        <p:spPr>
          <a:xfrm>
            <a:off x="8247888"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34" name="Text 32"/>
          <p:cNvSpPr/>
          <p:nvPr/>
        </p:nvSpPr>
        <p:spPr>
          <a:xfrm>
            <a:off x="8247888"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7</a:t>
            </a:r>
            <a:endParaRPr lang="en-US" sz="650"/>
          </a:p>
        </p:txBody>
      </p:sp>
      <p:sp>
        <p:nvSpPr>
          <p:cNvPr id="35" name="Text 33"/>
          <p:cNvSpPr/>
          <p:nvPr/>
        </p:nvSpPr>
        <p:spPr>
          <a:xfrm>
            <a:off x="8650224"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Key conditions</a:t>
            </a:r>
            <a:endParaRPr lang="en-US" sz="820"/>
          </a:p>
        </p:txBody>
      </p:sp>
      <p:sp>
        <p:nvSpPr>
          <p:cNvPr id="36" name="Text 34"/>
          <p:cNvSpPr/>
          <p:nvPr/>
        </p:nvSpPr>
        <p:spPr>
          <a:xfrm>
            <a:off x="8266176" y="2971800"/>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Fit-for-purpose data, EU and Slovak compliance, secure environments, traceable outputs, human oversight, integration capacity, skills and continuous model monitoring.</a:t>
            </a:r>
            <a:endParaRPr lang="en-US" sz="1000" dirty="0"/>
          </a:p>
        </p:txBody>
      </p:sp>
      <p:sp>
        <p:nvSpPr>
          <p:cNvPr id="37" name="Shape 35"/>
          <p:cNvSpPr/>
          <p:nvPr/>
        </p:nvSpPr>
        <p:spPr>
          <a:xfrm>
            <a:off x="548640" y="3822192"/>
            <a:ext cx="11082528" cy="2331720"/>
          </a:xfrm>
          <a:prstGeom prst="roundRect">
            <a:avLst>
              <a:gd name="adj" fmla="val 6324"/>
            </a:avLst>
          </a:prstGeom>
          <a:solidFill>
            <a:srgbClr val="14352D"/>
          </a:solidFill>
          <a:ln w="12700">
            <a:solidFill>
              <a:srgbClr val="14352D"/>
            </a:solidFill>
            <a:prstDash val="solid"/>
          </a:ln>
        </p:spPr>
        <p:txBody>
          <a:bodyPr/>
          <a:lstStyle/>
          <a:p>
            <a:endParaRPr lang="en-GB"/>
          </a:p>
        </p:txBody>
      </p:sp>
      <p:sp>
        <p:nvSpPr>
          <p:cNvPr id="39" name="Shape 37"/>
          <p:cNvSpPr/>
          <p:nvPr/>
        </p:nvSpPr>
        <p:spPr>
          <a:xfrm>
            <a:off x="5797296" y="4315968"/>
            <a:ext cx="0" cy="1353312"/>
          </a:xfrm>
          <a:prstGeom prst="line">
            <a:avLst/>
          </a:prstGeom>
          <a:noFill/>
          <a:ln w="12700">
            <a:solidFill>
              <a:srgbClr val="3B5B52"/>
            </a:solidFill>
            <a:prstDash val="solid"/>
          </a:ln>
        </p:spPr>
        <p:txBody>
          <a:bodyPr/>
          <a:lstStyle/>
          <a:p>
            <a:endParaRPr lang="en-GB"/>
          </a:p>
        </p:txBody>
      </p:sp>
      <p:sp>
        <p:nvSpPr>
          <p:cNvPr id="40" name="Shape 38"/>
          <p:cNvSpPr/>
          <p:nvPr/>
        </p:nvSpPr>
        <p:spPr>
          <a:xfrm>
            <a:off x="7626096" y="4315968"/>
            <a:ext cx="0" cy="1353312"/>
          </a:xfrm>
          <a:prstGeom prst="line">
            <a:avLst/>
          </a:prstGeom>
          <a:noFill/>
          <a:ln w="12700">
            <a:solidFill>
              <a:srgbClr val="3B5B52"/>
            </a:solidFill>
            <a:prstDash val="solid"/>
          </a:ln>
        </p:spPr>
        <p:txBody>
          <a:bodyPr/>
          <a:lstStyle/>
          <a:p>
            <a:endParaRPr lang="en-GB"/>
          </a:p>
        </p:txBody>
      </p:sp>
      <p:sp>
        <p:nvSpPr>
          <p:cNvPr id="41" name="Shape 39"/>
          <p:cNvSpPr/>
          <p:nvPr/>
        </p:nvSpPr>
        <p:spPr>
          <a:xfrm>
            <a:off x="9454896" y="4315968"/>
            <a:ext cx="0" cy="1353312"/>
          </a:xfrm>
          <a:prstGeom prst="line">
            <a:avLst/>
          </a:prstGeom>
          <a:noFill/>
          <a:ln w="12700">
            <a:solidFill>
              <a:srgbClr val="3B5B52"/>
            </a:solidFill>
            <a:prstDash val="solid"/>
          </a:ln>
        </p:spPr>
        <p:txBody>
          <a:bodyPr/>
          <a:lstStyle/>
          <a:p>
            <a:endParaRPr lang="en-GB"/>
          </a:p>
        </p:txBody>
      </p:sp>
      <p:sp>
        <p:nvSpPr>
          <p:cNvPr id="42" name="Text 40"/>
          <p:cNvSpPr/>
          <p:nvPr/>
        </p:nvSpPr>
        <p:spPr>
          <a:xfrm>
            <a:off x="822960" y="4096512"/>
            <a:ext cx="2057400"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000" b="1" i="0" kern="0" spc="150">
                <a:solidFill>
                  <a:srgbClr val="8ED3BE"/>
                </a:solidFill>
                <a:latin typeface="Aptos" pitchFamily="34" charset="0"/>
                <a:ea typeface="Aptos" pitchFamily="34" charset="-122"/>
                <a:cs typeface="Aptos" pitchFamily="34" charset="-120"/>
              </a:rPr>
              <a:t>MAIN TAKEAWAYS</a:t>
            </a:r>
            <a:endParaRPr lang="en-US" sz="560"/>
          </a:p>
        </p:txBody>
      </p:sp>
      <p:sp>
        <p:nvSpPr>
          <p:cNvPr id="43" name="Text 41"/>
          <p:cNvSpPr/>
          <p:nvPr/>
        </p:nvSpPr>
        <p:spPr>
          <a:xfrm>
            <a:off x="822960" y="4379976"/>
            <a:ext cx="2971800" cy="612648"/>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2100" b="1" i="0">
                <a:solidFill>
                  <a:srgbClr val="FFFFFF"/>
                </a:solidFill>
                <a:latin typeface="Aptos Display" pitchFamily="34" charset="0"/>
                <a:ea typeface="Aptos" pitchFamily="34" charset="-122"/>
                <a:cs typeface="Aptos" pitchFamily="34" charset="-120"/>
              </a:rPr>
              <a:t>Shared AI capability,</a:t>
            </a:r>
            <a:endParaRPr lang="en-US" sz="1420"/>
          </a:p>
          <a:p>
            <a:pPr marL="0" indent="0" algn="l">
              <a:spcBef>
                <a:spcPts val="0"/>
              </a:spcBef>
              <a:spcAft>
                <a:spcPts val="0"/>
              </a:spcAft>
              <a:buNone/>
            </a:pPr>
            <a:r>
              <a:rPr lang="en-US" sz="2100" b="1" i="0">
                <a:solidFill>
                  <a:srgbClr val="FFFFFF"/>
                </a:solidFill>
                <a:latin typeface="Aptos Display" pitchFamily="34" charset="0"/>
                <a:ea typeface="Aptos" pitchFamily="34" charset="-122"/>
                <a:cs typeface="Aptos" pitchFamily="34" charset="-120"/>
              </a:rPr>
              <a:t>accountable by design</a:t>
            </a:r>
            <a:endParaRPr lang="en-US" sz="1420"/>
          </a:p>
        </p:txBody>
      </p:sp>
      <p:sp>
        <p:nvSpPr>
          <p:cNvPr id="44" name="Text 42"/>
          <p:cNvSpPr/>
          <p:nvPr/>
        </p:nvSpPr>
        <p:spPr>
          <a:xfrm>
            <a:off x="822960" y="5093208"/>
            <a:ext cx="2880360" cy="566928"/>
          </a:xfrm>
          <a:prstGeom prst="rect">
            <a:avLst/>
          </a:prstGeom>
          <a:noFill/>
          <a:ln>
            <a:noFill/>
          </a:ln>
        </p:spPr>
        <p:txBody>
          <a:bodyPr wrap="square" lIns="0" tIns="0" rIns="0" bIns="0" rtlCol="0" anchor="ctr">
            <a:normAutofit fontScale="92500" lnSpcReduction="10000"/>
          </a:bodyPr>
          <a:lstStyle/>
          <a:p>
            <a:pPr marL="0" indent="0" algn="l">
              <a:spcBef>
                <a:spcPts val="0"/>
              </a:spcBef>
              <a:spcAft>
                <a:spcPts val="0"/>
              </a:spcAft>
              <a:buNone/>
            </a:pPr>
            <a:r>
              <a:rPr lang="en-US" sz="1100" b="0" i="0">
                <a:solidFill>
                  <a:srgbClr val="D7E5E0"/>
                </a:solidFill>
                <a:latin typeface="Aptos" pitchFamily="34" charset="0"/>
                <a:ea typeface="Aptos" pitchFamily="34" charset="-122"/>
                <a:cs typeface="Aptos" pitchFamily="34" charset="-120"/>
              </a:rPr>
              <a:t>ENVAI turns fragmented experimentation into a reusable sector-wide capability while keeping every administrative, enforcement and policy decision under human responsibility.</a:t>
            </a:r>
            <a:endParaRPr lang="en-US" sz="730"/>
          </a:p>
        </p:txBody>
      </p:sp>
      <p:sp>
        <p:nvSpPr>
          <p:cNvPr id="45" name="Text 43"/>
          <p:cNvSpPr/>
          <p:nvPr/>
        </p:nvSpPr>
        <p:spPr>
          <a:xfrm>
            <a:off x="41330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01</a:t>
            </a:r>
            <a:endParaRPr lang="en-US" sz="560"/>
          </a:p>
        </p:txBody>
      </p:sp>
      <p:sp>
        <p:nvSpPr>
          <p:cNvPr id="46" name="Text 44"/>
          <p:cNvSpPr/>
          <p:nvPr/>
        </p:nvSpPr>
        <p:spPr>
          <a:xfrm>
            <a:off x="4133088" y="4462272"/>
            <a:ext cx="1572768" cy="29260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Faster path to value</a:t>
            </a:r>
            <a:endParaRPr lang="en-US" sz="900"/>
          </a:p>
        </p:txBody>
      </p:sp>
      <p:sp>
        <p:nvSpPr>
          <p:cNvPr id="47" name="Text 45"/>
          <p:cNvSpPr/>
          <p:nvPr/>
        </p:nvSpPr>
        <p:spPr>
          <a:xfrm>
            <a:off x="41330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Cuts the target pilot cycle from more than 12 months to about six through reusable services and controlled deployment.</a:t>
            </a:r>
            <a:endParaRPr lang="en-US" sz="690"/>
          </a:p>
        </p:txBody>
      </p:sp>
      <p:sp>
        <p:nvSpPr>
          <p:cNvPr id="48" name="Text 46"/>
          <p:cNvSpPr/>
          <p:nvPr/>
        </p:nvSpPr>
        <p:spPr>
          <a:xfrm>
            <a:off x="59618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02</a:t>
            </a:r>
            <a:endParaRPr lang="en-US" sz="560"/>
          </a:p>
        </p:txBody>
      </p:sp>
      <p:sp>
        <p:nvSpPr>
          <p:cNvPr id="49" name="Text 47"/>
          <p:cNvSpPr/>
          <p:nvPr/>
        </p:nvSpPr>
        <p:spPr>
          <a:xfrm>
            <a:off x="5961888" y="4462272"/>
            <a:ext cx="1572768" cy="292608"/>
          </a:xfrm>
          <a:prstGeom prst="rect">
            <a:avLst/>
          </a:prstGeom>
          <a:noFill/>
          <a:ln>
            <a:noFill/>
          </a:ln>
        </p:spPr>
        <p:txBody>
          <a:bodyPr wrap="square" lIns="0" tIns="0" rIns="0" bIns="0" rtlCol="0" anchor="ctr">
            <a:normAutofit fontScale="92500" lnSpcReduction="20000"/>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One governed foundation</a:t>
            </a:r>
            <a:endParaRPr lang="en-US" sz="900"/>
          </a:p>
        </p:txBody>
      </p:sp>
      <p:sp>
        <p:nvSpPr>
          <p:cNvPr id="50" name="Text 48"/>
          <p:cNvSpPr/>
          <p:nvPr/>
        </p:nvSpPr>
        <p:spPr>
          <a:xfrm>
            <a:off x="59618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A common use-case register, MLOps environment, monitoring and audit trail make AI visible, reusable and manageable.</a:t>
            </a:r>
            <a:endParaRPr lang="en-US" sz="690"/>
          </a:p>
        </p:txBody>
      </p:sp>
      <p:sp>
        <p:nvSpPr>
          <p:cNvPr id="51" name="Text 49"/>
          <p:cNvSpPr/>
          <p:nvPr/>
        </p:nvSpPr>
        <p:spPr>
          <a:xfrm>
            <a:off x="77906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03</a:t>
            </a:r>
            <a:endParaRPr lang="en-US" sz="560"/>
          </a:p>
        </p:txBody>
      </p:sp>
      <p:sp>
        <p:nvSpPr>
          <p:cNvPr id="52" name="Text 50"/>
          <p:cNvSpPr/>
          <p:nvPr/>
        </p:nvSpPr>
        <p:spPr>
          <a:xfrm>
            <a:off x="7790688" y="4462272"/>
            <a:ext cx="1572768" cy="292608"/>
          </a:xfrm>
          <a:prstGeom prst="rect">
            <a:avLst/>
          </a:prstGeom>
          <a:noFill/>
          <a:ln>
            <a:noFill/>
          </a:ln>
        </p:spPr>
        <p:txBody>
          <a:bodyPr wrap="square" lIns="0" tIns="0" rIns="0" bIns="0" rtlCol="0" anchor="ctr">
            <a:normAutofit fontScale="92500" lnSpcReduction="20000"/>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Human decisions retained</a:t>
            </a:r>
            <a:endParaRPr lang="en-US" sz="900"/>
          </a:p>
        </p:txBody>
      </p:sp>
      <p:sp>
        <p:nvSpPr>
          <p:cNvPr id="53" name="Text 51"/>
          <p:cNvSpPr/>
          <p:nvPr/>
        </p:nvSpPr>
        <p:spPr>
          <a:xfrm>
            <a:off x="77906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AI supports analysis and prioritisation; competent employees validate outputs and remain accountable for all decisions.</a:t>
            </a:r>
            <a:endParaRPr lang="en-US" sz="690"/>
          </a:p>
        </p:txBody>
      </p:sp>
      <p:sp>
        <p:nvSpPr>
          <p:cNvPr id="54" name="Text 52"/>
          <p:cNvSpPr/>
          <p:nvPr/>
        </p:nvSpPr>
        <p:spPr>
          <a:xfrm>
            <a:off x="96194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04</a:t>
            </a:r>
            <a:endParaRPr lang="en-US" sz="560"/>
          </a:p>
        </p:txBody>
      </p:sp>
      <p:sp>
        <p:nvSpPr>
          <p:cNvPr id="55" name="Text 53"/>
          <p:cNvSpPr/>
          <p:nvPr/>
        </p:nvSpPr>
        <p:spPr>
          <a:xfrm>
            <a:off x="9619488" y="4462272"/>
            <a:ext cx="1572768" cy="292608"/>
          </a:xfrm>
          <a:prstGeom prst="rect">
            <a:avLst/>
          </a:prstGeom>
          <a:noFill/>
          <a:ln>
            <a:noFill/>
          </a:ln>
        </p:spPr>
        <p:txBody>
          <a:bodyPr wrap="square" lIns="0" tIns="0" rIns="0" bIns="0" rtlCol="0" anchor="ctr">
            <a:normAutofit fontScale="92500" lnSpcReduction="20000"/>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Environmental intelligence</a:t>
            </a:r>
            <a:endParaRPr lang="en-US" sz="900"/>
          </a:p>
        </p:txBody>
      </p:sp>
      <p:sp>
        <p:nvSpPr>
          <p:cNvPr id="56" name="Text 54"/>
          <p:cNvSpPr/>
          <p:nvPr/>
        </p:nvSpPr>
        <p:spPr>
          <a:xfrm>
            <a:off x="96194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Search, extraction and anomaly detection help experts act earlier on complex documents, measurements and spatial change.</a:t>
            </a:r>
            <a:endParaRPr lang="en-US" sz="690"/>
          </a:p>
        </p:txBody>
      </p:sp>
      <p:sp>
        <p:nvSpPr>
          <p:cNvPr id="57" name="Slide Number Placeholder 0"/>
          <p:cNvSpPr>
            <a:spLocks noGrp="1"/>
          </p:cNvSpPr>
          <p:nvPr>
            <p:ph type="sldNum" sz="quarter" idx="4294967295"/>
          </p:nvPr>
        </p:nvSpPr>
        <p:spPr>
          <a:xfrm>
            <a:off x="11686032" y="6510528"/>
            <a:ext cx="182880" cy="164592"/>
          </a:xfrm>
          <a:prstGeom prst="rect">
            <a:avLst/>
          </a:prstGeom>
          <a:extLst>
            <a:ext uri="{C572A759-6A51-4108-AA02-DFA0A04FC94B}">
              <ma14:wrappingTextBoxFlag xmlns:ma14="http://schemas.microsoft.com/office/mac/drawingml/2011/main" xmlns="" val="0"/>
            </a:ext>
          </a:extLst>
        </p:spPr>
        <p:txBody>
          <a:bodyPr/>
          <a:lstStyle>
            <a:lvl1pPr>
              <a:defRPr sz="500">
                <a:solidFill>
                  <a:srgbClr val="82928D"/>
                </a:solidFill>
                <a:latin typeface="Aptos"/>
                <a:ea typeface="Aptos"/>
                <a:cs typeface="Aptos"/>
              </a:defRPr>
            </a:lvl1pPr>
          </a:lstStyle>
          <a:p>
            <a:pPr algn="l"/>
            <a:fld id="{F7021451-1387-4CA6-816F-3879F97B5CBC}" type="slidenum">
              <a:rPr lang="en-US" b="0"/>
              <a:t>19</a:t>
            </a:fld>
            <a:endParaRPr lang="en-US"/>
          </a:p>
        </p:txBody>
      </p:sp>
    </p:spTree>
    <p:extLst>
      <p:ext uri="{BB962C8B-B14F-4D97-AF65-F5344CB8AC3E}">
        <p14:creationId xmlns:p14="http://schemas.microsoft.com/office/powerpoint/2010/main" val="37763280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1" cy="1"/>
          <a:chOff x="0" y="0"/>
          <a:chExt cx="1" cy="1"/>
        </a:xfrm>
      </p:grpSpPr>
      <p:sp>
        <p:nvSpPr>
          <p:cNvPr id="2" name="Text 0"/>
          <p:cNvSpPr/>
          <p:nvPr/>
        </p:nvSpPr>
        <p:spPr>
          <a:xfrm>
            <a:off x="530352" y="274320"/>
            <a:ext cx="7863840" cy="56692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2200" b="1" i="0">
                <a:solidFill>
                  <a:srgbClr val="14352D"/>
                </a:solidFill>
                <a:latin typeface="Aptos Display" pitchFamily="34" charset="0"/>
                <a:ea typeface="Aptos" pitchFamily="34" charset="-122"/>
                <a:cs typeface="Aptos" pitchFamily="34" charset="-120"/>
              </a:rPr>
              <a:t>From information overload to trusted environmental answers</a:t>
            </a:r>
            <a:endParaRPr lang="en-US" sz="1750"/>
          </a:p>
        </p:txBody>
      </p:sp>
      <p:sp>
        <p:nvSpPr>
          <p:cNvPr id="3" name="Text 1"/>
          <p:cNvSpPr/>
          <p:nvPr/>
        </p:nvSpPr>
        <p:spPr>
          <a:xfrm>
            <a:off x="548640" y="760963"/>
            <a:ext cx="5669280" cy="16459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b="0" i="0">
                <a:solidFill>
                  <a:srgbClr val="55716A"/>
                </a:solidFill>
                <a:latin typeface="Aptos" pitchFamily="34" charset="0"/>
                <a:ea typeface="Aptos" pitchFamily="34" charset="-122"/>
                <a:cs typeface="Aptos" pitchFamily="34" charset="-120"/>
              </a:rPr>
              <a:t>AI-driven environmental knowledge base</a:t>
            </a:r>
            <a:endParaRPr lang="en-US"/>
          </a:p>
        </p:txBody>
      </p:sp>
      <p:sp>
        <p:nvSpPr>
          <p:cNvPr id="4" name="Shape 2"/>
          <p:cNvSpPr/>
          <p:nvPr/>
        </p:nvSpPr>
        <p:spPr>
          <a:xfrm>
            <a:off x="9144000" y="329184"/>
            <a:ext cx="2496312" cy="566928"/>
          </a:xfrm>
          <a:prstGeom prst="roundRect">
            <a:avLst/>
          </a:prstGeom>
          <a:solidFill>
            <a:srgbClr val="DFF2EA"/>
          </a:solidFill>
          <a:ln w="12700">
            <a:solidFill>
              <a:srgbClr val="9ACDBD"/>
            </a:solidFill>
            <a:prstDash val="solid"/>
          </a:ln>
        </p:spPr>
        <p:txBody>
          <a:bodyPr/>
          <a:lstStyle/>
          <a:p>
            <a:endParaRPr lang="en-GB"/>
          </a:p>
        </p:txBody>
      </p:sp>
      <p:sp>
        <p:nvSpPr>
          <p:cNvPr id="6" name="Text 4"/>
          <p:cNvSpPr/>
          <p:nvPr/>
        </p:nvSpPr>
        <p:spPr>
          <a:xfrm>
            <a:off x="9294724" y="444336"/>
            <a:ext cx="2184612" cy="347472"/>
          </a:xfrm>
          <a:prstGeom prst="rect">
            <a:avLst/>
          </a:prstGeom>
          <a:noFill/>
          <a:ln>
            <a:noFill/>
          </a:ln>
        </p:spPr>
        <p:txBody>
          <a:bodyPr wrap="square" lIns="0" tIns="0" rIns="0" bIns="0" rtlCol="0" anchor="ctr">
            <a:normAutofit/>
          </a:bodyPr>
          <a:lstStyle/>
          <a:p>
            <a:pPr marL="0" indent="0" algn="ctr">
              <a:spcBef>
                <a:spcPts val="0"/>
              </a:spcBef>
              <a:spcAft>
                <a:spcPts val="0"/>
              </a:spcAft>
              <a:buNone/>
            </a:pPr>
            <a:r>
              <a:rPr lang="en-US" sz="1150" b="1" i="0" dirty="0">
                <a:solidFill>
                  <a:srgbClr val="14352D"/>
                </a:solidFill>
                <a:latin typeface="Aptos" pitchFamily="34" charset="0"/>
                <a:ea typeface="Aptos" pitchFamily="34" charset="-122"/>
                <a:cs typeface="Aptos" pitchFamily="34" charset="-120"/>
              </a:rPr>
              <a:t>AI Applications &amp; Value Creation</a:t>
            </a:r>
            <a:endParaRPr lang="en-US" sz="700" dirty="0"/>
          </a:p>
        </p:txBody>
      </p:sp>
      <p:sp>
        <p:nvSpPr>
          <p:cNvPr id="7" name="Shape 5"/>
          <p:cNvSpPr/>
          <p:nvPr/>
        </p:nvSpPr>
        <p:spPr>
          <a:xfrm>
            <a:off x="548640" y="1234440"/>
            <a:ext cx="3547872" cy="1060704"/>
          </a:xfrm>
          <a:prstGeom prst="roundRect">
            <a:avLst>
              <a:gd name="adj" fmla="val 5128"/>
            </a:avLst>
          </a:prstGeom>
          <a:solidFill>
            <a:srgbClr val="EAF4F0"/>
          </a:solidFill>
          <a:ln w="10160">
            <a:solidFill>
              <a:srgbClr val="C8D8D2"/>
            </a:solidFill>
            <a:prstDash val="solid"/>
          </a:ln>
        </p:spPr>
        <p:txBody>
          <a:bodyPr/>
          <a:lstStyle/>
          <a:p>
            <a:endParaRPr lang="en-GB"/>
          </a:p>
        </p:txBody>
      </p:sp>
      <p:sp>
        <p:nvSpPr>
          <p:cNvPr id="8" name="Shape 6"/>
          <p:cNvSpPr/>
          <p:nvPr/>
        </p:nvSpPr>
        <p:spPr>
          <a:xfrm>
            <a:off x="713232"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9" name="Text 7"/>
          <p:cNvSpPr/>
          <p:nvPr/>
        </p:nvSpPr>
        <p:spPr>
          <a:xfrm>
            <a:off x="713232"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2</a:t>
            </a:r>
            <a:endParaRPr lang="en-US" sz="700"/>
          </a:p>
        </p:txBody>
      </p:sp>
      <p:sp>
        <p:nvSpPr>
          <p:cNvPr id="10" name="Text 8"/>
          <p:cNvSpPr/>
          <p:nvPr/>
        </p:nvSpPr>
        <p:spPr>
          <a:xfrm>
            <a:off x="1115568"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Challenge / opportunity</a:t>
            </a:r>
            <a:endParaRPr lang="en-US" sz="870"/>
          </a:p>
        </p:txBody>
      </p:sp>
      <p:sp>
        <p:nvSpPr>
          <p:cNvPr id="11" name="Text 9"/>
          <p:cNvSpPr/>
          <p:nvPr/>
        </p:nvSpPr>
        <p:spPr>
          <a:xfrm>
            <a:off x="731520" y="1719072"/>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Environmental knowledge is expanding rapidly, but verified information is hard to locate across millions of documents. Open search and consumer AI can return unverified or inaccurate content.</a:t>
            </a:r>
            <a:endParaRPr lang="en-US" sz="1000" dirty="0"/>
          </a:p>
        </p:txBody>
      </p:sp>
      <p:sp>
        <p:nvSpPr>
          <p:cNvPr id="12" name="Shape 10"/>
          <p:cNvSpPr/>
          <p:nvPr/>
        </p:nvSpPr>
        <p:spPr>
          <a:xfrm>
            <a:off x="4315968" y="1234440"/>
            <a:ext cx="3547872" cy="1060704"/>
          </a:xfrm>
          <a:prstGeom prst="roundRect">
            <a:avLst>
              <a:gd name="adj" fmla="val 5128"/>
            </a:avLst>
          </a:prstGeom>
          <a:solidFill>
            <a:srgbClr val="EAF4F0"/>
          </a:solidFill>
          <a:ln w="10160">
            <a:solidFill>
              <a:srgbClr val="C8D8D2"/>
            </a:solidFill>
            <a:prstDash val="solid"/>
          </a:ln>
        </p:spPr>
        <p:txBody>
          <a:bodyPr/>
          <a:lstStyle/>
          <a:p>
            <a:endParaRPr lang="en-GB"/>
          </a:p>
        </p:txBody>
      </p:sp>
      <p:sp>
        <p:nvSpPr>
          <p:cNvPr id="13" name="Shape 11"/>
          <p:cNvSpPr/>
          <p:nvPr/>
        </p:nvSpPr>
        <p:spPr>
          <a:xfrm>
            <a:off x="4480560"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14" name="Text 12"/>
          <p:cNvSpPr/>
          <p:nvPr/>
        </p:nvSpPr>
        <p:spPr>
          <a:xfrm>
            <a:off x="4480560"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3</a:t>
            </a:r>
            <a:endParaRPr lang="en-US" sz="700"/>
          </a:p>
        </p:txBody>
      </p:sp>
      <p:sp>
        <p:nvSpPr>
          <p:cNvPr id="15" name="Text 13"/>
          <p:cNvSpPr/>
          <p:nvPr/>
        </p:nvSpPr>
        <p:spPr>
          <a:xfrm>
            <a:off x="4882896"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Proposed use of AI</a:t>
            </a:r>
            <a:endParaRPr lang="en-US" sz="870"/>
          </a:p>
        </p:txBody>
      </p:sp>
      <p:sp>
        <p:nvSpPr>
          <p:cNvPr id="16" name="Text 14"/>
          <p:cNvSpPr/>
          <p:nvPr/>
        </p:nvSpPr>
        <p:spPr>
          <a:xfrm>
            <a:off x="4498848" y="1719072"/>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Create a </a:t>
            </a:r>
            <a:r>
              <a:rPr lang="en-US" sz="1000" b="0" i="0" dirty="0" err="1">
                <a:solidFill>
                  <a:srgbClr val="344A44"/>
                </a:solidFill>
                <a:latin typeface="Aptos" pitchFamily="34" charset="0"/>
                <a:ea typeface="Aptos" pitchFamily="34" charset="-122"/>
                <a:cs typeface="Aptos" pitchFamily="34" charset="-120"/>
              </a:rPr>
              <a:t>specialised</a:t>
            </a:r>
            <a:r>
              <a:rPr lang="en-US" sz="1000" b="0" i="0" dirty="0">
                <a:solidFill>
                  <a:srgbClr val="344A44"/>
                </a:solidFill>
                <a:latin typeface="Aptos" pitchFamily="34" charset="0"/>
                <a:ea typeface="Aptos" pitchFamily="34" charset="-122"/>
                <a:cs typeface="Aptos" pitchFamily="34" charset="-120"/>
              </a:rPr>
              <a:t> knowledge base using content only from selected trusted institutions. A RAG assistant retrieves source-grounded evidence instead of relying on open-internet knowledge.</a:t>
            </a:r>
            <a:endParaRPr lang="en-US" sz="1000" dirty="0"/>
          </a:p>
        </p:txBody>
      </p:sp>
      <p:sp>
        <p:nvSpPr>
          <p:cNvPr id="17" name="Shape 15"/>
          <p:cNvSpPr/>
          <p:nvPr/>
        </p:nvSpPr>
        <p:spPr>
          <a:xfrm>
            <a:off x="8083296" y="1234440"/>
            <a:ext cx="3547872" cy="1060704"/>
          </a:xfrm>
          <a:prstGeom prst="roundRect">
            <a:avLst>
              <a:gd name="adj" fmla="val 5128"/>
            </a:avLst>
          </a:prstGeom>
          <a:solidFill>
            <a:srgbClr val="EAF4F0"/>
          </a:solidFill>
          <a:ln w="10160">
            <a:solidFill>
              <a:srgbClr val="C8D8D2"/>
            </a:solidFill>
            <a:prstDash val="solid"/>
          </a:ln>
        </p:spPr>
        <p:txBody>
          <a:bodyPr/>
          <a:lstStyle/>
          <a:p>
            <a:endParaRPr lang="en-GB"/>
          </a:p>
        </p:txBody>
      </p:sp>
      <p:sp>
        <p:nvSpPr>
          <p:cNvPr id="18" name="Shape 16"/>
          <p:cNvSpPr/>
          <p:nvPr/>
        </p:nvSpPr>
        <p:spPr>
          <a:xfrm>
            <a:off x="8247888"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19" name="Text 17"/>
          <p:cNvSpPr/>
          <p:nvPr/>
        </p:nvSpPr>
        <p:spPr>
          <a:xfrm>
            <a:off x="8247888"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4</a:t>
            </a:r>
            <a:endParaRPr lang="en-US" sz="700"/>
          </a:p>
        </p:txBody>
      </p:sp>
      <p:sp>
        <p:nvSpPr>
          <p:cNvPr id="20" name="Text 18"/>
          <p:cNvSpPr/>
          <p:nvPr/>
        </p:nvSpPr>
        <p:spPr>
          <a:xfrm>
            <a:off x="8650224"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Scope</a:t>
            </a:r>
            <a:endParaRPr lang="en-US" sz="870"/>
          </a:p>
        </p:txBody>
      </p:sp>
      <p:sp>
        <p:nvSpPr>
          <p:cNvPr id="21" name="Text 19"/>
          <p:cNvSpPr/>
          <p:nvPr/>
        </p:nvSpPr>
        <p:spPr>
          <a:xfrm>
            <a:off x="8266176" y="1719072"/>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Question answering with citations; keyword and semantic search; single-document and corpus summaries; draft writing across environment, energy, transport, climate and housing.</a:t>
            </a:r>
            <a:endParaRPr lang="en-US" sz="1000" dirty="0"/>
          </a:p>
        </p:txBody>
      </p:sp>
      <p:sp>
        <p:nvSpPr>
          <p:cNvPr id="22" name="Shape 20"/>
          <p:cNvSpPr/>
          <p:nvPr/>
        </p:nvSpPr>
        <p:spPr>
          <a:xfrm>
            <a:off x="548640" y="2487168"/>
            <a:ext cx="3547872" cy="1060704"/>
          </a:xfrm>
          <a:prstGeom prst="roundRect">
            <a:avLst>
              <a:gd name="adj" fmla="val 5128"/>
            </a:avLst>
          </a:prstGeom>
          <a:solidFill>
            <a:srgbClr val="EAF4F0"/>
          </a:solidFill>
          <a:ln w="10160">
            <a:solidFill>
              <a:srgbClr val="C8D8D2"/>
            </a:solidFill>
            <a:prstDash val="solid"/>
          </a:ln>
        </p:spPr>
        <p:txBody>
          <a:bodyPr/>
          <a:lstStyle/>
          <a:p>
            <a:endParaRPr lang="en-GB"/>
          </a:p>
        </p:txBody>
      </p:sp>
      <p:sp>
        <p:nvSpPr>
          <p:cNvPr id="23" name="Shape 21"/>
          <p:cNvSpPr/>
          <p:nvPr/>
        </p:nvSpPr>
        <p:spPr>
          <a:xfrm>
            <a:off x="713232"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24" name="Text 22"/>
          <p:cNvSpPr/>
          <p:nvPr/>
        </p:nvSpPr>
        <p:spPr>
          <a:xfrm>
            <a:off x="713232"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5</a:t>
            </a:r>
            <a:endParaRPr lang="en-US" sz="700"/>
          </a:p>
        </p:txBody>
      </p:sp>
      <p:sp>
        <p:nvSpPr>
          <p:cNvPr id="25" name="Text 23"/>
          <p:cNvSpPr/>
          <p:nvPr/>
        </p:nvSpPr>
        <p:spPr>
          <a:xfrm>
            <a:off x="1115568"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Expected outcome</a:t>
            </a:r>
            <a:endParaRPr lang="en-US" sz="870"/>
          </a:p>
        </p:txBody>
      </p:sp>
      <p:sp>
        <p:nvSpPr>
          <p:cNvPr id="26" name="Text 24"/>
          <p:cNvSpPr/>
          <p:nvPr/>
        </p:nvSpPr>
        <p:spPr>
          <a:xfrm>
            <a:off x="731520" y="2971800"/>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Faster, more reliable search and </a:t>
            </a:r>
            <a:r>
              <a:rPr lang="en-US" sz="1000" b="0" i="0" dirty="0" err="1">
                <a:solidFill>
                  <a:srgbClr val="344A44"/>
                </a:solidFill>
                <a:latin typeface="Aptos" pitchFamily="34" charset="0"/>
                <a:ea typeface="Aptos" pitchFamily="34" charset="-122"/>
                <a:cs typeface="Aptos" pitchFamily="34" charset="-120"/>
              </a:rPr>
              <a:t>summarisation</a:t>
            </a:r>
            <a:r>
              <a:rPr lang="en-US" sz="1000" b="0" i="0" dirty="0">
                <a:solidFill>
                  <a:srgbClr val="344A44"/>
                </a:solidFill>
                <a:latin typeface="Aptos" pitchFamily="34" charset="0"/>
                <a:ea typeface="Aptos" pitchFamily="34" charset="-122"/>
                <a:cs typeface="Aptos" pitchFamily="34" charset="-120"/>
              </a:rPr>
              <a:t> through a conversational agent that identifies the source behind each answer. The trusted corpus can expand over time.</a:t>
            </a:r>
            <a:endParaRPr lang="en-US" sz="1000" dirty="0"/>
          </a:p>
        </p:txBody>
      </p:sp>
      <p:sp>
        <p:nvSpPr>
          <p:cNvPr id="27" name="Shape 25"/>
          <p:cNvSpPr/>
          <p:nvPr/>
        </p:nvSpPr>
        <p:spPr>
          <a:xfrm>
            <a:off x="4315968" y="2487168"/>
            <a:ext cx="3547872" cy="1060704"/>
          </a:xfrm>
          <a:prstGeom prst="roundRect">
            <a:avLst>
              <a:gd name="adj" fmla="val 5128"/>
            </a:avLst>
          </a:prstGeom>
          <a:solidFill>
            <a:srgbClr val="EAF4F0"/>
          </a:solidFill>
          <a:ln w="10160">
            <a:solidFill>
              <a:srgbClr val="C8D8D2"/>
            </a:solidFill>
            <a:prstDash val="solid"/>
          </a:ln>
        </p:spPr>
        <p:txBody>
          <a:bodyPr/>
          <a:lstStyle/>
          <a:p>
            <a:endParaRPr lang="en-GB"/>
          </a:p>
        </p:txBody>
      </p:sp>
      <p:sp>
        <p:nvSpPr>
          <p:cNvPr id="28" name="Shape 26"/>
          <p:cNvSpPr/>
          <p:nvPr/>
        </p:nvSpPr>
        <p:spPr>
          <a:xfrm>
            <a:off x="4480560"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29" name="Text 27"/>
          <p:cNvSpPr/>
          <p:nvPr/>
        </p:nvSpPr>
        <p:spPr>
          <a:xfrm>
            <a:off x="4480560"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6</a:t>
            </a:r>
            <a:endParaRPr lang="en-US" sz="700"/>
          </a:p>
        </p:txBody>
      </p:sp>
      <p:sp>
        <p:nvSpPr>
          <p:cNvPr id="30" name="Text 28"/>
          <p:cNvSpPr/>
          <p:nvPr/>
        </p:nvSpPr>
        <p:spPr>
          <a:xfrm>
            <a:off x="4882896"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Environmental + digital contribution</a:t>
            </a:r>
            <a:endParaRPr lang="en-US" sz="870"/>
          </a:p>
        </p:txBody>
      </p:sp>
      <p:sp>
        <p:nvSpPr>
          <p:cNvPr id="31" name="Text 29"/>
          <p:cNvSpPr/>
          <p:nvPr/>
        </p:nvSpPr>
        <p:spPr>
          <a:xfrm>
            <a:off x="4498848" y="2971800"/>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Accelerates access to verified evidence, supports faster assessment and counters misinformation. In-house control, governed ingestion and modular collections support scalable reuse.</a:t>
            </a:r>
            <a:endParaRPr lang="en-US" sz="1000" dirty="0"/>
          </a:p>
        </p:txBody>
      </p:sp>
      <p:sp>
        <p:nvSpPr>
          <p:cNvPr id="32" name="Shape 30"/>
          <p:cNvSpPr/>
          <p:nvPr/>
        </p:nvSpPr>
        <p:spPr>
          <a:xfrm>
            <a:off x="8083296" y="2487168"/>
            <a:ext cx="3547872" cy="1060704"/>
          </a:xfrm>
          <a:prstGeom prst="roundRect">
            <a:avLst>
              <a:gd name="adj" fmla="val 5128"/>
            </a:avLst>
          </a:prstGeom>
          <a:solidFill>
            <a:srgbClr val="EAF4F0"/>
          </a:solidFill>
          <a:ln w="10160">
            <a:solidFill>
              <a:srgbClr val="C8D8D2"/>
            </a:solidFill>
            <a:prstDash val="solid"/>
          </a:ln>
        </p:spPr>
        <p:txBody>
          <a:bodyPr/>
          <a:lstStyle/>
          <a:p>
            <a:endParaRPr lang="en-GB"/>
          </a:p>
        </p:txBody>
      </p:sp>
      <p:sp>
        <p:nvSpPr>
          <p:cNvPr id="33" name="Shape 31"/>
          <p:cNvSpPr/>
          <p:nvPr/>
        </p:nvSpPr>
        <p:spPr>
          <a:xfrm>
            <a:off x="8247888"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34" name="Text 32"/>
          <p:cNvSpPr/>
          <p:nvPr/>
        </p:nvSpPr>
        <p:spPr>
          <a:xfrm>
            <a:off x="8247888"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7</a:t>
            </a:r>
            <a:endParaRPr lang="en-US" sz="700"/>
          </a:p>
        </p:txBody>
      </p:sp>
      <p:sp>
        <p:nvSpPr>
          <p:cNvPr id="35" name="Text 33"/>
          <p:cNvSpPr/>
          <p:nvPr/>
        </p:nvSpPr>
        <p:spPr>
          <a:xfrm>
            <a:off x="8650224"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Key conditions</a:t>
            </a:r>
            <a:endParaRPr lang="en-US" sz="870"/>
          </a:p>
        </p:txBody>
      </p:sp>
      <p:sp>
        <p:nvSpPr>
          <p:cNvPr id="36" name="Text 34"/>
          <p:cNvSpPr/>
          <p:nvPr/>
        </p:nvSpPr>
        <p:spPr>
          <a:xfrm>
            <a:off x="8266176" y="2971800"/>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RAG architecture, authoritative collections, monitoring for hallucinations and omissions, response rejection where needed, optional human validation and controlled staff/partner use.</a:t>
            </a:r>
            <a:endParaRPr lang="en-US" sz="1000" dirty="0"/>
          </a:p>
        </p:txBody>
      </p:sp>
      <p:sp>
        <p:nvSpPr>
          <p:cNvPr id="37" name="Shape 35"/>
          <p:cNvSpPr/>
          <p:nvPr/>
        </p:nvSpPr>
        <p:spPr>
          <a:xfrm>
            <a:off x="548640" y="3822192"/>
            <a:ext cx="11082528" cy="2331720"/>
          </a:xfrm>
          <a:prstGeom prst="roundRect">
            <a:avLst/>
          </a:prstGeom>
          <a:solidFill>
            <a:srgbClr val="14352D"/>
          </a:solidFill>
          <a:ln w="12700">
            <a:solidFill>
              <a:srgbClr val="14352D"/>
            </a:solidFill>
            <a:prstDash val="solid"/>
          </a:ln>
        </p:spPr>
        <p:txBody>
          <a:bodyPr/>
          <a:lstStyle/>
          <a:p>
            <a:endParaRPr lang="en-GB"/>
          </a:p>
        </p:txBody>
      </p:sp>
      <p:sp>
        <p:nvSpPr>
          <p:cNvPr id="38" name="Text 36"/>
          <p:cNvSpPr/>
          <p:nvPr/>
        </p:nvSpPr>
        <p:spPr>
          <a:xfrm>
            <a:off x="822960" y="4096512"/>
            <a:ext cx="2057400"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000" b="1" i="0" kern="0" spc="140">
                <a:solidFill>
                  <a:srgbClr val="8ED3BE"/>
                </a:solidFill>
                <a:latin typeface="Aptos" pitchFamily="34" charset="0"/>
                <a:ea typeface="Aptos" pitchFamily="34" charset="-122"/>
                <a:cs typeface="Aptos" pitchFamily="34" charset="-120"/>
              </a:rPr>
              <a:t>MAIN TAKEAWAYS</a:t>
            </a:r>
            <a:endParaRPr lang="en-US" sz="550"/>
          </a:p>
        </p:txBody>
      </p:sp>
      <p:sp>
        <p:nvSpPr>
          <p:cNvPr id="39" name="Text 37"/>
          <p:cNvSpPr/>
          <p:nvPr/>
        </p:nvSpPr>
        <p:spPr>
          <a:xfrm>
            <a:off x="822960" y="4379976"/>
            <a:ext cx="2971800" cy="612648"/>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2100" b="1" i="0">
                <a:solidFill>
                  <a:srgbClr val="FFFFFF"/>
                </a:solidFill>
                <a:latin typeface="Aptos Display" pitchFamily="34" charset="0"/>
                <a:ea typeface="Aptos" pitchFamily="34" charset="-122"/>
                <a:cs typeface="Aptos" pitchFamily="34" charset="-120"/>
              </a:rPr>
              <a:t>Trusted evidence,</a:t>
            </a:r>
            <a:endParaRPr lang="en-US" sz="1700"/>
          </a:p>
          <a:p>
            <a:pPr marL="0" indent="0" algn="l">
              <a:spcBef>
                <a:spcPts val="0"/>
              </a:spcBef>
              <a:spcAft>
                <a:spcPts val="0"/>
              </a:spcAft>
              <a:buNone/>
            </a:pPr>
            <a:r>
              <a:rPr lang="en-US" sz="2100" b="1" i="0">
                <a:solidFill>
                  <a:srgbClr val="FFFFFF"/>
                </a:solidFill>
                <a:latin typeface="Aptos Display" pitchFamily="34" charset="0"/>
                <a:ea typeface="Aptos" pitchFamily="34" charset="-122"/>
                <a:cs typeface="Aptos" pitchFamily="34" charset="-120"/>
              </a:rPr>
              <a:t>ready for use</a:t>
            </a:r>
            <a:endParaRPr lang="en-US" sz="1700"/>
          </a:p>
        </p:txBody>
      </p:sp>
      <p:sp>
        <p:nvSpPr>
          <p:cNvPr id="40" name="Text 38"/>
          <p:cNvSpPr/>
          <p:nvPr/>
        </p:nvSpPr>
        <p:spPr>
          <a:xfrm>
            <a:off x="822960" y="5093208"/>
            <a:ext cx="2880360" cy="566928"/>
          </a:xfrm>
          <a:prstGeom prst="rect">
            <a:avLst/>
          </a:prstGeom>
          <a:noFill/>
          <a:ln>
            <a:noFill/>
          </a:ln>
        </p:spPr>
        <p:txBody>
          <a:bodyPr wrap="square" lIns="0" tIns="0" rIns="0" bIns="0" rtlCol="0" anchor="ctr">
            <a:normAutofit fontScale="92500" lnSpcReduction="10000"/>
          </a:bodyPr>
          <a:lstStyle/>
          <a:p>
            <a:pPr marL="0" indent="0" algn="l">
              <a:spcBef>
                <a:spcPts val="0"/>
              </a:spcBef>
              <a:spcAft>
                <a:spcPts val="0"/>
              </a:spcAft>
              <a:buNone/>
            </a:pPr>
            <a:r>
              <a:rPr lang="en-US" sz="1100" b="0" i="0">
                <a:solidFill>
                  <a:srgbClr val="D7E5E0"/>
                </a:solidFill>
                <a:latin typeface="Aptos" pitchFamily="34" charset="0"/>
                <a:ea typeface="Aptos" pitchFamily="34" charset="-122"/>
                <a:cs typeface="Aptos" pitchFamily="34" charset="-120"/>
              </a:rPr>
              <a:t>A governed environmental knowledge base turns a growing body of trusted publications into fast, traceable answers while keeping quality control and accountability in human hands.</a:t>
            </a:r>
            <a:endParaRPr lang="en-US" sz="800"/>
          </a:p>
        </p:txBody>
      </p:sp>
      <p:sp>
        <p:nvSpPr>
          <p:cNvPr id="41" name="Text 39"/>
          <p:cNvSpPr/>
          <p:nvPr/>
        </p:nvSpPr>
        <p:spPr>
          <a:xfrm>
            <a:off x="41330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kern="0" spc="100">
                <a:solidFill>
                  <a:srgbClr val="8ED3BE"/>
                </a:solidFill>
                <a:latin typeface="Aptos" pitchFamily="34" charset="0"/>
                <a:ea typeface="Aptos" pitchFamily="34" charset="-122"/>
                <a:cs typeface="Aptos" pitchFamily="34" charset="-120"/>
              </a:rPr>
              <a:t>01</a:t>
            </a:r>
            <a:endParaRPr lang="en-US" sz="550"/>
          </a:p>
        </p:txBody>
      </p:sp>
      <p:sp>
        <p:nvSpPr>
          <p:cNvPr id="42" name="Text 40"/>
          <p:cNvSpPr/>
          <p:nvPr/>
        </p:nvSpPr>
        <p:spPr>
          <a:xfrm>
            <a:off x="4133088" y="4462272"/>
            <a:ext cx="1572768" cy="292608"/>
          </a:xfrm>
          <a:prstGeom prst="rect">
            <a:avLst/>
          </a:prstGeom>
          <a:noFill/>
          <a:ln>
            <a:noFill/>
          </a:ln>
        </p:spPr>
        <p:txBody>
          <a:bodyPr wrap="square" lIns="0" tIns="0" rIns="0" bIns="0" rtlCol="0" anchor="ctr">
            <a:normAutofit fontScale="92500"/>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Authoritative by design</a:t>
            </a:r>
            <a:endParaRPr lang="en-US" sz="960"/>
          </a:p>
        </p:txBody>
      </p:sp>
      <p:sp>
        <p:nvSpPr>
          <p:cNvPr id="43" name="Text 41"/>
          <p:cNvSpPr/>
          <p:nvPr/>
        </p:nvSpPr>
        <p:spPr>
          <a:xfrm>
            <a:off x="41330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Answers are grounded only in selected government, intergovernmental, regulatory and accredited research sources.</a:t>
            </a:r>
            <a:endParaRPr lang="en-US" sz="760"/>
          </a:p>
        </p:txBody>
      </p:sp>
      <p:sp>
        <p:nvSpPr>
          <p:cNvPr id="44" name="Shape 42"/>
          <p:cNvSpPr/>
          <p:nvPr/>
        </p:nvSpPr>
        <p:spPr>
          <a:xfrm>
            <a:off x="5797296" y="4315968"/>
            <a:ext cx="0" cy="1353312"/>
          </a:xfrm>
          <a:prstGeom prst="line">
            <a:avLst/>
          </a:prstGeom>
          <a:noFill/>
          <a:ln w="12700">
            <a:solidFill>
              <a:srgbClr val="3B5B52"/>
            </a:solidFill>
            <a:prstDash val="solid"/>
          </a:ln>
        </p:spPr>
        <p:txBody>
          <a:bodyPr/>
          <a:lstStyle/>
          <a:p>
            <a:endParaRPr lang="en-GB"/>
          </a:p>
        </p:txBody>
      </p:sp>
      <p:sp>
        <p:nvSpPr>
          <p:cNvPr id="45" name="Text 43"/>
          <p:cNvSpPr/>
          <p:nvPr/>
        </p:nvSpPr>
        <p:spPr>
          <a:xfrm>
            <a:off x="59618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kern="0" spc="100">
                <a:solidFill>
                  <a:srgbClr val="8ED3BE"/>
                </a:solidFill>
                <a:latin typeface="Aptos" pitchFamily="34" charset="0"/>
                <a:ea typeface="Aptos" pitchFamily="34" charset="-122"/>
                <a:cs typeface="Aptos" pitchFamily="34" charset="-120"/>
              </a:rPr>
              <a:t>02</a:t>
            </a:r>
            <a:endParaRPr lang="en-US" sz="550"/>
          </a:p>
        </p:txBody>
      </p:sp>
      <p:sp>
        <p:nvSpPr>
          <p:cNvPr id="46" name="Text 44"/>
          <p:cNvSpPr/>
          <p:nvPr/>
        </p:nvSpPr>
        <p:spPr>
          <a:xfrm>
            <a:off x="5961888" y="4462272"/>
            <a:ext cx="1572768" cy="29260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Traceable answers</a:t>
            </a:r>
            <a:endParaRPr lang="en-US" sz="960"/>
          </a:p>
        </p:txBody>
      </p:sp>
      <p:sp>
        <p:nvSpPr>
          <p:cNvPr id="47" name="Text 45"/>
          <p:cNvSpPr/>
          <p:nvPr/>
        </p:nvSpPr>
        <p:spPr>
          <a:xfrm>
            <a:off x="59618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Every response cites its supporting source, enabling users to verify claims and reuse evidence confidently.</a:t>
            </a:r>
            <a:endParaRPr lang="en-US" sz="760"/>
          </a:p>
        </p:txBody>
      </p:sp>
      <p:sp>
        <p:nvSpPr>
          <p:cNvPr id="48" name="Shape 46"/>
          <p:cNvSpPr/>
          <p:nvPr/>
        </p:nvSpPr>
        <p:spPr>
          <a:xfrm>
            <a:off x="7626096" y="4315968"/>
            <a:ext cx="0" cy="1353312"/>
          </a:xfrm>
          <a:prstGeom prst="line">
            <a:avLst/>
          </a:prstGeom>
          <a:noFill/>
          <a:ln w="12700">
            <a:solidFill>
              <a:srgbClr val="3B5B52"/>
            </a:solidFill>
            <a:prstDash val="solid"/>
          </a:ln>
        </p:spPr>
        <p:txBody>
          <a:bodyPr/>
          <a:lstStyle/>
          <a:p>
            <a:endParaRPr lang="en-GB"/>
          </a:p>
        </p:txBody>
      </p:sp>
      <p:sp>
        <p:nvSpPr>
          <p:cNvPr id="49" name="Text 47"/>
          <p:cNvSpPr/>
          <p:nvPr/>
        </p:nvSpPr>
        <p:spPr>
          <a:xfrm>
            <a:off x="77906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kern="0" spc="100">
                <a:solidFill>
                  <a:srgbClr val="8ED3BE"/>
                </a:solidFill>
                <a:latin typeface="Aptos" pitchFamily="34" charset="0"/>
                <a:ea typeface="Aptos" pitchFamily="34" charset="-122"/>
                <a:cs typeface="Aptos" pitchFamily="34" charset="-120"/>
              </a:rPr>
              <a:t>03</a:t>
            </a:r>
            <a:endParaRPr lang="en-US" sz="550"/>
          </a:p>
        </p:txBody>
      </p:sp>
      <p:sp>
        <p:nvSpPr>
          <p:cNvPr id="50" name="Text 48"/>
          <p:cNvSpPr/>
          <p:nvPr/>
        </p:nvSpPr>
        <p:spPr>
          <a:xfrm>
            <a:off x="7790688" y="4462272"/>
            <a:ext cx="1572768" cy="292608"/>
          </a:xfrm>
          <a:prstGeom prst="rect">
            <a:avLst/>
          </a:prstGeom>
          <a:noFill/>
          <a:ln>
            <a:noFill/>
          </a:ln>
        </p:spPr>
        <p:txBody>
          <a:bodyPr wrap="square" lIns="0" tIns="0" rIns="0" bIns="0" rtlCol="0" anchor="ctr">
            <a:normAutofit fontScale="92500"/>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Faster knowledge work</a:t>
            </a:r>
            <a:endParaRPr lang="en-US" sz="960"/>
          </a:p>
        </p:txBody>
      </p:sp>
      <p:sp>
        <p:nvSpPr>
          <p:cNvPr id="51" name="Text 49"/>
          <p:cNvSpPr/>
          <p:nvPr/>
        </p:nvSpPr>
        <p:spPr>
          <a:xfrm>
            <a:off x="77906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Natural-language search, semantic retrieval, summarisation and drafting reduce time spent finding and synthesising material.</a:t>
            </a:r>
            <a:endParaRPr lang="en-US" sz="760"/>
          </a:p>
        </p:txBody>
      </p:sp>
      <p:sp>
        <p:nvSpPr>
          <p:cNvPr id="52" name="Shape 50"/>
          <p:cNvSpPr/>
          <p:nvPr/>
        </p:nvSpPr>
        <p:spPr>
          <a:xfrm>
            <a:off x="9454896" y="4315968"/>
            <a:ext cx="0" cy="1353312"/>
          </a:xfrm>
          <a:prstGeom prst="line">
            <a:avLst/>
          </a:prstGeom>
          <a:noFill/>
          <a:ln w="12700">
            <a:solidFill>
              <a:srgbClr val="3B5B52"/>
            </a:solidFill>
            <a:prstDash val="solid"/>
          </a:ln>
        </p:spPr>
        <p:txBody>
          <a:bodyPr/>
          <a:lstStyle/>
          <a:p>
            <a:endParaRPr lang="en-GB"/>
          </a:p>
        </p:txBody>
      </p:sp>
      <p:sp>
        <p:nvSpPr>
          <p:cNvPr id="53" name="Text 51"/>
          <p:cNvSpPr/>
          <p:nvPr/>
        </p:nvSpPr>
        <p:spPr>
          <a:xfrm>
            <a:off x="96194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kern="0" spc="100">
                <a:solidFill>
                  <a:srgbClr val="8ED3BE"/>
                </a:solidFill>
                <a:latin typeface="Aptos" pitchFamily="34" charset="0"/>
                <a:ea typeface="Aptos" pitchFamily="34" charset="-122"/>
                <a:cs typeface="Aptos" pitchFamily="34" charset="-120"/>
              </a:rPr>
              <a:t>04</a:t>
            </a:r>
            <a:endParaRPr lang="en-US" sz="550"/>
          </a:p>
        </p:txBody>
      </p:sp>
      <p:sp>
        <p:nvSpPr>
          <p:cNvPr id="54" name="Text 52"/>
          <p:cNvSpPr/>
          <p:nvPr/>
        </p:nvSpPr>
        <p:spPr>
          <a:xfrm>
            <a:off x="9619488" y="4462272"/>
            <a:ext cx="1572768" cy="292608"/>
          </a:xfrm>
          <a:prstGeom prst="rect">
            <a:avLst/>
          </a:prstGeom>
          <a:noFill/>
          <a:ln>
            <a:noFill/>
          </a:ln>
        </p:spPr>
        <p:txBody>
          <a:bodyPr wrap="square" lIns="0" tIns="0" rIns="0" bIns="0" rtlCol="0" anchor="ctr">
            <a:normAutofit fontScale="92500" lnSpcReduction="20000"/>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Scalable, governed foundation</a:t>
            </a:r>
            <a:endParaRPr lang="en-US" sz="960"/>
          </a:p>
        </p:txBody>
      </p:sp>
      <p:sp>
        <p:nvSpPr>
          <p:cNvPr id="55" name="Text 53"/>
          <p:cNvSpPr/>
          <p:nvPr/>
        </p:nvSpPr>
        <p:spPr>
          <a:xfrm>
            <a:off x="96194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Modular thematic collections improve retrieval precision and allow new sources, topics and user groups to be added over time.</a:t>
            </a:r>
            <a:endParaRPr lang="en-US" sz="760"/>
          </a:p>
        </p:txBody>
      </p:sp>
      <p:sp>
        <p:nvSpPr>
          <p:cNvPr id="56" name="Slide Number Placeholder 0"/>
          <p:cNvSpPr>
            <a:spLocks noGrp="1"/>
          </p:cNvSpPr>
          <p:nvPr>
            <p:ph type="sldNum" sz="quarter" idx="4294967295"/>
          </p:nvPr>
        </p:nvSpPr>
        <p:spPr>
          <a:xfrm>
            <a:off x="11686032" y="6510528"/>
            <a:ext cx="182880" cy="164592"/>
          </a:xfrm>
          <a:prstGeom prst="rect">
            <a:avLst/>
          </a:prstGeom>
          <a:extLst>
            <a:ext uri="{C572A759-6A51-4108-AA02-DFA0A04FC94B}">
              <ma14:wrappingTextBoxFlag xmlns:ma14="http://schemas.microsoft.com/office/mac/drawingml/2011/main" xmlns="" val="0"/>
            </a:ext>
          </a:extLst>
        </p:spPr>
        <p:txBody>
          <a:bodyPr/>
          <a:lstStyle>
            <a:lvl1pPr>
              <a:defRPr sz="500">
                <a:solidFill>
                  <a:srgbClr val="738982"/>
                </a:solidFill>
              </a:defRPr>
            </a:lvl1pPr>
          </a:lstStyle>
          <a:p>
            <a:pPr algn="l"/>
            <a:fld id="{F7021451-1387-4CA6-816F-3879F97B5CBC}" type="slidenum">
              <a:rPr lang="en-US" b="0"/>
              <a:t>20</a:t>
            </a:fld>
            <a:endParaRPr lang="en-US"/>
          </a:p>
        </p:txBody>
      </p:sp>
    </p:spTree>
    <p:extLst>
      <p:ext uri="{BB962C8B-B14F-4D97-AF65-F5344CB8AC3E}">
        <p14:creationId xmlns:p14="http://schemas.microsoft.com/office/powerpoint/2010/main" val="33960624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1" cy="1"/>
          <a:chOff x="0" y="0"/>
          <a:chExt cx="1" cy="1"/>
        </a:xfrm>
      </p:grpSpPr>
      <p:sp>
        <p:nvSpPr>
          <p:cNvPr id="2" name="Text 0"/>
          <p:cNvSpPr/>
          <p:nvPr/>
        </p:nvSpPr>
        <p:spPr>
          <a:xfrm>
            <a:off x="530352" y="274320"/>
            <a:ext cx="7863840" cy="56692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2200" b="1" i="0">
                <a:solidFill>
                  <a:srgbClr val="14352D"/>
                </a:solidFill>
                <a:latin typeface="Aptos Display" pitchFamily="34" charset="0"/>
                <a:ea typeface="Aptos" pitchFamily="34" charset="-122"/>
                <a:cs typeface="Aptos" pitchFamily="34" charset="-120"/>
              </a:rPr>
              <a:t>From complex permits to smarter environmental reporting</a:t>
            </a:r>
            <a:endParaRPr lang="en-US" sz="1800"/>
          </a:p>
        </p:txBody>
      </p:sp>
      <p:sp>
        <p:nvSpPr>
          <p:cNvPr id="3" name="Text 1"/>
          <p:cNvSpPr/>
          <p:nvPr/>
        </p:nvSpPr>
        <p:spPr>
          <a:xfrm>
            <a:off x="548639" y="750917"/>
            <a:ext cx="6515351" cy="914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b="0" i="0" dirty="0">
                <a:solidFill>
                  <a:srgbClr val="55716A"/>
                </a:solidFill>
                <a:latin typeface="Aptos" pitchFamily="34" charset="0"/>
                <a:ea typeface="Aptos" pitchFamily="34" charset="-122"/>
                <a:cs typeface="Aptos" pitchFamily="34" charset="-120"/>
              </a:rPr>
              <a:t>AI-enabled structuring of permit conditions for digital reporting</a:t>
            </a:r>
            <a:endParaRPr lang="en-US" dirty="0"/>
          </a:p>
        </p:txBody>
      </p:sp>
      <p:sp>
        <p:nvSpPr>
          <p:cNvPr id="4" name="Shape 2"/>
          <p:cNvSpPr/>
          <p:nvPr/>
        </p:nvSpPr>
        <p:spPr>
          <a:xfrm>
            <a:off x="9144000" y="329184"/>
            <a:ext cx="2496312" cy="566928"/>
          </a:xfrm>
          <a:prstGeom prst="roundRect">
            <a:avLst/>
          </a:prstGeom>
          <a:solidFill>
            <a:srgbClr val="DFF2EA"/>
          </a:solidFill>
          <a:ln w="12700">
            <a:solidFill>
              <a:srgbClr val="9ACDBD"/>
            </a:solidFill>
            <a:prstDash val="solid"/>
          </a:ln>
        </p:spPr>
        <p:txBody>
          <a:bodyPr/>
          <a:lstStyle/>
          <a:p>
            <a:endParaRPr lang="en-GB"/>
          </a:p>
        </p:txBody>
      </p:sp>
      <p:sp>
        <p:nvSpPr>
          <p:cNvPr id="6" name="Text 4"/>
          <p:cNvSpPr/>
          <p:nvPr/>
        </p:nvSpPr>
        <p:spPr>
          <a:xfrm>
            <a:off x="9314821" y="454385"/>
            <a:ext cx="2164515" cy="347472"/>
          </a:xfrm>
          <a:prstGeom prst="rect">
            <a:avLst/>
          </a:prstGeom>
          <a:noFill/>
          <a:ln>
            <a:noFill/>
          </a:ln>
        </p:spPr>
        <p:txBody>
          <a:bodyPr wrap="square" lIns="0" tIns="0" rIns="0" bIns="0" rtlCol="0" anchor="ctr">
            <a:normAutofit/>
          </a:bodyPr>
          <a:lstStyle/>
          <a:p>
            <a:pPr marL="0" indent="0" algn="ctr">
              <a:spcBef>
                <a:spcPts val="0"/>
              </a:spcBef>
              <a:spcAft>
                <a:spcPts val="0"/>
              </a:spcAft>
              <a:buNone/>
            </a:pPr>
            <a:r>
              <a:rPr lang="en-US" sz="1150" b="1" i="0" dirty="0">
                <a:solidFill>
                  <a:srgbClr val="14352D"/>
                </a:solidFill>
                <a:latin typeface="Aptos" pitchFamily="34" charset="0"/>
                <a:ea typeface="Aptos" pitchFamily="34" charset="-122"/>
                <a:cs typeface="Aptos" pitchFamily="34" charset="-120"/>
              </a:rPr>
              <a:t>AI Applications &amp; Value Creation</a:t>
            </a:r>
            <a:endParaRPr lang="en-US" sz="720" dirty="0"/>
          </a:p>
        </p:txBody>
      </p:sp>
      <p:sp>
        <p:nvSpPr>
          <p:cNvPr id="7" name="Shape 5"/>
          <p:cNvSpPr/>
          <p:nvPr/>
        </p:nvSpPr>
        <p:spPr>
          <a:xfrm>
            <a:off x="548640" y="1234440"/>
            <a:ext cx="3547872" cy="1060704"/>
          </a:xfrm>
          <a:prstGeom prst="roundRect">
            <a:avLst>
              <a:gd name="adj" fmla="val 5128"/>
            </a:avLst>
          </a:prstGeom>
          <a:solidFill>
            <a:srgbClr val="EAF4F0"/>
          </a:solidFill>
          <a:ln w="10160">
            <a:solidFill>
              <a:srgbClr val="C8D8D2"/>
            </a:solidFill>
            <a:prstDash val="solid"/>
          </a:ln>
        </p:spPr>
        <p:txBody>
          <a:bodyPr/>
          <a:lstStyle/>
          <a:p>
            <a:endParaRPr lang="en-GB"/>
          </a:p>
        </p:txBody>
      </p:sp>
      <p:sp>
        <p:nvSpPr>
          <p:cNvPr id="8" name="Shape 6"/>
          <p:cNvSpPr/>
          <p:nvPr/>
        </p:nvSpPr>
        <p:spPr>
          <a:xfrm>
            <a:off x="713232"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9" name="Text 7"/>
          <p:cNvSpPr/>
          <p:nvPr/>
        </p:nvSpPr>
        <p:spPr>
          <a:xfrm>
            <a:off x="713232"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2</a:t>
            </a:r>
            <a:endParaRPr lang="en-US" sz="700"/>
          </a:p>
        </p:txBody>
      </p:sp>
      <p:sp>
        <p:nvSpPr>
          <p:cNvPr id="10" name="Text 8"/>
          <p:cNvSpPr/>
          <p:nvPr/>
        </p:nvSpPr>
        <p:spPr>
          <a:xfrm>
            <a:off x="1115568"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Challenge / opportunity</a:t>
            </a:r>
            <a:endParaRPr lang="en-US" sz="920"/>
          </a:p>
        </p:txBody>
      </p:sp>
      <p:sp>
        <p:nvSpPr>
          <p:cNvPr id="11" name="Text 9"/>
          <p:cNvSpPr/>
          <p:nvPr/>
        </p:nvSpPr>
        <p:spPr>
          <a:xfrm>
            <a:off x="731520" y="1719072"/>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Complex, non-machine-readable permits require substantial manual interpretation by operators and supervisory authorities.</a:t>
            </a:r>
            <a:endParaRPr lang="en-US" sz="1000" dirty="0"/>
          </a:p>
        </p:txBody>
      </p:sp>
      <p:sp>
        <p:nvSpPr>
          <p:cNvPr id="12" name="Shape 10"/>
          <p:cNvSpPr/>
          <p:nvPr/>
        </p:nvSpPr>
        <p:spPr>
          <a:xfrm>
            <a:off x="4315968" y="1234440"/>
            <a:ext cx="3547872" cy="1060704"/>
          </a:xfrm>
          <a:prstGeom prst="roundRect">
            <a:avLst>
              <a:gd name="adj" fmla="val 5128"/>
            </a:avLst>
          </a:prstGeom>
          <a:solidFill>
            <a:srgbClr val="EAF4F0"/>
          </a:solidFill>
          <a:ln w="10160">
            <a:solidFill>
              <a:srgbClr val="C8D8D2"/>
            </a:solidFill>
            <a:prstDash val="solid"/>
          </a:ln>
        </p:spPr>
        <p:txBody>
          <a:bodyPr/>
          <a:lstStyle/>
          <a:p>
            <a:endParaRPr lang="en-GB"/>
          </a:p>
        </p:txBody>
      </p:sp>
      <p:sp>
        <p:nvSpPr>
          <p:cNvPr id="13" name="Shape 11"/>
          <p:cNvSpPr/>
          <p:nvPr/>
        </p:nvSpPr>
        <p:spPr>
          <a:xfrm>
            <a:off x="4480560"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14" name="Text 12"/>
          <p:cNvSpPr/>
          <p:nvPr/>
        </p:nvSpPr>
        <p:spPr>
          <a:xfrm>
            <a:off x="4480560"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3</a:t>
            </a:r>
            <a:endParaRPr lang="en-US" sz="700"/>
          </a:p>
        </p:txBody>
      </p:sp>
      <p:sp>
        <p:nvSpPr>
          <p:cNvPr id="15" name="Text 13"/>
          <p:cNvSpPr/>
          <p:nvPr/>
        </p:nvSpPr>
        <p:spPr>
          <a:xfrm>
            <a:off x="4882896"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Proposed use of AI</a:t>
            </a:r>
            <a:endParaRPr lang="en-US" sz="920"/>
          </a:p>
        </p:txBody>
      </p:sp>
      <p:sp>
        <p:nvSpPr>
          <p:cNvPr id="16" name="Text 14"/>
          <p:cNvSpPr/>
          <p:nvPr/>
        </p:nvSpPr>
        <p:spPr>
          <a:xfrm>
            <a:off x="4498848" y="1719072"/>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Extract and structure permit conditions and reporting information to tailor questions and support automated compliance checks.</a:t>
            </a:r>
            <a:endParaRPr lang="en-US" sz="1000" dirty="0"/>
          </a:p>
        </p:txBody>
      </p:sp>
      <p:sp>
        <p:nvSpPr>
          <p:cNvPr id="17" name="Shape 15"/>
          <p:cNvSpPr/>
          <p:nvPr/>
        </p:nvSpPr>
        <p:spPr>
          <a:xfrm>
            <a:off x="8083296" y="1234440"/>
            <a:ext cx="3547872" cy="1060704"/>
          </a:xfrm>
          <a:prstGeom prst="roundRect">
            <a:avLst>
              <a:gd name="adj" fmla="val 5128"/>
            </a:avLst>
          </a:prstGeom>
          <a:solidFill>
            <a:srgbClr val="EAF4F0"/>
          </a:solidFill>
          <a:ln w="10160">
            <a:solidFill>
              <a:srgbClr val="C8D8D2"/>
            </a:solidFill>
            <a:prstDash val="solid"/>
          </a:ln>
        </p:spPr>
        <p:txBody>
          <a:bodyPr/>
          <a:lstStyle/>
          <a:p>
            <a:endParaRPr lang="en-GB"/>
          </a:p>
        </p:txBody>
      </p:sp>
      <p:sp>
        <p:nvSpPr>
          <p:cNvPr id="18" name="Shape 16"/>
          <p:cNvSpPr/>
          <p:nvPr/>
        </p:nvSpPr>
        <p:spPr>
          <a:xfrm>
            <a:off x="8247888"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19" name="Text 17"/>
          <p:cNvSpPr/>
          <p:nvPr/>
        </p:nvSpPr>
        <p:spPr>
          <a:xfrm>
            <a:off x="8247888"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4</a:t>
            </a:r>
            <a:endParaRPr lang="en-US" sz="700"/>
          </a:p>
        </p:txBody>
      </p:sp>
      <p:sp>
        <p:nvSpPr>
          <p:cNvPr id="20" name="Text 18"/>
          <p:cNvSpPr/>
          <p:nvPr/>
        </p:nvSpPr>
        <p:spPr>
          <a:xfrm>
            <a:off x="8650224"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Scope</a:t>
            </a:r>
            <a:endParaRPr lang="en-US" sz="920"/>
          </a:p>
        </p:txBody>
      </p:sp>
      <p:sp>
        <p:nvSpPr>
          <p:cNvPr id="21" name="Text 19"/>
          <p:cNvSpPr/>
          <p:nvPr/>
        </p:nvSpPr>
        <p:spPr>
          <a:xfrm>
            <a:off x="8266176" y="1719072"/>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Permits and environmental reports for the future digital reporting system, serving operators, authorities and the Agency.</a:t>
            </a:r>
            <a:endParaRPr lang="en-US" sz="1000" dirty="0"/>
          </a:p>
        </p:txBody>
      </p:sp>
      <p:sp>
        <p:nvSpPr>
          <p:cNvPr id="22" name="Shape 20"/>
          <p:cNvSpPr/>
          <p:nvPr/>
        </p:nvSpPr>
        <p:spPr>
          <a:xfrm>
            <a:off x="548640" y="2487168"/>
            <a:ext cx="3547872" cy="1060704"/>
          </a:xfrm>
          <a:prstGeom prst="roundRect">
            <a:avLst>
              <a:gd name="adj" fmla="val 5128"/>
            </a:avLst>
          </a:prstGeom>
          <a:solidFill>
            <a:srgbClr val="EAF4F0"/>
          </a:solidFill>
          <a:ln w="10160">
            <a:solidFill>
              <a:srgbClr val="C8D8D2"/>
            </a:solidFill>
            <a:prstDash val="solid"/>
          </a:ln>
        </p:spPr>
        <p:txBody>
          <a:bodyPr/>
          <a:lstStyle/>
          <a:p>
            <a:endParaRPr lang="en-GB"/>
          </a:p>
        </p:txBody>
      </p:sp>
      <p:sp>
        <p:nvSpPr>
          <p:cNvPr id="23" name="Shape 21"/>
          <p:cNvSpPr/>
          <p:nvPr/>
        </p:nvSpPr>
        <p:spPr>
          <a:xfrm>
            <a:off x="713232"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24" name="Text 22"/>
          <p:cNvSpPr/>
          <p:nvPr/>
        </p:nvSpPr>
        <p:spPr>
          <a:xfrm>
            <a:off x="713232"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5</a:t>
            </a:r>
            <a:endParaRPr lang="en-US" sz="700"/>
          </a:p>
        </p:txBody>
      </p:sp>
      <p:sp>
        <p:nvSpPr>
          <p:cNvPr id="25" name="Text 23"/>
          <p:cNvSpPr/>
          <p:nvPr/>
        </p:nvSpPr>
        <p:spPr>
          <a:xfrm>
            <a:off x="1115568"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Expected outcome</a:t>
            </a:r>
            <a:endParaRPr lang="en-US" sz="920"/>
          </a:p>
        </p:txBody>
      </p:sp>
      <p:sp>
        <p:nvSpPr>
          <p:cNvPr id="26" name="Text 24"/>
          <p:cNvSpPr/>
          <p:nvPr/>
        </p:nvSpPr>
        <p:spPr>
          <a:xfrm>
            <a:off x="731520" y="2971800"/>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Simpler, faster facility-specific reporting for operators and more efficient compliance checks and follow-up for authorities.</a:t>
            </a:r>
            <a:endParaRPr lang="en-US" sz="1000" dirty="0"/>
          </a:p>
        </p:txBody>
      </p:sp>
      <p:sp>
        <p:nvSpPr>
          <p:cNvPr id="27" name="Shape 25"/>
          <p:cNvSpPr/>
          <p:nvPr/>
        </p:nvSpPr>
        <p:spPr>
          <a:xfrm>
            <a:off x="4315968" y="2487168"/>
            <a:ext cx="3547872" cy="1060704"/>
          </a:xfrm>
          <a:prstGeom prst="roundRect">
            <a:avLst>
              <a:gd name="adj" fmla="val 5128"/>
            </a:avLst>
          </a:prstGeom>
          <a:solidFill>
            <a:srgbClr val="EAF4F0"/>
          </a:solidFill>
          <a:ln w="10160">
            <a:solidFill>
              <a:srgbClr val="C8D8D2"/>
            </a:solidFill>
            <a:prstDash val="solid"/>
          </a:ln>
        </p:spPr>
        <p:txBody>
          <a:bodyPr/>
          <a:lstStyle/>
          <a:p>
            <a:endParaRPr lang="en-GB"/>
          </a:p>
        </p:txBody>
      </p:sp>
      <p:sp>
        <p:nvSpPr>
          <p:cNvPr id="28" name="Shape 26"/>
          <p:cNvSpPr/>
          <p:nvPr/>
        </p:nvSpPr>
        <p:spPr>
          <a:xfrm>
            <a:off x="4480560"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29" name="Text 27"/>
          <p:cNvSpPr/>
          <p:nvPr/>
        </p:nvSpPr>
        <p:spPr>
          <a:xfrm>
            <a:off x="4480560"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6</a:t>
            </a:r>
            <a:endParaRPr lang="en-US" sz="700"/>
          </a:p>
        </p:txBody>
      </p:sp>
      <p:sp>
        <p:nvSpPr>
          <p:cNvPr id="30" name="Text 28"/>
          <p:cNvSpPr/>
          <p:nvPr/>
        </p:nvSpPr>
        <p:spPr>
          <a:xfrm>
            <a:off x="4882896"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Environmental + digital contribution</a:t>
            </a:r>
            <a:endParaRPr lang="en-US" sz="920"/>
          </a:p>
        </p:txBody>
      </p:sp>
      <p:sp>
        <p:nvSpPr>
          <p:cNvPr id="31" name="Text 29"/>
          <p:cNvSpPr/>
          <p:nvPr/>
        </p:nvSpPr>
        <p:spPr>
          <a:xfrm>
            <a:off x="4498848" y="2971800"/>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Improves reporting and oversight while strengthening accessible, reusable, interoperable data and trustworthy public-sector AI.</a:t>
            </a:r>
            <a:endParaRPr lang="en-US" sz="1000" dirty="0"/>
          </a:p>
        </p:txBody>
      </p:sp>
      <p:sp>
        <p:nvSpPr>
          <p:cNvPr id="32" name="Shape 30"/>
          <p:cNvSpPr/>
          <p:nvPr/>
        </p:nvSpPr>
        <p:spPr>
          <a:xfrm>
            <a:off x="8083296" y="2487168"/>
            <a:ext cx="3547872" cy="1060704"/>
          </a:xfrm>
          <a:prstGeom prst="roundRect">
            <a:avLst>
              <a:gd name="adj" fmla="val 5128"/>
            </a:avLst>
          </a:prstGeom>
          <a:solidFill>
            <a:srgbClr val="EAF4F0"/>
          </a:solidFill>
          <a:ln w="10160">
            <a:solidFill>
              <a:srgbClr val="C8D8D2"/>
            </a:solidFill>
            <a:prstDash val="solid"/>
          </a:ln>
        </p:spPr>
        <p:txBody>
          <a:bodyPr/>
          <a:lstStyle/>
          <a:p>
            <a:endParaRPr lang="en-GB"/>
          </a:p>
        </p:txBody>
      </p:sp>
      <p:sp>
        <p:nvSpPr>
          <p:cNvPr id="33" name="Shape 31"/>
          <p:cNvSpPr/>
          <p:nvPr/>
        </p:nvSpPr>
        <p:spPr>
          <a:xfrm>
            <a:off x="8247888"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34" name="Text 32"/>
          <p:cNvSpPr/>
          <p:nvPr/>
        </p:nvSpPr>
        <p:spPr>
          <a:xfrm>
            <a:off x="8247888"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7</a:t>
            </a:r>
            <a:endParaRPr lang="en-US" sz="700"/>
          </a:p>
        </p:txBody>
      </p:sp>
      <p:sp>
        <p:nvSpPr>
          <p:cNvPr id="35" name="Text 33"/>
          <p:cNvSpPr/>
          <p:nvPr/>
        </p:nvSpPr>
        <p:spPr>
          <a:xfrm>
            <a:off x="8650224"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Key conditions</a:t>
            </a:r>
            <a:endParaRPr lang="en-US" sz="920"/>
          </a:p>
        </p:txBody>
      </p:sp>
      <p:sp>
        <p:nvSpPr>
          <p:cNvPr id="36" name="Text 34"/>
          <p:cNvSpPr/>
          <p:nvPr/>
        </p:nvSpPr>
        <p:spPr>
          <a:xfrm>
            <a:off x="8266176" y="2971800"/>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Representative documents, defined quality criteria, human validation, legal traceability and reusable data structures.</a:t>
            </a:r>
            <a:endParaRPr lang="en-US" sz="1000" dirty="0"/>
          </a:p>
        </p:txBody>
      </p:sp>
      <p:sp>
        <p:nvSpPr>
          <p:cNvPr id="37" name="Shape 35"/>
          <p:cNvSpPr/>
          <p:nvPr/>
        </p:nvSpPr>
        <p:spPr>
          <a:xfrm>
            <a:off x="548640" y="3822192"/>
            <a:ext cx="11082528" cy="2331720"/>
          </a:xfrm>
          <a:prstGeom prst="roundRect">
            <a:avLst/>
          </a:prstGeom>
          <a:solidFill>
            <a:srgbClr val="14352D"/>
          </a:solidFill>
          <a:ln w="12700">
            <a:solidFill>
              <a:srgbClr val="14352D"/>
            </a:solidFill>
            <a:prstDash val="solid"/>
          </a:ln>
        </p:spPr>
        <p:txBody>
          <a:bodyPr/>
          <a:lstStyle/>
          <a:p>
            <a:endParaRPr lang="en-GB"/>
          </a:p>
        </p:txBody>
      </p:sp>
      <p:sp>
        <p:nvSpPr>
          <p:cNvPr id="39" name="Shape 37"/>
          <p:cNvSpPr/>
          <p:nvPr/>
        </p:nvSpPr>
        <p:spPr>
          <a:xfrm>
            <a:off x="5797296" y="4315968"/>
            <a:ext cx="0" cy="1353312"/>
          </a:xfrm>
          <a:prstGeom prst="line">
            <a:avLst/>
          </a:prstGeom>
          <a:noFill/>
          <a:ln w="12700">
            <a:solidFill>
              <a:srgbClr val="3B5B52"/>
            </a:solidFill>
            <a:prstDash val="solid"/>
          </a:ln>
        </p:spPr>
        <p:txBody>
          <a:bodyPr/>
          <a:lstStyle/>
          <a:p>
            <a:endParaRPr lang="en-GB"/>
          </a:p>
        </p:txBody>
      </p:sp>
      <p:sp>
        <p:nvSpPr>
          <p:cNvPr id="40" name="Shape 38"/>
          <p:cNvSpPr/>
          <p:nvPr/>
        </p:nvSpPr>
        <p:spPr>
          <a:xfrm>
            <a:off x="7626096" y="4315968"/>
            <a:ext cx="0" cy="1353312"/>
          </a:xfrm>
          <a:prstGeom prst="line">
            <a:avLst/>
          </a:prstGeom>
          <a:noFill/>
          <a:ln w="12700">
            <a:solidFill>
              <a:srgbClr val="3B5B52"/>
            </a:solidFill>
            <a:prstDash val="solid"/>
          </a:ln>
        </p:spPr>
        <p:txBody>
          <a:bodyPr/>
          <a:lstStyle/>
          <a:p>
            <a:endParaRPr lang="en-GB"/>
          </a:p>
        </p:txBody>
      </p:sp>
      <p:sp>
        <p:nvSpPr>
          <p:cNvPr id="41" name="Shape 39"/>
          <p:cNvSpPr/>
          <p:nvPr/>
        </p:nvSpPr>
        <p:spPr>
          <a:xfrm>
            <a:off x="9454896" y="4315968"/>
            <a:ext cx="0" cy="1353312"/>
          </a:xfrm>
          <a:prstGeom prst="line">
            <a:avLst/>
          </a:prstGeom>
          <a:noFill/>
          <a:ln w="12700">
            <a:solidFill>
              <a:srgbClr val="3B5B52"/>
            </a:solidFill>
            <a:prstDash val="solid"/>
          </a:ln>
        </p:spPr>
        <p:txBody>
          <a:bodyPr/>
          <a:lstStyle/>
          <a:p>
            <a:endParaRPr lang="en-GB"/>
          </a:p>
        </p:txBody>
      </p:sp>
      <p:sp>
        <p:nvSpPr>
          <p:cNvPr id="42" name="Text 40"/>
          <p:cNvSpPr/>
          <p:nvPr/>
        </p:nvSpPr>
        <p:spPr>
          <a:xfrm>
            <a:off x="822960" y="4096512"/>
            <a:ext cx="2057400"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000" b="1" i="0" kern="0" spc="140">
                <a:solidFill>
                  <a:srgbClr val="8ED3BE"/>
                </a:solidFill>
                <a:latin typeface="Aptos" pitchFamily="34" charset="0"/>
                <a:ea typeface="Aptos" pitchFamily="34" charset="-122"/>
                <a:cs typeface="Aptos" pitchFamily="34" charset="-120"/>
              </a:rPr>
              <a:t>MAIN TAKEAWAYS</a:t>
            </a:r>
            <a:endParaRPr lang="en-US" sz="630"/>
          </a:p>
        </p:txBody>
      </p:sp>
      <p:sp>
        <p:nvSpPr>
          <p:cNvPr id="43" name="Text 41"/>
          <p:cNvSpPr/>
          <p:nvPr/>
        </p:nvSpPr>
        <p:spPr>
          <a:xfrm>
            <a:off x="822960" y="4379976"/>
            <a:ext cx="2971800" cy="612648"/>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2100" b="1" i="0">
                <a:solidFill>
                  <a:srgbClr val="FFFFFF"/>
                </a:solidFill>
                <a:latin typeface="Aptos Display" pitchFamily="34" charset="0"/>
                <a:ea typeface="Aptos" pitchFamily="34" charset="-122"/>
                <a:cs typeface="Aptos" pitchFamily="34" charset="-120"/>
              </a:rPr>
              <a:t>Structured permits,</a:t>
            </a:r>
            <a:endParaRPr lang="en-US" sz="1500"/>
          </a:p>
          <a:p>
            <a:pPr marL="0" indent="0" algn="l">
              <a:spcBef>
                <a:spcPts val="0"/>
              </a:spcBef>
              <a:spcAft>
                <a:spcPts val="0"/>
              </a:spcAft>
              <a:buNone/>
            </a:pPr>
            <a:r>
              <a:rPr lang="en-US" sz="2100" b="1" i="0">
                <a:solidFill>
                  <a:srgbClr val="FFFFFF"/>
                </a:solidFill>
                <a:latin typeface="Aptos Display" pitchFamily="34" charset="0"/>
                <a:ea typeface="Aptos" pitchFamily="34" charset="-122"/>
                <a:cs typeface="Aptos" pitchFamily="34" charset="-120"/>
              </a:rPr>
              <a:t>smarter reporting</a:t>
            </a:r>
            <a:endParaRPr lang="en-US" sz="1500"/>
          </a:p>
        </p:txBody>
      </p:sp>
      <p:sp>
        <p:nvSpPr>
          <p:cNvPr id="44" name="Text 42"/>
          <p:cNvSpPr/>
          <p:nvPr/>
        </p:nvSpPr>
        <p:spPr>
          <a:xfrm>
            <a:off x="822960" y="5093208"/>
            <a:ext cx="2880360" cy="566928"/>
          </a:xfrm>
          <a:prstGeom prst="rect">
            <a:avLst/>
          </a:prstGeom>
          <a:noFill/>
          <a:ln>
            <a:noFill/>
          </a:ln>
        </p:spPr>
        <p:txBody>
          <a:bodyPr wrap="square" lIns="0" tIns="0" rIns="0" bIns="0" rtlCol="0" anchor="ctr">
            <a:normAutofit fontScale="92500" lnSpcReduction="10000"/>
          </a:bodyPr>
          <a:lstStyle/>
          <a:p>
            <a:pPr marL="0" indent="0" algn="l">
              <a:spcBef>
                <a:spcPts val="0"/>
              </a:spcBef>
              <a:spcAft>
                <a:spcPts val="0"/>
              </a:spcAft>
              <a:buNone/>
            </a:pPr>
            <a:r>
              <a:rPr lang="en-US" sz="1100" b="0" i="0">
                <a:solidFill>
                  <a:srgbClr val="D7E5E0"/>
                </a:solidFill>
                <a:latin typeface="Aptos" pitchFamily="34" charset="0"/>
                <a:ea typeface="Aptos" pitchFamily="34" charset="-122"/>
                <a:cs typeface="Aptos" pitchFamily="34" charset="-120"/>
              </a:rPr>
              <a:t>AI turns complex legal documents into structured, traceable information while keeping legal interpretation and accountability under human control.</a:t>
            </a:r>
            <a:endParaRPr lang="en-US" sz="800"/>
          </a:p>
        </p:txBody>
      </p:sp>
      <p:sp>
        <p:nvSpPr>
          <p:cNvPr id="45" name="Text 43"/>
          <p:cNvSpPr/>
          <p:nvPr/>
        </p:nvSpPr>
        <p:spPr>
          <a:xfrm>
            <a:off x="41330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01</a:t>
            </a:r>
            <a:endParaRPr lang="en-US" sz="640"/>
          </a:p>
        </p:txBody>
      </p:sp>
      <p:sp>
        <p:nvSpPr>
          <p:cNvPr id="46" name="Text 44"/>
          <p:cNvSpPr/>
          <p:nvPr/>
        </p:nvSpPr>
        <p:spPr>
          <a:xfrm>
            <a:off x="4133088" y="4462272"/>
            <a:ext cx="1572768" cy="29260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Less reporting burden</a:t>
            </a:r>
            <a:endParaRPr lang="en-US" sz="910"/>
          </a:p>
        </p:txBody>
      </p:sp>
      <p:sp>
        <p:nvSpPr>
          <p:cNvPr id="47" name="Text 45"/>
          <p:cNvSpPr/>
          <p:nvPr/>
        </p:nvSpPr>
        <p:spPr>
          <a:xfrm>
            <a:off x="41330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Facility-specific questions reduce manual interpretation and unnecessary reporting effort.</a:t>
            </a:r>
            <a:endParaRPr lang="en-US" sz="735"/>
          </a:p>
        </p:txBody>
      </p:sp>
      <p:sp>
        <p:nvSpPr>
          <p:cNvPr id="48" name="Text 46"/>
          <p:cNvSpPr/>
          <p:nvPr/>
        </p:nvSpPr>
        <p:spPr>
          <a:xfrm>
            <a:off x="59618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02</a:t>
            </a:r>
            <a:endParaRPr lang="en-US" sz="640"/>
          </a:p>
        </p:txBody>
      </p:sp>
      <p:sp>
        <p:nvSpPr>
          <p:cNvPr id="49" name="Text 47"/>
          <p:cNvSpPr/>
          <p:nvPr/>
        </p:nvSpPr>
        <p:spPr>
          <a:xfrm>
            <a:off x="5961888" y="4462272"/>
            <a:ext cx="1572768" cy="29260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Compliance support</a:t>
            </a:r>
            <a:endParaRPr lang="en-US" sz="910"/>
          </a:p>
        </p:txBody>
      </p:sp>
      <p:sp>
        <p:nvSpPr>
          <p:cNvPr id="50" name="Text 48"/>
          <p:cNvSpPr/>
          <p:nvPr/>
        </p:nvSpPr>
        <p:spPr>
          <a:xfrm>
            <a:off x="59618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Structured conditions enable more efficient checks and follow-up by supervisory authorities.</a:t>
            </a:r>
            <a:endParaRPr lang="en-US" sz="735"/>
          </a:p>
        </p:txBody>
      </p:sp>
      <p:sp>
        <p:nvSpPr>
          <p:cNvPr id="51" name="Text 49"/>
          <p:cNvSpPr/>
          <p:nvPr/>
        </p:nvSpPr>
        <p:spPr>
          <a:xfrm>
            <a:off x="77906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03</a:t>
            </a:r>
            <a:endParaRPr lang="en-US" sz="640"/>
          </a:p>
        </p:txBody>
      </p:sp>
      <p:sp>
        <p:nvSpPr>
          <p:cNvPr id="52" name="Text 50"/>
          <p:cNvSpPr/>
          <p:nvPr/>
        </p:nvSpPr>
        <p:spPr>
          <a:xfrm>
            <a:off x="7790688" y="4462272"/>
            <a:ext cx="1572768" cy="29260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Traceable and reliable</a:t>
            </a:r>
            <a:endParaRPr lang="en-US" sz="910"/>
          </a:p>
        </p:txBody>
      </p:sp>
      <p:sp>
        <p:nvSpPr>
          <p:cNvPr id="53" name="Text 51"/>
          <p:cNvSpPr/>
          <p:nvPr/>
        </p:nvSpPr>
        <p:spPr>
          <a:xfrm>
            <a:off x="77906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Human validation protects accuracy, legal interpretation and confidence in extracted information.</a:t>
            </a:r>
            <a:endParaRPr lang="en-US" sz="735"/>
          </a:p>
        </p:txBody>
      </p:sp>
      <p:sp>
        <p:nvSpPr>
          <p:cNvPr id="54" name="Text 52"/>
          <p:cNvSpPr/>
          <p:nvPr/>
        </p:nvSpPr>
        <p:spPr>
          <a:xfrm>
            <a:off x="96194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04</a:t>
            </a:r>
            <a:endParaRPr lang="en-US" sz="640"/>
          </a:p>
        </p:txBody>
      </p:sp>
      <p:sp>
        <p:nvSpPr>
          <p:cNvPr id="55" name="Text 53"/>
          <p:cNvSpPr/>
          <p:nvPr/>
        </p:nvSpPr>
        <p:spPr>
          <a:xfrm>
            <a:off x="9619488" y="4462272"/>
            <a:ext cx="1572768" cy="292608"/>
          </a:xfrm>
          <a:prstGeom prst="rect">
            <a:avLst/>
          </a:prstGeom>
          <a:noFill/>
          <a:ln>
            <a:noFill/>
          </a:ln>
        </p:spPr>
        <p:txBody>
          <a:bodyPr wrap="square" lIns="0" tIns="0" rIns="0" bIns="0" rtlCol="0" anchor="ctr">
            <a:normAutofit fontScale="92500" lnSpcReduction="20000"/>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Reusable data foundation</a:t>
            </a:r>
            <a:endParaRPr lang="en-US" sz="910"/>
          </a:p>
        </p:txBody>
      </p:sp>
      <p:sp>
        <p:nvSpPr>
          <p:cNvPr id="56" name="Text 54"/>
          <p:cNvSpPr/>
          <p:nvPr/>
        </p:nvSpPr>
        <p:spPr>
          <a:xfrm>
            <a:off x="96194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Interoperable structures support future services, analysis and additional public-sector use cases.</a:t>
            </a:r>
            <a:endParaRPr lang="en-US" sz="735"/>
          </a:p>
        </p:txBody>
      </p:sp>
      <p:sp>
        <p:nvSpPr>
          <p:cNvPr id="57" name="Slide Number Placeholder 0"/>
          <p:cNvSpPr>
            <a:spLocks noGrp="1"/>
          </p:cNvSpPr>
          <p:nvPr>
            <p:ph type="sldNum" sz="quarter" idx="4294967295"/>
          </p:nvPr>
        </p:nvSpPr>
        <p:spPr>
          <a:xfrm>
            <a:off x="11686032" y="6510528"/>
            <a:ext cx="182880" cy="164592"/>
          </a:xfrm>
          <a:prstGeom prst="rect">
            <a:avLst/>
          </a:prstGeom>
          <a:extLst>
            <a:ext uri="{C572A759-6A51-4108-AA02-DFA0A04FC94B}">
              <ma14:wrappingTextBoxFlag xmlns:ma14="http://schemas.microsoft.com/office/mac/drawingml/2011/main" xmlns="" val="0"/>
            </a:ext>
          </a:extLst>
        </p:spPr>
        <p:txBody>
          <a:bodyPr/>
          <a:lstStyle>
            <a:lvl1pPr>
              <a:defRPr sz="550">
                <a:solidFill>
                  <a:srgbClr val="738780"/>
                </a:solidFill>
                <a:latin typeface="Aptos"/>
                <a:ea typeface="Aptos"/>
                <a:cs typeface="Aptos"/>
              </a:defRPr>
            </a:lvl1pPr>
          </a:lstStyle>
          <a:p>
            <a:pPr algn="l"/>
            <a:fld id="{F7021451-1387-4CA6-816F-3879F97B5CBC}" type="slidenum">
              <a:rPr lang="en-US" b="0"/>
              <a:t>21</a:t>
            </a:fld>
            <a:endParaRPr lang="en-US"/>
          </a:p>
        </p:txBody>
      </p:sp>
    </p:spTree>
    <p:extLst>
      <p:ext uri="{BB962C8B-B14F-4D97-AF65-F5344CB8AC3E}">
        <p14:creationId xmlns:p14="http://schemas.microsoft.com/office/powerpoint/2010/main" val="37632756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1" cy="1"/>
          <a:chOff x="0" y="0"/>
          <a:chExt cx="1" cy="1"/>
        </a:xfrm>
      </p:grpSpPr>
      <p:sp>
        <p:nvSpPr>
          <p:cNvPr id="2" name="Text 0"/>
          <p:cNvSpPr/>
          <p:nvPr/>
        </p:nvSpPr>
        <p:spPr>
          <a:xfrm>
            <a:off x="530352" y="274320"/>
            <a:ext cx="7863840" cy="56692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2200" b="1" i="0">
                <a:solidFill>
                  <a:srgbClr val="14352D"/>
                </a:solidFill>
                <a:latin typeface="Aptos Display" pitchFamily="34" charset="0"/>
                <a:ea typeface="Aptos" pitchFamily="34" charset="-122"/>
                <a:cs typeface="Aptos" pitchFamily="34" charset="-120"/>
              </a:rPr>
              <a:t>From hidden budget data to climate-risk intelligence</a:t>
            </a:r>
            <a:endParaRPr lang="en-US" sz="1800"/>
          </a:p>
        </p:txBody>
      </p:sp>
      <p:sp>
        <p:nvSpPr>
          <p:cNvPr id="3" name="Text 1"/>
          <p:cNvSpPr/>
          <p:nvPr/>
        </p:nvSpPr>
        <p:spPr>
          <a:xfrm>
            <a:off x="548640" y="740867"/>
            <a:ext cx="7626096" cy="16459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b="0" i="0" dirty="0">
                <a:solidFill>
                  <a:srgbClr val="55716A"/>
                </a:solidFill>
                <a:latin typeface="Aptos" pitchFamily="34" charset="0"/>
                <a:ea typeface="Aptos" pitchFamily="34" charset="-122"/>
                <a:cs typeface="Aptos" pitchFamily="34" charset="-120"/>
              </a:rPr>
              <a:t>AI use case: physical risk data extraction for green budgeting applications</a:t>
            </a:r>
            <a:endParaRPr lang="en-US" dirty="0"/>
          </a:p>
        </p:txBody>
      </p:sp>
      <p:sp>
        <p:nvSpPr>
          <p:cNvPr id="4" name="Shape 2"/>
          <p:cNvSpPr/>
          <p:nvPr/>
        </p:nvSpPr>
        <p:spPr>
          <a:xfrm>
            <a:off x="9144000" y="329184"/>
            <a:ext cx="2496312" cy="566928"/>
          </a:xfrm>
          <a:prstGeom prst="roundRect">
            <a:avLst>
              <a:gd name="adj" fmla="val 8065"/>
            </a:avLst>
          </a:prstGeom>
          <a:solidFill>
            <a:srgbClr val="DFF2EA"/>
          </a:solidFill>
          <a:ln w="12700">
            <a:solidFill>
              <a:srgbClr val="9ACDBD"/>
            </a:solidFill>
            <a:prstDash val="solid"/>
          </a:ln>
        </p:spPr>
        <p:txBody>
          <a:bodyPr/>
          <a:lstStyle/>
          <a:p>
            <a:endParaRPr lang="en-GB"/>
          </a:p>
        </p:txBody>
      </p:sp>
      <p:sp>
        <p:nvSpPr>
          <p:cNvPr id="6" name="Text 4"/>
          <p:cNvSpPr/>
          <p:nvPr/>
        </p:nvSpPr>
        <p:spPr>
          <a:xfrm>
            <a:off x="9254533" y="444336"/>
            <a:ext cx="2295144" cy="347472"/>
          </a:xfrm>
          <a:prstGeom prst="rect">
            <a:avLst/>
          </a:prstGeom>
          <a:noFill/>
          <a:ln>
            <a:noFill/>
          </a:ln>
        </p:spPr>
        <p:txBody>
          <a:bodyPr wrap="square" lIns="0" tIns="0" rIns="0" bIns="0" rtlCol="0" anchor="ctr">
            <a:normAutofit/>
          </a:bodyPr>
          <a:lstStyle/>
          <a:p>
            <a:pPr marL="0" indent="0" algn="ctr">
              <a:spcBef>
                <a:spcPts val="0"/>
              </a:spcBef>
              <a:spcAft>
                <a:spcPts val="0"/>
              </a:spcAft>
              <a:buNone/>
            </a:pPr>
            <a:r>
              <a:rPr lang="en-US" sz="1150" b="1" i="0" dirty="0">
                <a:solidFill>
                  <a:srgbClr val="14352D"/>
                </a:solidFill>
                <a:latin typeface="Aptos" pitchFamily="34" charset="0"/>
                <a:ea typeface="Aptos" pitchFamily="34" charset="-122"/>
                <a:cs typeface="Aptos" pitchFamily="34" charset="-120"/>
              </a:rPr>
              <a:t>AI Applications &amp; Value Creation</a:t>
            </a:r>
            <a:endParaRPr lang="en-US" sz="720" dirty="0"/>
          </a:p>
        </p:txBody>
      </p:sp>
      <p:sp>
        <p:nvSpPr>
          <p:cNvPr id="7" name="Shape 5"/>
          <p:cNvSpPr/>
          <p:nvPr/>
        </p:nvSpPr>
        <p:spPr>
          <a:xfrm>
            <a:off x="548640" y="1234440"/>
            <a:ext cx="3547872" cy="1060704"/>
          </a:xfrm>
          <a:prstGeom prst="roundRect">
            <a:avLst>
              <a:gd name="adj" fmla="val 4819"/>
            </a:avLst>
          </a:prstGeom>
          <a:solidFill>
            <a:srgbClr val="EAF4F0"/>
          </a:solidFill>
          <a:ln w="10160">
            <a:solidFill>
              <a:srgbClr val="C8D8D2"/>
            </a:solidFill>
            <a:prstDash val="solid"/>
          </a:ln>
        </p:spPr>
        <p:txBody>
          <a:bodyPr/>
          <a:lstStyle/>
          <a:p>
            <a:endParaRPr lang="en-GB"/>
          </a:p>
        </p:txBody>
      </p:sp>
      <p:sp>
        <p:nvSpPr>
          <p:cNvPr id="8" name="Shape 6"/>
          <p:cNvSpPr/>
          <p:nvPr/>
        </p:nvSpPr>
        <p:spPr>
          <a:xfrm>
            <a:off x="713232"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9" name="Text 7"/>
          <p:cNvSpPr/>
          <p:nvPr/>
        </p:nvSpPr>
        <p:spPr>
          <a:xfrm>
            <a:off x="713232"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2</a:t>
            </a:r>
            <a:endParaRPr lang="en-US" sz="800"/>
          </a:p>
        </p:txBody>
      </p:sp>
      <p:sp>
        <p:nvSpPr>
          <p:cNvPr id="10" name="Text 8"/>
          <p:cNvSpPr/>
          <p:nvPr/>
        </p:nvSpPr>
        <p:spPr>
          <a:xfrm>
            <a:off x="1115568"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Challenge / opportunity</a:t>
            </a:r>
            <a:endParaRPr lang="en-US" sz="820"/>
          </a:p>
        </p:txBody>
      </p:sp>
      <p:sp>
        <p:nvSpPr>
          <p:cNvPr id="11" name="Text 9"/>
          <p:cNvSpPr/>
          <p:nvPr/>
        </p:nvSpPr>
        <p:spPr>
          <a:xfrm>
            <a:off x="731520" y="1719072"/>
            <a:ext cx="3182112" cy="420624"/>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1019" b="0" i="0" dirty="0">
                <a:solidFill>
                  <a:srgbClr val="344A44"/>
                </a:solidFill>
                <a:latin typeface="Aptos" pitchFamily="34" charset="0"/>
                <a:ea typeface="Aptos" pitchFamily="34" charset="-122"/>
                <a:cs typeface="Aptos" pitchFamily="34" charset="-120"/>
              </a:rPr>
              <a:t>Green budgeting is constrained by missing asset-level risk data. Yet geolocation and asset-type clues often remain locked in unstructured municipal budget records.</a:t>
            </a:r>
            <a:endParaRPr lang="en-US" sz="770" dirty="0"/>
          </a:p>
        </p:txBody>
      </p:sp>
      <p:sp>
        <p:nvSpPr>
          <p:cNvPr id="12" name="Shape 10"/>
          <p:cNvSpPr/>
          <p:nvPr/>
        </p:nvSpPr>
        <p:spPr>
          <a:xfrm>
            <a:off x="4315968" y="1234440"/>
            <a:ext cx="3547872" cy="1060704"/>
          </a:xfrm>
          <a:prstGeom prst="roundRect">
            <a:avLst>
              <a:gd name="adj" fmla="val 4819"/>
            </a:avLst>
          </a:prstGeom>
          <a:solidFill>
            <a:srgbClr val="EAF4F0"/>
          </a:solidFill>
          <a:ln w="10160">
            <a:solidFill>
              <a:srgbClr val="C8D8D2"/>
            </a:solidFill>
            <a:prstDash val="solid"/>
          </a:ln>
        </p:spPr>
        <p:txBody>
          <a:bodyPr/>
          <a:lstStyle/>
          <a:p>
            <a:endParaRPr lang="en-GB"/>
          </a:p>
        </p:txBody>
      </p:sp>
      <p:sp>
        <p:nvSpPr>
          <p:cNvPr id="13" name="Shape 11"/>
          <p:cNvSpPr/>
          <p:nvPr/>
        </p:nvSpPr>
        <p:spPr>
          <a:xfrm>
            <a:off x="4480560"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14" name="Text 12"/>
          <p:cNvSpPr/>
          <p:nvPr/>
        </p:nvSpPr>
        <p:spPr>
          <a:xfrm>
            <a:off x="4480560"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3</a:t>
            </a:r>
            <a:endParaRPr lang="en-US" sz="800"/>
          </a:p>
        </p:txBody>
      </p:sp>
      <p:sp>
        <p:nvSpPr>
          <p:cNvPr id="15" name="Text 13"/>
          <p:cNvSpPr/>
          <p:nvPr/>
        </p:nvSpPr>
        <p:spPr>
          <a:xfrm>
            <a:off x="4882896"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Proposed use of AI</a:t>
            </a:r>
            <a:endParaRPr lang="en-US" sz="820"/>
          </a:p>
        </p:txBody>
      </p:sp>
      <p:sp>
        <p:nvSpPr>
          <p:cNvPr id="16" name="Text 14"/>
          <p:cNvSpPr/>
          <p:nvPr/>
        </p:nvSpPr>
        <p:spPr>
          <a:xfrm>
            <a:off x="4498848" y="1719072"/>
            <a:ext cx="3182112" cy="420624"/>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1019" b="0" i="0">
                <a:solidFill>
                  <a:srgbClr val="344A44"/>
                </a:solidFill>
                <a:latin typeface="Aptos" pitchFamily="34" charset="0"/>
                <a:ea typeface="Aptos" pitchFamily="34" charset="-122"/>
                <a:cs typeface="Aptos" pitchFamily="34" charset="-120"/>
              </a:rPr>
              <a:t>Within a Hazard–Exposure–Vulnerability model, AI extracts geolocations and asset types from budget line items; a human-validation workflow safeguards quality.</a:t>
            </a:r>
            <a:endParaRPr lang="en-US" sz="770"/>
          </a:p>
        </p:txBody>
      </p:sp>
      <p:sp>
        <p:nvSpPr>
          <p:cNvPr id="17" name="Shape 15"/>
          <p:cNvSpPr/>
          <p:nvPr/>
        </p:nvSpPr>
        <p:spPr>
          <a:xfrm>
            <a:off x="8083296" y="1234440"/>
            <a:ext cx="3547872" cy="1060704"/>
          </a:xfrm>
          <a:prstGeom prst="roundRect">
            <a:avLst>
              <a:gd name="adj" fmla="val 4819"/>
            </a:avLst>
          </a:prstGeom>
          <a:solidFill>
            <a:srgbClr val="EAF4F0"/>
          </a:solidFill>
          <a:ln w="10160">
            <a:solidFill>
              <a:srgbClr val="C8D8D2"/>
            </a:solidFill>
            <a:prstDash val="solid"/>
          </a:ln>
        </p:spPr>
        <p:txBody>
          <a:bodyPr/>
          <a:lstStyle/>
          <a:p>
            <a:endParaRPr lang="en-GB"/>
          </a:p>
        </p:txBody>
      </p:sp>
      <p:sp>
        <p:nvSpPr>
          <p:cNvPr id="18" name="Shape 16"/>
          <p:cNvSpPr/>
          <p:nvPr/>
        </p:nvSpPr>
        <p:spPr>
          <a:xfrm>
            <a:off x="8247888"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19" name="Text 17"/>
          <p:cNvSpPr/>
          <p:nvPr/>
        </p:nvSpPr>
        <p:spPr>
          <a:xfrm>
            <a:off x="8247888"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4</a:t>
            </a:r>
            <a:endParaRPr lang="en-US" sz="800"/>
          </a:p>
        </p:txBody>
      </p:sp>
      <p:sp>
        <p:nvSpPr>
          <p:cNvPr id="20" name="Text 18"/>
          <p:cNvSpPr/>
          <p:nvPr/>
        </p:nvSpPr>
        <p:spPr>
          <a:xfrm>
            <a:off x="8650224"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Scope</a:t>
            </a:r>
            <a:endParaRPr lang="en-US" sz="820"/>
          </a:p>
        </p:txBody>
      </p:sp>
      <p:sp>
        <p:nvSpPr>
          <p:cNvPr id="21" name="Text 19"/>
          <p:cNvSpPr/>
          <p:nvPr/>
        </p:nvSpPr>
        <p:spPr>
          <a:xfrm>
            <a:off x="8266176" y="1719072"/>
            <a:ext cx="3182112" cy="420624"/>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1019" b="0" i="0">
                <a:solidFill>
                  <a:srgbClr val="344A44"/>
                </a:solidFill>
                <a:latin typeface="Aptos" pitchFamily="34" charset="0"/>
                <a:ea typeface="Aptos" pitchFamily="34" charset="-122"/>
                <a:cs typeface="Aptos" pitchFamily="34" charset="-120"/>
              </a:rPr>
              <a:t>Local AI prototype using Austrian municipalities’ budget data. Focus on geodata extraction and asset classification, not automated risk or spending decisions.</a:t>
            </a:r>
            <a:endParaRPr lang="en-US" sz="770"/>
          </a:p>
        </p:txBody>
      </p:sp>
      <p:sp>
        <p:nvSpPr>
          <p:cNvPr id="22" name="Shape 20"/>
          <p:cNvSpPr/>
          <p:nvPr/>
        </p:nvSpPr>
        <p:spPr>
          <a:xfrm>
            <a:off x="548640" y="2487168"/>
            <a:ext cx="3547872" cy="1060704"/>
          </a:xfrm>
          <a:prstGeom prst="roundRect">
            <a:avLst>
              <a:gd name="adj" fmla="val 4819"/>
            </a:avLst>
          </a:prstGeom>
          <a:solidFill>
            <a:srgbClr val="EAF4F0"/>
          </a:solidFill>
          <a:ln w="10160">
            <a:solidFill>
              <a:srgbClr val="C8D8D2"/>
            </a:solidFill>
            <a:prstDash val="solid"/>
          </a:ln>
        </p:spPr>
        <p:txBody>
          <a:bodyPr/>
          <a:lstStyle/>
          <a:p>
            <a:endParaRPr lang="en-GB"/>
          </a:p>
        </p:txBody>
      </p:sp>
      <p:sp>
        <p:nvSpPr>
          <p:cNvPr id="23" name="Shape 21"/>
          <p:cNvSpPr/>
          <p:nvPr/>
        </p:nvSpPr>
        <p:spPr>
          <a:xfrm>
            <a:off x="713232"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24" name="Text 22"/>
          <p:cNvSpPr/>
          <p:nvPr/>
        </p:nvSpPr>
        <p:spPr>
          <a:xfrm>
            <a:off x="713232"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5</a:t>
            </a:r>
            <a:endParaRPr lang="en-US" sz="800"/>
          </a:p>
        </p:txBody>
      </p:sp>
      <p:sp>
        <p:nvSpPr>
          <p:cNvPr id="25" name="Text 23"/>
          <p:cNvSpPr/>
          <p:nvPr/>
        </p:nvSpPr>
        <p:spPr>
          <a:xfrm>
            <a:off x="1115568"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Expected outcome</a:t>
            </a:r>
            <a:endParaRPr lang="en-US" sz="820"/>
          </a:p>
        </p:txBody>
      </p:sp>
      <p:sp>
        <p:nvSpPr>
          <p:cNvPr id="26" name="Text 24"/>
          <p:cNvSpPr/>
          <p:nvPr/>
        </p:nvSpPr>
        <p:spPr>
          <a:xfrm>
            <a:off x="731520" y="2971800"/>
            <a:ext cx="3182112" cy="420624"/>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1019" b="0" i="0">
                <a:solidFill>
                  <a:srgbClr val="344A44"/>
                </a:solidFill>
                <a:latin typeface="Aptos" pitchFamily="34" charset="0"/>
                <a:ea typeface="Aptos" pitchFamily="34" charset="-122"/>
                <a:cs typeface="Aptos" pitchFamily="34" charset="-120"/>
              </a:rPr>
              <a:t>Automated extraction of physical-risk data points creates a prerequisite for assessing public-budget exposure and managing growing systemic climate risks.</a:t>
            </a:r>
            <a:endParaRPr lang="en-US" sz="770"/>
          </a:p>
        </p:txBody>
      </p:sp>
      <p:sp>
        <p:nvSpPr>
          <p:cNvPr id="27" name="Shape 25"/>
          <p:cNvSpPr/>
          <p:nvPr/>
        </p:nvSpPr>
        <p:spPr>
          <a:xfrm>
            <a:off x="4315968" y="2487168"/>
            <a:ext cx="3547872" cy="1060704"/>
          </a:xfrm>
          <a:prstGeom prst="roundRect">
            <a:avLst>
              <a:gd name="adj" fmla="val 4819"/>
            </a:avLst>
          </a:prstGeom>
          <a:solidFill>
            <a:srgbClr val="EAF4F0"/>
          </a:solidFill>
          <a:ln w="10160">
            <a:solidFill>
              <a:srgbClr val="C8D8D2"/>
            </a:solidFill>
            <a:prstDash val="solid"/>
          </a:ln>
        </p:spPr>
        <p:txBody>
          <a:bodyPr/>
          <a:lstStyle/>
          <a:p>
            <a:endParaRPr lang="en-GB"/>
          </a:p>
        </p:txBody>
      </p:sp>
      <p:sp>
        <p:nvSpPr>
          <p:cNvPr id="28" name="Shape 26"/>
          <p:cNvSpPr/>
          <p:nvPr/>
        </p:nvSpPr>
        <p:spPr>
          <a:xfrm>
            <a:off x="4480560"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29" name="Text 27"/>
          <p:cNvSpPr/>
          <p:nvPr/>
        </p:nvSpPr>
        <p:spPr>
          <a:xfrm>
            <a:off x="4480560"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6</a:t>
            </a:r>
            <a:endParaRPr lang="en-US" sz="800"/>
          </a:p>
        </p:txBody>
      </p:sp>
      <p:sp>
        <p:nvSpPr>
          <p:cNvPr id="30" name="Text 28"/>
          <p:cNvSpPr/>
          <p:nvPr/>
        </p:nvSpPr>
        <p:spPr>
          <a:xfrm>
            <a:off x="4882896"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Environmental + digital contribution</a:t>
            </a:r>
            <a:endParaRPr lang="en-US" sz="820"/>
          </a:p>
        </p:txBody>
      </p:sp>
      <p:sp>
        <p:nvSpPr>
          <p:cNvPr id="31" name="Text 29"/>
          <p:cNvSpPr/>
          <p:nvPr/>
        </p:nvSpPr>
        <p:spPr>
          <a:xfrm>
            <a:off x="4498848" y="2971800"/>
            <a:ext cx="3182112" cy="420624"/>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1019" b="0" i="0">
                <a:solidFill>
                  <a:srgbClr val="344A44"/>
                </a:solidFill>
                <a:latin typeface="Aptos" pitchFamily="34" charset="0"/>
                <a:ea typeface="Aptos" pitchFamily="34" charset="-122"/>
                <a:cs typeface="Aptos" pitchFamily="34" charset="-120"/>
              </a:rPr>
              <a:t>Connects climate-risk evidence with public finance, turns semi-structured records into reusable data and demonstrates responsible AI for greener budgeting.</a:t>
            </a:r>
            <a:endParaRPr lang="en-US" sz="770"/>
          </a:p>
        </p:txBody>
      </p:sp>
      <p:sp>
        <p:nvSpPr>
          <p:cNvPr id="32" name="Shape 30"/>
          <p:cNvSpPr/>
          <p:nvPr/>
        </p:nvSpPr>
        <p:spPr>
          <a:xfrm>
            <a:off x="8083296" y="2487168"/>
            <a:ext cx="3547872" cy="1060704"/>
          </a:xfrm>
          <a:prstGeom prst="roundRect">
            <a:avLst>
              <a:gd name="adj" fmla="val 4819"/>
            </a:avLst>
          </a:prstGeom>
          <a:solidFill>
            <a:srgbClr val="EAF4F0"/>
          </a:solidFill>
          <a:ln w="10160">
            <a:solidFill>
              <a:srgbClr val="C8D8D2"/>
            </a:solidFill>
            <a:prstDash val="solid"/>
          </a:ln>
        </p:spPr>
        <p:txBody>
          <a:bodyPr/>
          <a:lstStyle/>
          <a:p>
            <a:endParaRPr lang="en-GB"/>
          </a:p>
        </p:txBody>
      </p:sp>
      <p:sp>
        <p:nvSpPr>
          <p:cNvPr id="33" name="Shape 31"/>
          <p:cNvSpPr/>
          <p:nvPr/>
        </p:nvSpPr>
        <p:spPr>
          <a:xfrm>
            <a:off x="8247888"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34" name="Text 32"/>
          <p:cNvSpPr/>
          <p:nvPr/>
        </p:nvSpPr>
        <p:spPr>
          <a:xfrm>
            <a:off x="8247888"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7</a:t>
            </a:r>
            <a:endParaRPr lang="en-US" sz="800"/>
          </a:p>
        </p:txBody>
      </p:sp>
      <p:sp>
        <p:nvSpPr>
          <p:cNvPr id="35" name="Text 33"/>
          <p:cNvSpPr/>
          <p:nvPr/>
        </p:nvSpPr>
        <p:spPr>
          <a:xfrm>
            <a:off x="8650224"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Key conditions</a:t>
            </a:r>
            <a:endParaRPr lang="en-US" sz="820"/>
          </a:p>
        </p:txBody>
      </p:sp>
      <p:sp>
        <p:nvSpPr>
          <p:cNvPr id="36" name="Text 34"/>
          <p:cNvSpPr/>
          <p:nvPr/>
        </p:nvSpPr>
        <p:spPr>
          <a:xfrm>
            <a:off x="8266176" y="2971800"/>
            <a:ext cx="3182112" cy="420624"/>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1019" b="0" i="0">
                <a:solidFill>
                  <a:srgbClr val="344A44"/>
                </a:solidFill>
                <a:latin typeface="Aptos" pitchFamily="34" charset="0"/>
                <a:ea typeface="Aptos" pitchFamily="34" charset="-122"/>
                <a:cs typeface="Aptos" pitchFamily="34" charset="-120"/>
              </a:rPr>
              <a:t>Representative budget formats, agreed asset taxonomy, geolocation confidence thresholds, auditable outputs, privacy controls and proportionate human validation.</a:t>
            </a:r>
            <a:endParaRPr lang="en-US" sz="770"/>
          </a:p>
        </p:txBody>
      </p:sp>
      <p:sp>
        <p:nvSpPr>
          <p:cNvPr id="37" name="Shape 35"/>
          <p:cNvSpPr/>
          <p:nvPr/>
        </p:nvSpPr>
        <p:spPr>
          <a:xfrm>
            <a:off x="548640" y="3822192"/>
            <a:ext cx="11082528" cy="2331720"/>
          </a:xfrm>
          <a:prstGeom prst="roundRect">
            <a:avLst>
              <a:gd name="adj" fmla="val 3608"/>
            </a:avLst>
          </a:prstGeom>
          <a:solidFill>
            <a:srgbClr val="14352D"/>
          </a:solidFill>
          <a:ln w="12700">
            <a:solidFill>
              <a:srgbClr val="14352D"/>
            </a:solidFill>
            <a:prstDash val="solid"/>
          </a:ln>
        </p:spPr>
        <p:txBody>
          <a:bodyPr/>
          <a:lstStyle/>
          <a:p>
            <a:endParaRPr lang="en-GB"/>
          </a:p>
        </p:txBody>
      </p:sp>
      <p:sp>
        <p:nvSpPr>
          <p:cNvPr id="39" name="Shape 37"/>
          <p:cNvSpPr/>
          <p:nvPr/>
        </p:nvSpPr>
        <p:spPr>
          <a:xfrm>
            <a:off x="5797296" y="4315968"/>
            <a:ext cx="0" cy="1353312"/>
          </a:xfrm>
          <a:prstGeom prst="line">
            <a:avLst/>
          </a:prstGeom>
          <a:noFill/>
          <a:ln w="12700">
            <a:solidFill>
              <a:srgbClr val="3B5B52">
                <a:alpha val="85000"/>
              </a:srgbClr>
            </a:solidFill>
            <a:prstDash val="solid"/>
          </a:ln>
        </p:spPr>
        <p:txBody>
          <a:bodyPr/>
          <a:lstStyle/>
          <a:p>
            <a:endParaRPr lang="en-GB"/>
          </a:p>
        </p:txBody>
      </p:sp>
      <p:sp>
        <p:nvSpPr>
          <p:cNvPr id="40" name="Shape 38"/>
          <p:cNvSpPr/>
          <p:nvPr/>
        </p:nvSpPr>
        <p:spPr>
          <a:xfrm>
            <a:off x="7626096" y="4315968"/>
            <a:ext cx="0" cy="1353312"/>
          </a:xfrm>
          <a:prstGeom prst="line">
            <a:avLst/>
          </a:prstGeom>
          <a:noFill/>
          <a:ln w="12700">
            <a:solidFill>
              <a:srgbClr val="3B5B52">
                <a:alpha val="85000"/>
              </a:srgbClr>
            </a:solidFill>
            <a:prstDash val="solid"/>
          </a:ln>
        </p:spPr>
        <p:txBody>
          <a:bodyPr/>
          <a:lstStyle/>
          <a:p>
            <a:endParaRPr lang="en-GB"/>
          </a:p>
        </p:txBody>
      </p:sp>
      <p:sp>
        <p:nvSpPr>
          <p:cNvPr id="41" name="Shape 39"/>
          <p:cNvSpPr/>
          <p:nvPr/>
        </p:nvSpPr>
        <p:spPr>
          <a:xfrm>
            <a:off x="9454896" y="4315968"/>
            <a:ext cx="0" cy="1353312"/>
          </a:xfrm>
          <a:prstGeom prst="line">
            <a:avLst/>
          </a:prstGeom>
          <a:noFill/>
          <a:ln w="12700">
            <a:solidFill>
              <a:srgbClr val="3B5B52">
                <a:alpha val="85000"/>
              </a:srgbClr>
            </a:solidFill>
            <a:prstDash val="solid"/>
          </a:ln>
        </p:spPr>
        <p:txBody>
          <a:bodyPr/>
          <a:lstStyle/>
          <a:p>
            <a:endParaRPr lang="en-GB"/>
          </a:p>
        </p:txBody>
      </p:sp>
      <p:sp>
        <p:nvSpPr>
          <p:cNvPr id="42" name="Text 40"/>
          <p:cNvSpPr/>
          <p:nvPr/>
        </p:nvSpPr>
        <p:spPr>
          <a:xfrm>
            <a:off x="822960" y="4096512"/>
            <a:ext cx="2057400"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000" b="1" i="0">
                <a:solidFill>
                  <a:srgbClr val="8ED3BE"/>
                </a:solidFill>
                <a:latin typeface="Aptos" pitchFamily="34" charset="0"/>
                <a:ea typeface="Aptos" pitchFamily="34" charset="-122"/>
                <a:cs typeface="Aptos" pitchFamily="34" charset="-120"/>
              </a:rPr>
              <a:t>MAIN TAKEAWAYS</a:t>
            </a:r>
            <a:endParaRPr lang="en-US" sz="580"/>
          </a:p>
        </p:txBody>
      </p:sp>
      <p:sp>
        <p:nvSpPr>
          <p:cNvPr id="43" name="Text 41"/>
          <p:cNvSpPr/>
          <p:nvPr/>
        </p:nvSpPr>
        <p:spPr>
          <a:xfrm>
            <a:off x="822960" y="4379976"/>
            <a:ext cx="2971800" cy="612648"/>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2100" b="1" i="0">
                <a:solidFill>
                  <a:srgbClr val="FFFFFF"/>
                </a:solidFill>
                <a:latin typeface="Aptos Display" pitchFamily="34" charset="0"/>
                <a:ea typeface="Aptos" pitchFamily="34" charset="-122"/>
                <a:cs typeface="Aptos" pitchFamily="34" charset="-120"/>
              </a:rPr>
              <a:t>Physical-risk data,</a:t>
            </a:r>
            <a:endParaRPr lang="en-US" sz="1500"/>
          </a:p>
          <a:p>
            <a:pPr marL="0" indent="0" algn="l">
              <a:spcBef>
                <a:spcPts val="0"/>
              </a:spcBef>
              <a:spcAft>
                <a:spcPts val="0"/>
              </a:spcAft>
              <a:buNone/>
            </a:pPr>
            <a:r>
              <a:rPr lang="en-US" sz="2100" b="1" i="0">
                <a:solidFill>
                  <a:srgbClr val="FFFFFF"/>
                </a:solidFill>
                <a:latin typeface="Aptos Display" pitchFamily="34" charset="0"/>
                <a:ea typeface="Aptos" pitchFamily="34" charset="-122"/>
                <a:cs typeface="Aptos" pitchFamily="34" charset="-120"/>
              </a:rPr>
              <a:t>made budget-ready</a:t>
            </a:r>
            <a:endParaRPr lang="en-US" sz="1500"/>
          </a:p>
        </p:txBody>
      </p:sp>
      <p:sp>
        <p:nvSpPr>
          <p:cNvPr id="44" name="Text 42"/>
          <p:cNvSpPr/>
          <p:nvPr/>
        </p:nvSpPr>
        <p:spPr>
          <a:xfrm>
            <a:off x="822960" y="5093208"/>
            <a:ext cx="2880360" cy="566928"/>
          </a:xfrm>
          <a:prstGeom prst="rect">
            <a:avLst/>
          </a:prstGeom>
          <a:noFill/>
          <a:ln>
            <a:noFill/>
          </a:ln>
        </p:spPr>
        <p:txBody>
          <a:bodyPr wrap="square" lIns="0" tIns="0" rIns="0" bIns="0" rtlCol="0" anchor="ctr">
            <a:normAutofit fontScale="92500" lnSpcReduction="10000"/>
          </a:bodyPr>
          <a:lstStyle/>
          <a:p>
            <a:pPr marL="0" indent="0" algn="l">
              <a:spcBef>
                <a:spcPts val="0"/>
              </a:spcBef>
              <a:spcAft>
                <a:spcPts val="0"/>
              </a:spcAft>
              <a:buNone/>
            </a:pPr>
            <a:r>
              <a:rPr lang="en-US" sz="1100" b="0" i="0">
                <a:solidFill>
                  <a:srgbClr val="D7E5E0"/>
                </a:solidFill>
                <a:latin typeface="Aptos" pitchFamily="34" charset="0"/>
                <a:ea typeface="Aptos" pitchFamily="34" charset="-122"/>
                <a:cs typeface="Aptos" pitchFamily="34" charset="-120"/>
              </a:rPr>
              <a:t>AI converts overlooked information in municipal budgets into structured evidence for climate-risk assessment, while keeping validation and financial decisions under human control.</a:t>
            </a:r>
            <a:endParaRPr lang="en-US" sz="810"/>
          </a:p>
        </p:txBody>
      </p:sp>
      <p:sp>
        <p:nvSpPr>
          <p:cNvPr id="45" name="Text 43"/>
          <p:cNvSpPr/>
          <p:nvPr/>
        </p:nvSpPr>
        <p:spPr>
          <a:xfrm>
            <a:off x="41330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01</a:t>
            </a:r>
            <a:endParaRPr lang="en-US" sz="600"/>
          </a:p>
        </p:txBody>
      </p:sp>
      <p:sp>
        <p:nvSpPr>
          <p:cNvPr id="46" name="Text 44"/>
          <p:cNvSpPr/>
          <p:nvPr/>
        </p:nvSpPr>
        <p:spPr>
          <a:xfrm>
            <a:off x="4133088" y="4462272"/>
            <a:ext cx="1572768" cy="292608"/>
          </a:xfrm>
          <a:prstGeom prst="rect">
            <a:avLst/>
          </a:prstGeom>
          <a:noFill/>
          <a:ln>
            <a:noFill/>
          </a:ln>
        </p:spPr>
        <p:txBody>
          <a:bodyPr wrap="square" lIns="0" tIns="0" rIns="0" bIns="0" rtlCol="0" anchor="ctr">
            <a:normAutofit fontScale="92500"/>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Close critical data gaps</a:t>
            </a:r>
            <a:endParaRPr lang="en-US" sz="930"/>
          </a:p>
        </p:txBody>
      </p:sp>
      <p:sp>
        <p:nvSpPr>
          <p:cNvPr id="47" name="Text 45"/>
          <p:cNvSpPr/>
          <p:nvPr/>
        </p:nvSpPr>
        <p:spPr>
          <a:xfrm>
            <a:off x="41330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Recover geolocation and asset-type evidence already embedded in public budget records.</a:t>
            </a:r>
            <a:endParaRPr lang="en-US" sz="780"/>
          </a:p>
        </p:txBody>
      </p:sp>
      <p:sp>
        <p:nvSpPr>
          <p:cNvPr id="48" name="Text 46"/>
          <p:cNvSpPr/>
          <p:nvPr/>
        </p:nvSpPr>
        <p:spPr>
          <a:xfrm>
            <a:off x="59618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02</a:t>
            </a:r>
            <a:endParaRPr lang="en-US" sz="600"/>
          </a:p>
        </p:txBody>
      </p:sp>
      <p:sp>
        <p:nvSpPr>
          <p:cNvPr id="49" name="Text 47"/>
          <p:cNvSpPr/>
          <p:nvPr/>
        </p:nvSpPr>
        <p:spPr>
          <a:xfrm>
            <a:off x="5961888" y="4462272"/>
            <a:ext cx="1572768" cy="292608"/>
          </a:xfrm>
          <a:prstGeom prst="rect">
            <a:avLst/>
          </a:prstGeom>
          <a:noFill/>
          <a:ln>
            <a:noFill/>
          </a:ln>
        </p:spPr>
        <p:txBody>
          <a:bodyPr wrap="square" lIns="0" tIns="0" rIns="0" bIns="0" rtlCol="0" anchor="ctr">
            <a:normAutofit fontScale="92500"/>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Enable risk assessment</a:t>
            </a:r>
            <a:endParaRPr lang="en-US" sz="930"/>
          </a:p>
        </p:txBody>
      </p:sp>
      <p:sp>
        <p:nvSpPr>
          <p:cNvPr id="50" name="Text 48"/>
          <p:cNvSpPr/>
          <p:nvPr/>
        </p:nvSpPr>
        <p:spPr>
          <a:xfrm>
            <a:off x="59618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Create structured inputs for exposure and vulnerability analysis in the HEV model.</a:t>
            </a:r>
            <a:endParaRPr lang="en-US" sz="780"/>
          </a:p>
        </p:txBody>
      </p:sp>
      <p:sp>
        <p:nvSpPr>
          <p:cNvPr id="51" name="Text 49"/>
          <p:cNvSpPr/>
          <p:nvPr/>
        </p:nvSpPr>
        <p:spPr>
          <a:xfrm>
            <a:off x="77906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03</a:t>
            </a:r>
            <a:endParaRPr lang="en-US" sz="600"/>
          </a:p>
        </p:txBody>
      </p:sp>
      <p:sp>
        <p:nvSpPr>
          <p:cNvPr id="52" name="Text 50"/>
          <p:cNvSpPr/>
          <p:nvPr/>
        </p:nvSpPr>
        <p:spPr>
          <a:xfrm>
            <a:off x="7790688" y="4462272"/>
            <a:ext cx="1572768" cy="292608"/>
          </a:xfrm>
          <a:prstGeom prst="rect">
            <a:avLst/>
          </a:prstGeom>
          <a:noFill/>
          <a:ln>
            <a:noFill/>
          </a:ln>
        </p:spPr>
        <p:txBody>
          <a:bodyPr wrap="square" lIns="0" tIns="0" rIns="0" bIns="0" rtlCol="0" anchor="ctr">
            <a:normAutofit fontScale="92500" lnSpcReduction="20000"/>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Human validation at scale</a:t>
            </a:r>
            <a:endParaRPr lang="en-US" sz="930"/>
          </a:p>
        </p:txBody>
      </p:sp>
      <p:sp>
        <p:nvSpPr>
          <p:cNvPr id="53" name="Text 51"/>
          <p:cNvSpPr/>
          <p:nvPr/>
        </p:nvSpPr>
        <p:spPr>
          <a:xfrm>
            <a:off x="77906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Route uncertain or high-impact extractions to reviewers through a proportionate workflow.</a:t>
            </a:r>
            <a:endParaRPr lang="en-US" sz="780"/>
          </a:p>
        </p:txBody>
      </p:sp>
      <p:sp>
        <p:nvSpPr>
          <p:cNvPr id="54" name="Text 52"/>
          <p:cNvSpPr/>
          <p:nvPr/>
        </p:nvSpPr>
        <p:spPr>
          <a:xfrm>
            <a:off x="96194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04</a:t>
            </a:r>
            <a:endParaRPr lang="en-US" sz="600"/>
          </a:p>
        </p:txBody>
      </p:sp>
      <p:sp>
        <p:nvSpPr>
          <p:cNvPr id="55" name="Text 53"/>
          <p:cNvSpPr/>
          <p:nvPr/>
        </p:nvSpPr>
        <p:spPr>
          <a:xfrm>
            <a:off x="9619488" y="4462272"/>
            <a:ext cx="1572768" cy="292608"/>
          </a:xfrm>
          <a:prstGeom prst="rect">
            <a:avLst/>
          </a:prstGeom>
          <a:noFill/>
          <a:ln>
            <a:noFill/>
          </a:ln>
        </p:spPr>
        <p:txBody>
          <a:bodyPr wrap="square" lIns="0" tIns="0" rIns="0" bIns="0" rtlCol="0" anchor="ctr">
            <a:normAutofit fontScale="92500" lnSpcReduction="20000"/>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Greener financial decisions</a:t>
            </a:r>
            <a:endParaRPr lang="en-US" sz="930"/>
          </a:p>
        </p:txBody>
      </p:sp>
      <p:sp>
        <p:nvSpPr>
          <p:cNvPr id="56" name="Text 54"/>
          <p:cNvSpPr/>
          <p:nvPr/>
        </p:nvSpPr>
        <p:spPr>
          <a:xfrm>
            <a:off x="96194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Give public authorities a stronger evidence base for climate-aware budgeting and risk management.</a:t>
            </a:r>
            <a:endParaRPr lang="en-US" sz="780"/>
          </a:p>
        </p:txBody>
      </p:sp>
      <p:sp>
        <p:nvSpPr>
          <p:cNvPr id="57" name="Slide Number Placeholder 0"/>
          <p:cNvSpPr>
            <a:spLocks noGrp="1"/>
          </p:cNvSpPr>
          <p:nvPr>
            <p:ph type="sldNum" sz="quarter" idx="4294967295"/>
          </p:nvPr>
        </p:nvSpPr>
        <p:spPr>
          <a:xfrm>
            <a:off x="11686032" y="6510528"/>
            <a:ext cx="182880" cy="164592"/>
          </a:xfrm>
          <a:prstGeom prst="rect">
            <a:avLst/>
          </a:prstGeom>
          <a:extLst>
            <a:ext uri="{C572A759-6A51-4108-AA02-DFA0A04FC94B}">
              <ma14:wrappingTextBoxFlag xmlns:ma14="http://schemas.microsoft.com/office/mac/drawingml/2011/main" xmlns="" val="0"/>
            </a:ext>
          </a:extLst>
        </p:spPr>
        <p:txBody>
          <a:bodyPr/>
          <a:lstStyle>
            <a:lvl1pPr>
              <a:defRPr sz="500">
                <a:solidFill>
                  <a:srgbClr val="6D817A"/>
                </a:solidFill>
              </a:defRPr>
            </a:lvl1pPr>
          </a:lstStyle>
          <a:p>
            <a:pPr algn="l"/>
            <a:fld id="{F7021451-1387-4CA6-816F-3879F97B5CBC}" type="slidenum">
              <a:rPr lang="en-US" b="0"/>
              <a:t>22</a:t>
            </a:fld>
            <a:endParaRPr lang="en-US"/>
          </a:p>
        </p:txBody>
      </p:sp>
    </p:spTree>
    <p:extLst>
      <p:ext uri="{BB962C8B-B14F-4D97-AF65-F5344CB8AC3E}">
        <p14:creationId xmlns:p14="http://schemas.microsoft.com/office/powerpoint/2010/main" val="25275128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1" cy="1"/>
          <a:chOff x="0" y="0"/>
          <a:chExt cx="1" cy="1"/>
        </a:xfrm>
      </p:grpSpPr>
      <p:sp>
        <p:nvSpPr>
          <p:cNvPr id="2" name="Text 0"/>
          <p:cNvSpPr/>
          <p:nvPr/>
        </p:nvSpPr>
        <p:spPr>
          <a:xfrm>
            <a:off x="530352" y="274320"/>
            <a:ext cx="8412480" cy="5212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2000" b="1" i="0" dirty="0">
                <a:solidFill>
                  <a:srgbClr val="14352D"/>
                </a:solidFill>
                <a:latin typeface="Aptos Display" pitchFamily="34" charset="0"/>
                <a:ea typeface="Aptos" pitchFamily="34" charset="-122"/>
                <a:cs typeface="Aptos" pitchFamily="34" charset="-120"/>
              </a:rPr>
              <a:t>From fragmented assessment practices to consistent, AI-supported decisions</a:t>
            </a:r>
            <a:endParaRPr lang="en-US" sz="1800" dirty="0"/>
          </a:p>
        </p:txBody>
      </p:sp>
      <p:sp>
        <p:nvSpPr>
          <p:cNvPr id="3" name="Text 1"/>
          <p:cNvSpPr/>
          <p:nvPr/>
        </p:nvSpPr>
        <p:spPr>
          <a:xfrm>
            <a:off x="548640" y="730821"/>
            <a:ext cx="7717536" cy="1371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b="0" i="0" dirty="0">
                <a:solidFill>
                  <a:srgbClr val="55716A"/>
                </a:solidFill>
                <a:latin typeface="Aptos" pitchFamily="34" charset="0"/>
                <a:ea typeface="Aptos" pitchFamily="34" charset="-122"/>
                <a:cs typeface="Aptos" pitchFamily="34" charset="-120"/>
              </a:rPr>
              <a:t>Impact Assessment in the Age of Artificial Intelligence – Italian experience</a:t>
            </a:r>
            <a:endParaRPr lang="en-US" dirty="0"/>
          </a:p>
        </p:txBody>
      </p:sp>
      <p:sp>
        <p:nvSpPr>
          <p:cNvPr id="4" name="Shape 2"/>
          <p:cNvSpPr/>
          <p:nvPr/>
        </p:nvSpPr>
        <p:spPr>
          <a:xfrm>
            <a:off x="9144000" y="329184"/>
            <a:ext cx="2496312" cy="566928"/>
          </a:xfrm>
          <a:prstGeom prst="roundRect">
            <a:avLst/>
          </a:prstGeom>
          <a:solidFill>
            <a:srgbClr val="DFF2EA"/>
          </a:solidFill>
          <a:ln w="12700">
            <a:solidFill>
              <a:srgbClr val="9ACDBD"/>
            </a:solidFill>
            <a:prstDash val="solid"/>
          </a:ln>
        </p:spPr>
        <p:txBody>
          <a:bodyPr/>
          <a:lstStyle/>
          <a:p>
            <a:endParaRPr lang="en-GB"/>
          </a:p>
        </p:txBody>
      </p:sp>
      <p:sp>
        <p:nvSpPr>
          <p:cNvPr id="6" name="Text 4"/>
          <p:cNvSpPr/>
          <p:nvPr/>
        </p:nvSpPr>
        <p:spPr>
          <a:xfrm>
            <a:off x="9294724" y="434290"/>
            <a:ext cx="2194660" cy="347472"/>
          </a:xfrm>
          <a:prstGeom prst="rect">
            <a:avLst/>
          </a:prstGeom>
          <a:noFill/>
          <a:ln>
            <a:noFill/>
          </a:ln>
        </p:spPr>
        <p:txBody>
          <a:bodyPr wrap="square" lIns="0" tIns="0" rIns="0" bIns="0" rtlCol="0" anchor="ctr">
            <a:normAutofit/>
          </a:bodyPr>
          <a:lstStyle/>
          <a:p>
            <a:pPr marL="0" indent="0" algn="ctr">
              <a:spcBef>
                <a:spcPts val="0"/>
              </a:spcBef>
              <a:spcAft>
                <a:spcPts val="0"/>
              </a:spcAft>
              <a:buNone/>
            </a:pPr>
            <a:r>
              <a:rPr lang="en-US" sz="1150" b="1" i="0" dirty="0">
                <a:solidFill>
                  <a:srgbClr val="14352D"/>
                </a:solidFill>
                <a:latin typeface="Aptos" pitchFamily="34" charset="0"/>
                <a:ea typeface="Aptos" pitchFamily="34" charset="-122"/>
                <a:cs typeface="Aptos" pitchFamily="34" charset="-120"/>
              </a:rPr>
              <a:t>AI Applications &amp; Value Creation</a:t>
            </a:r>
            <a:endParaRPr lang="en-US" sz="610" dirty="0"/>
          </a:p>
        </p:txBody>
      </p:sp>
      <p:sp>
        <p:nvSpPr>
          <p:cNvPr id="7" name="Shape 5"/>
          <p:cNvSpPr/>
          <p:nvPr/>
        </p:nvSpPr>
        <p:spPr>
          <a:xfrm>
            <a:off x="548640" y="1234440"/>
            <a:ext cx="3547872" cy="1060704"/>
          </a:xfrm>
          <a:prstGeom prst="roundRect">
            <a:avLst>
              <a:gd name="adj" fmla="val 6098"/>
            </a:avLst>
          </a:prstGeom>
          <a:solidFill>
            <a:srgbClr val="EAF4F0"/>
          </a:solidFill>
          <a:ln w="10160">
            <a:solidFill>
              <a:srgbClr val="C8D8D2"/>
            </a:solidFill>
            <a:prstDash val="solid"/>
          </a:ln>
        </p:spPr>
        <p:txBody>
          <a:bodyPr/>
          <a:lstStyle/>
          <a:p>
            <a:endParaRPr lang="en-GB"/>
          </a:p>
        </p:txBody>
      </p:sp>
      <p:sp>
        <p:nvSpPr>
          <p:cNvPr id="8" name="Shape 6"/>
          <p:cNvSpPr/>
          <p:nvPr/>
        </p:nvSpPr>
        <p:spPr>
          <a:xfrm>
            <a:off x="713232"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9" name="Text 7"/>
          <p:cNvSpPr/>
          <p:nvPr/>
        </p:nvSpPr>
        <p:spPr>
          <a:xfrm>
            <a:off x="713232"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2</a:t>
            </a:r>
            <a:endParaRPr lang="en-US" sz="700"/>
          </a:p>
        </p:txBody>
      </p:sp>
      <p:sp>
        <p:nvSpPr>
          <p:cNvPr id="10" name="Text 8"/>
          <p:cNvSpPr/>
          <p:nvPr/>
        </p:nvSpPr>
        <p:spPr>
          <a:xfrm>
            <a:off x="1115568"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Challenge / opportunity</a:t>
            </a:r>
            <a:endParaRPr lang="en-US" sz="820"/>
          </a:p>
        </p:txBody>
      </p:sp>
      <p:sp>
        <p:nvSpPr>
          <p:cNvPr id="11" name="Text 9"/>
          <p:cNvSpPr/>
          <p:nvPr/>
        </p:nvSpPr>
        <p:spPr>
          <a:xfrm>
            <a:off x="731520" y="1719072"/>
            <a:ext cx="3182112" cy="420624"/>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1019" b="0" i="0" dirty="0">
                <a:solidFill>
                  <a:srgbClr val="344A44"/>
                </a:solidFill>
                <a:latin typeface="Aptos" pitchFamily="34" charset="0"/>
                <a:ea typeface="Aptos" pitchFamily="34" charset="-122"/>
                <a:cs typeface="Aptos" pitchFamily="34" charset="-120"/>
              </a:rPr>
              <a:t>Different authorities apply varied criteria and methods, creating inconsistent assessments and high demands on expert capacity.</a:t>
            </a:r>
            <a:endParaRPr lang="en-US" sz="665" dirty="0"/>
          </a:p>
        </p:txBody>
      </p:sp>
      <p:sp>
        <p:nvSpPr>
          <p:cNvPr id="12" name="Shape 10"/>
          <p:cNvSpPr/>
          <p:nvPr/>
        </p:nvSpPr>
        <p:spPr>
          <a:xfrm>
            <a:off x="4315968" y="1234440"/>
            <a:ext cx="3547872" cy="1060704"/>
          </a:xfrm>
          <a:prstGeom prst="roundRect">
            <a:avLst>
              <a:gd name="adj" fmla="val 6098"/>
            </a:avLst>
          </a:prstGeom>
          <a:solidFill>
            <a:srgbClr val="EAF4F0"/>
          </a:solidFill>
          <a:ln w="10160">
            <a:solidFill>
              <a:srgbClr val="C8D8D2"/>
            </a:solidFill>
            <a:prstDash val="solid"/>
          </a:ln>
        </p:spPr>
        <p:txBody>
          <a:bodyPr/>
          <a:lstStyle/>
          <a:p>
            <a:endParaRPr lang="en-GB"/>
          </a:p>
        </p:txBody>
      </p:sp>
      <p:sp>
        <p:nvSpPr>
          <p:cNvPr id="13" name="Shape 11"/>
          <p:cNvSpPr/>
          <p:nvPr/>
        </p:nvSpPr>
        <p:spPr>
          <a:xfrm>
            <a:off x="4480560"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14" name="Text 12"/>
          <p:cNvSpPr/>
          <p:nvPr/>
        </p:nvSpPr>
        <p:spPr>
          <a:xfrm>
            <a:off x="4480560"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3</a:t>
            </a:r>
            <a:endParaRPr lang="en-US" sz="700"/>
          </a:p>
        </p:txBody>
      </p:sp>
      <p:sp>
        <p:nvSpPr>
          <p:cNvPr id="15" name="Text 13"/>
          <p:cNvSpPr/>
          <p:nvPr/>
        </p:nvSpPr>
        <p:spPr>
          <a:xfrm>
            <a:off x="4882896"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Proposed use of AI</a:t>
            </a:r>
            <a:endParaRPr lang="en-US" sz="820"/>
          </a:p>
        </p:txBody>
      </p:sp>
      <p:sp>
        <p:nvSpPr>
          <p:cNvPr id="16" name="Text 14"/>
          <p:cNvSpPr/>
          <p:nvPr/>
        </p:nvSpPr>
        <p:spPr>
          <a:xfrm>
            <a:off x="4498848" y="1719072"/>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dirty="0" err="1">
                <a:solidFill>
                  <a:srgbClr val="344A44"/>
                </a:solidFill>
                <a:latin typeface="Aptos" pitchFamily="34" charset="0"/>
              </a:rPr>
              <a:t>Analyse</a:t>
            </a:r>
            <a:r>
              <a:rPr lang="en-US" sz="1000" dirty="0">
                <a:solidFill>
                  <a:srgbClr val="344A44"/>
                </a:solidFill>
                <a:latin typeface="Aptos" pitchFamily="34" charset="0"/>
              </a:rPr>
              <a:t> technical documentation, baseline and monitoring data, consultation inputs and project information to generate traceable decision-support outputs.</a:t>
            </a:r>
          </a:p>
        </p:txBody>
      </p:sp>
      <p:sp>
        <p:nvSpPr>
          <p:cNvPr id="17" name="Shape 15"/>
          <p:cNvSpPr/>
          <p:nvPr/>
        </p:nvSpPr>
        <p:spPr>
          <a:xfrm>
            <a:off x="8083296" y="1234440"/>
            <a:ext cx="3547872" cy="1060704"/>
          </a:xfrm>
          <a:prstGeom prst="roundRect">
            <a:avLst>
              <a:gd name="adj" fmla="val 6098"/>
            </a:avLst>
          </a:prstGeom>
          <a:solidFill>
            <a:srgbClr val="EAF4F0"/>
          </a:solidFill>
          <a:ln w="10160">
            <a:solidFill>
              <a:srgbClr val="C8D8D2"/>
            </a:solidFill>
            <a:prstDash val="solid"/>
          </a:ln>
        </p:spPr>
        <p:txBody>
          <a:bodyPr/>
          <a:lstStyle/>
          <a:p>
            <a:endParaRPr lang="en-GB"/>
          </a:p>
        </p:txBody>
      </p:sp>
      <p:sp>
        <p:nvSpPr>
          <p:cNvPr id="18" name="Shape 16"/>
          <p:cNvSpPr/>
          <p:nvPr/>
        </p:nvSpPr>
        <p:spPr>
          <a:xfrm>
            <a:off x="8247888"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19" name="Text 17"/>
          <p:cNvSpPr/>
          <p:nvPr/>
        </p:nvSpPr>
        <p:spPr>
          <a:xfrm>
            <a:off x="8247888"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4</a:t>
            </a:r>
            <a:endParaRPr lang="en-US" sz="700"/>
          </a:p>
        </p:txBody>
      </p:sp>
      <p:sp>
        <p:nvSpPr>
          <p:cNvPr id="20" name="Text 18"/>
          <p:cNvSpPr/>
          <p:nvPr/>
        </p:nvSpPr>
        <p:spPr>
          <a:xfrm>
            <a:off x="8650224"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Scope</a:t>
            </a:r>
            <a:endParaRPr lang="en-US" sz="820"/>
          </a:p>
        </p:txBody>
      </p:sp>
      <p:sp>
        <p:nvSpPr>
          <p:cNvPr id="21" name="Text 19"/>
          <p:cNvSpPr/>
          <p:nvPr/>
        </p:nvSpPr>
        <p:spPr>
          <a:xfrm>
            <a:off x="8266176" y="1719072"/>
            <a:ext cx="3182112" cy="420624"/>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1019" b="0" i="0">
                <a:solidFill>
                  <a:srgbClr val="344A44"/>
                </a:solidFill>
                <a:latin typeface="Aptos" pitchFamily="34" charset="0"/>
                <a:ea typeface="Aptos" pitchFamily="34" charset="-122"/>
                <a:cs typeface="Aptos" pitchFamily="34" charset="-120"/>
              </a:rPr>
              <a:t>EIA and SEA workflows across national, regional and local levels, including document management, impact analysis, cumulative effects and condition verification.</a:t>
            </a:r>
            <a:endParaRPr lang="en-US" sz="665"/>
          </a:p>
        </p:txBody>
      </p:sp>
      <p:sp>
        <p:nvSpPr>
          <p:cNvPr id="22" name="Shape 20"/>
          <p:cNvSpPr/>
          <p:nvPr/>
        </p:nvSpPr>
        <p:spPr>
          <a:xfrm>
            <a:off x="548640" y="2487168"/>
            <a:ext cx="3547872" cy="1060704"/>
          </a:xfrm>
          <a:prstGeom prst="roundRect">
            <a:avLst>
              <a:gd name="adj" fmla="val 6098"/>
            </a:avLst>
          </a:prstGeom>
          <a:solidFill>
            <a:srgbClr val="EAF4F0"/>
          </a:solidFill>
          <a:ln w="10160">
            <a:solidFill>
              <a:srgbClr val="C8D8D2"/>
            </a:solidFill>
            <a:prstDash val="solid"/>
          </a:ln>
        </p:spPr>
        <p:txBody>
          <a:bodyPr/>
          <a:lstStyle/>
          <a:p>
            <a:endParaRPr lang="en-GB"/>
          </a:p>
        </p:txBody>
      </p:sp>
      <p:sp>
        <p:nvSpPr>
          <p:cNvPr id="23" name="Shape 21"/>
          <p:cNvSpPr/>
          <p:nvPr/>
        </p:nvSpPr>
        <p:spPr>
          <a:xfrm>
            <a:off x="713232"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24" name="Text 22"/>
          <p:cNvSpPr/>
          <p:nvPr/>
        </p:nvSpPr>
        <p:spPr>
          <a:xfrm>
            <a:off x="713232"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5</a:t>
            </a:r>
            <a:endParaRPr lang="en-US" sz="700"/>
          </a:p>
        </p:txBody>
      </p:sp>
      <p:sp>
        <p:nvSpPr>
          <p:cNvPr id="25" name="Text 23"/>
          <p:cNvSpPr/>
          <p:nvPr/>
        </p:nvSpPr>
        <p:spPr>
          <a:xfrm>
            <a:off x="1115568"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Expected outcome</a:t>
            </a:r>
            <a:endParaRPr lang="en-US" sz="820"/>
          </a:p>
        </p:txBody>
      </p:sp>
      <p:sp>
        <p:nvSpPr>
          <p:cNvPr id="26" name="Text 24"/>
          <p:cNvSpPr/>
          <p:nvPr/>
        </p:nvSpPr>
        <p:spPr>
          <a:xfrm>
            <a:off x="731520" y="2971800"/>
            <a:ext cx="3182112" cy="420624"/>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1019" b="0" i="0">
                <a:solidFill>
                  <a:srgbClr val="344A44"/>
                </a:solidFill>
                <a:latin typeface="Aptos" pitchFamily="34" charset="0"/>
                <a:ea typeface="Aptos" pitchFamily="34" charset="-122"/>
                <a:cs typeface="Aptos" pitchFamily="34" charset="-120"/>
              </a:rPr>
              <a:t>A shared Environmental Governance Platform with common knowledge frameworks, impact coding and interoperable data, deployed through regional pilots.</a:t>
            </a:r>
            <a:endParaRPr lang="en-US" sz="665"/>
          </a:p>
        </p:txBody>
      </p:sp>
      <p:sp>
        <p:nvSpPr>
          <p:cNvPr id="27" name="Shape 25"/>
          <p:cNvSpPr/>
          <p:nvPr/>
        </p:nvSpPr>
        <p:spPr>
          <a:xfrm>
            <a:off x="4315968" y="2487168"/>
            <a:ext cx="3547872" cy="1060704"/>
          </a:xfrm>
          <a:prstGeom prst="roundRect">
            <a:avLst>
              <a:gd name="adj" fmla="val 6098"/>
            </a:avLst>
          </a:prstGeom>
          <a:solidFill>
            <a:srgbClr val="EAF4F0"/>
          </a:solidFill>
          <a:ln w="10160">
            <a:solidFill>
              <a:srgbClr val="C8D8D2"/>
            </a:solidFill>
            <a:prstDash val="solid"/>
          </a:ln>
        </p:spPr>
        <p:txBody>
          <a:bodyPr/>
          <a:lstStyle/>
          <a:p>
            <a:endParaRPr lang="en-GB"/>
          </a:p>
        </p:txBody>
      </p:sp>
      <p:sp>
        <p:nvSpPr>
          <p:cNvPr id="28" name="Shape 26"/>
          <p:cNvSpPr/>
          <p:nvPr/>
        </p:nvSpPr>
        <p:spPr>
          <a:xfrm>
            <a:off x="4480560"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29" name="Text 27"/>
          <p:cNvSpPr/>
          <p:nvPr/>
        </p:nvSpPr>
        <p:spPr>
          <a:xfrm>
            <a:off x="4480560"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6</a:t>
            </a:r>
            <a:endParaRPr lang="en-US" sz="700"/>
          </a:p>
        </p:txBody>
      </p:sp>
      <p:sp>
        <p:nvSpPr>
          <p:cNvPr id="30" name="Text 28"/>
          <p:cNvSpPr/>
          <p:nvPr/>
        </p:nvSpPr>
        <p:spPr>
          <a:xfrm>
            <a:off x="4882896"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Environmental + digital contribution</a:t>
            </a:r>
            <a:endParaRPr lang="en-US" sz="820"/>
          </a:p>
        </p:txBody>
      </p:sp>
      <p:sp>
        <p:nvSpPr>
          <p:cNvPr id="31" name="Text 29"/>
          <p:cNvSpPr/>
          <p:nvPr/>
        </p:nvSpPr>
        <p:spPr>
          <a:xfrm>
            <a:off x="4498848" y="2971800"/>
            <a:ext cx="3182112" cy="420624"/>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1019" b="0" i="0">
                <a:solidFill>
                  <a:srgbClr val="344A44"/>
                </a:solidFill>
                <a:latin typeface="Aptos" pitchFamily="34" charset="0"/>
                <a:ea typeface="Aptos" pitchFamily="34" charset="-122"/>
                <a:cs typeface="Aptos" pitchFamily="34" charset="-120"/>
              </a:rPr>
              <a:t>More systematic, evidence-based assessment and adaptive monitoring, combined with interoperable data, responsible automation and reusable digital services.</a:t>
            </a:r>
            <a:endParaRPr lang="en-US" sz="665"/>
          </a:p>
        </p:txBody>
      </p:sp>
      <p:sp>
        <p:nvSpPr>
          <p:cNvPr id="32" name="Shape 30"/>
          <p:cNvSpPr/>
          <p:nvPr/>
        </p:nvSpPr>
        <p:spPr>
          <a:xfrm>
            <a:off x="8083296" y="2487168"/>
            <a:ext cx="3547872" cy="1060704"/>
          </a:xfrm>
          <a:prstGeom prst="roundRect">
            <a:avLst>
              <a:gd name="adj" fmla="val 6098"/>
            </a:avLst>
          </a:prstGeom>
          <a:solidFill>
            <a:srgbClr val="EAF4F0"/>
          </a:solidFill>
          <a:ln w="10160">
            <a:solidFill>
              <a:srgbClr val="C8D8D2"/>
            </a:solidFill>
            <a:prstDash val="solid"/>
          </a:ln>
        </p:spPr>
        <p:txBody>
          <a:bodyPr/>
          <a:lstStyle/>
          <a:p>
            <a:endParaRPr lang="en-GB"/>
          </a:p>
        </p:txBody>
      </p:sp>
      <p:sp>
        <p:nvSpPr>
          <p:cNvPr id="33" name="Shape 31"/>
          <p:cNvSpPr/>
          <p:nvPr/>
        </p:nvSpPr>
        <p:spPr>
          <a:xfrm>
            <a:off x="8247888"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34" name="Text 32"/>
          <p:cNvSpPr/>
          <p:nvPr/>
        </p:nvSpPr>
        <p:spPr>
          <a:xfrm>
            <a:off x="8247888"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7</a:t>
            </a:r>
            <a:endParaRPr lang="en-US" sz="700"/>
          </a:p>
        </p:txBody>
      </p:sp>
      <p:sp>
        <p:nvSpPr>
          <p:cNvPr id="35" name="Text 33"/>
          <p:cNvSpPr/>
          <p:nvPr/>
        </p:nvSpPr>
        <p:spPr>
          <a:xfrm>
            <a:off x="8650224"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Key conditions</a:t>
            </a:r>
            <a:endParaRPr lang="en-US" sz="820"/>
          </a:p>
        </p:txBody>
      </p:sp>
      <p:sp>
        <p:nvSpPr>
          <p:cNvPr id="36" name="Text 34"/>
          <p:cNvSpPr/>
          <p:nvPr/>
        </p:nvSpPr>
        <p:spPr>
          <a:xfrm>
            <a:off x="8266176" y="2971800"/>
            <a:ext cx="3182112" cy="420624"/>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1019" b="0" i="0" dirty="0">
                <a:solidFill>
                  <a:srgbClr val="344A44"/>
                </a:solidFill>
                <a:latin typeface="Aptos" pitchFamily="34" charset="0"/>
                <a:ea typeface="Aptos" pitchFamily="34" charset="-122"/>
                <a:cs typeface="Aptos" pitchFamily="34" charset="-120"/>
              </a:rPr>
              <a:t>High-quality data, common methods, secure access, transparent and traceable outputs, expert skills, human oversight and monitoring of AI’s environmental footprint.</a:t>
            </a:r>
            <a:endParaRPr lang="en-US" sz="665" dirty="0"/>
          </a:p>
        </p:txBody>
      </p:sp>
      <p:sp>
        <p:nvSpPr>
          <p:cNvPr id="37" name="Shape 35"/>
          <p:cNvSpPr/>
          <p:nvPr/>
        </p:nvSpPr>
        <p:spPr>
          <a:xfrm>
            <a:off x="548640" y="3822192"/>
            <a:ext cx="11082528" cy="2331720"/>
          </a:xfrm>
          <a:prstGeom prst="roundRect">
            <a:avLst>
              <a:gd name="adj" fmla="val 3739"/>
            </a:avLst>
          </a:prstGeom>
          <a:solidFill>
            <a:srgbClr val="14352D"/>
          </a:solidFill>
          <a:ln w="12700">
            <a:solidFill>
              <a:srgbClr val="14352D"/>
            </a:solidFill>
            <a:prstDash val="solid"/>
          </a:ln>
        </p:spPr>
        <p:txBody>
          <a:bodyPr/>
          <a:lstStyle/>
          <a:p>
            <a:endParaRPr lang="en-GB"/>
          </a:p>
        </p:txBody>
      </p:sp>
      <p:sp>
        <p:nvSpPr>
          <p:cNvPr id="38" name="Text 36"/>
          <p:cNvSpPr/>
          <p:nvPr/>
        </p:nvSpPr>
        <p:spPr>
          <a:xfrm>
            <a:off x="822960" y="4096512"/>
            <a:ext cx="2057400"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000" b="1" i="0" kern="0" spc="170">
                <a:solidFill>
                  <a:srgbClr val="8ED3BE"/>
                </a:solidFill>
                <a:latin typeface="Aptos" pitchFamily="34" charset="0"/>
                <a:ea typeface="Aptos" pitchFamily="34" charset="-122"/>
                <a:cs typeface="Aptos" pitchFamily="34" charset="-120"/>
              </a:rPr>
              <a:t>MAIN TAKEAWAYS</a:t>
            </a:r>
            <a:endParaRPr lang="en-US" sz="570"/>
          </a:p>
        </p:txBody>
      </p:sp>
      <p:sp>
        <p:nvSpPr>
          <p:cNvPr id="39" name="Text 37"/>
          <p:cNvSpPr/>
          <p:nvPr/>
        </p:nvSpPr>
        <p:spPr>
          <a:xfrm>
            <a:off x="822960" y="4379976"/>
            <a:ext cx="2971800" cy="612648"/>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2100" b="1" i="0">
                <a:solidFill>
                  <a:srgbClr val="FFFFFF"/>
                </a:solidFill>
                <a:latin typeface="Aptos Display" pitchFamily="34" charset="0"/>
                <a:ea typeface="Aptos" pitchFamily="34" charset="-122"/>
                <a:cs typeface="Aptos" pitchFamily="34" charset="-120"/>
              </a:rPr>
              <a:t>Consistent assessment,</a:t>
            </a:r>
            <a:endParaRPr lang="en-US" sz="1450"/>
          </a:p>
          <a:p>
            <a:pPr marL="0" indent="0" algn="l">
              <a:spcBef>
                <a:spcPts val="0"/>
              </a:spcBef>
              <a:spcAft>
                <a:spcPts val="0"/>
              </a:spcAft>
              <a:buNone/>
            </a:pPr>
            <a:r>
              <a:rPr lang="en-US" sz="2100" b="1" i="0">
                <a:solidFill>
                  <a:srgbClr val="FFFFFF"/>
                </a:solidFill>
                <a:latin typeface="Aptos Display" pitchFamily="34" charset="0"/>
                <a:ea typeface="Aptos" pitchFamily="34" charset="-122"/>
                <a:cs typeface="Aptos" pitchFamily="34" charset="-120"/>
              </a:rPr>
              <a:t>accountable by design</a:t>
            </a:r>
            <a:endParaRPr lang="en-US" sz="1450"/>
          </a:p>
        </p:txBody>
      </p:sp>
      <p:sp>
        <p:nvSpPr>
          <p:cNvPr id="40" name="Text 38"/>
          <p:cNvSpPr/>
          <p:nvPr/>
        </p:nvSpPr>
        <p:spPr>
          <a:xfrm>
            <a:off x="822960" y="5093208"/>
            <a:ext cx="2880360" cy="566928"/>
          </a:xfrm>
          <a:prstGeom prst="rect">
            <a:avLst/>
          </a:prstGeom>
          <a:noFill/>
          <a:ln>
            <a:noFill/>
          </a:ln>
        </p:spPr>
        <p:txBody>
          <a:bodyPr wrap="square" lIns="0" tIns="0" rIns="0" bIns="0" rtlCol="0" anchor="ctr">
            <a:normAutofit fontScale="92500" lnSpcReduction="10000"/>
          </a:bodyPr>
          <a:lstStyle/>
          <a:p>
            <a:pPr marL="0" indent="0" algn="l">
              <a:spcBef>
                <a:spcPts val="0"/>
              </a:spcBef>
              <a:spcAft>
                <a:spcPts val="0"/>
              </a:spcAft>
              <a:buNone/>
            </a:pPr>
            <a:r>
              <a:rPr lang="en-US" sz="1100" b="0" i="0">
                <a:solidFill>
                  <a:srgbClr val="D7E5E0"/>
                </a:solidFill>
                <a:latin typeface="Aptos" pitchFamily="34" charset="0"/>
                <a:ea typeface="Aptos" pitchFamily="34" charset="-122"/>
                <a:cs typeface="Aptos" pitchFamily="34" charset="-120"/>
              </a:rPr>
              <a:t>AI strengthens coordination, evidence use and consistency across competent authorities while final environmental judgements remain with accountable human experts.</a:t>
            </a:r>
            <a:endParaRPr lang="en-US" sz="730"/>
          </a:p>
        </p:txBody>
      </p:sp>
      <p:sp>
        <p:nvSpPr>
          <p:cNvPr id="41" name="Text 39"/>
          <p:cNvSpPr/>
          <p:nvPr/>
        </p:nvSpPr>
        <p:spPr>
          <a:xfrm>
            <a:off x="41330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01</a:t>
            </a:r>
            <a:endParaRPr lang="en-US" sz="600"/>
          </a:p>
        </p:txBody>
      </p:sp>
      <p:sp>
        <p:nvSpPr>
          <p:cNvPr id="42" name="Text 40"/>
          <p:cNvSpPr/>
          <p:nvPr/>
        </p:nvSpPr>
        <p:spPr>
          <a:xfrm>
            <a:off x="4133088" y="4462272"/>
            <a:ext cx="1572768" cy="29260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Harmonised methods</a:t>
            </a:r>
            <a:endParaRPr lang="en-US" sz="820"/>
          </a:p>
        </p:txBody>
      </p:sp>
      <p:sp>
        <p:nvSpPr>
          <p:cNvPr id="43" name="Text 41"/>
          <p:cNvSpPr/>
          <p:nvPr/>
        </p:nvSpPr>
        <p:spPr>
          <a:xfrm>
            <a:off x="41330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Shared frameworks and impact coding reduce variation across national, regional and local procedures.</a:t>
            </a:r>
            <a:endParaRPr lang="en-US" sz="690"/>
          </a:p>
        </p:txBody>
      </p:sp>
      <p:sp>
        <p:nvSpPr>
          <p:cNvPr id="44" name="Shape 42"/>
          <p:cNvSpPr/>
          <p:nvPr/>
        </p:nvSpPr>
        <p:spPr>
          <a:xfrm>
            <a:off x="5797296" y="4315968"/>
            <a:ext cx="0" cy="1353312"/>
          </a:xfrm>
          <a:prstGeom prst="line">
            <a:avLst/>
          </a:prstGeom>
          <a:noFill/>
          <a:ln w="12700">
            <a:solidFill>
              <a:srgbClr val="3B5B52"/>
            </a:solidFill>
            <a:prstDash val="solid"/>
          </a:ln>
        </p:spPr>
        <p:txBody>
          <a:bodyPr/>
          <a:lstStyle/>
          <a:p>
            <a:endParaRPr lang="en-GB"/>
          </a:p>
        </p:txBody>
      </p:sp>
      <p:sp>
        <p:nvSpPr>
          <p:cNvPr id="45" name="Text 43"/>
          <p:cNvSpPr/>
          <p:nvPr/>
        </p:nvSpPr>
        <p:spPr>
          <a:xfrm>
            <a:off x="59618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02</a:t>
            </a:r>
            <a:endParaRPr lang="en-US" sz="600"/>
          </a:p>
        </p:txBody>
      </p:sp>
      <p:sp>
        <p:nvSpPr>
          <p:cNvPr id="46" name="Text 44"/>
          <p:cNvSpPr/>
          <p:nvPr/>
        </p:nvSpPr>
        <p:spPr>
          <a:xfrm>
            <a:off x="5961888" y="4462272"/>
            <a:ext cx="1572768" cy="29260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Evidence at scale</a:t>
            </a:r>
            <a:endParaRPr lang="en-US" sz="820"/>
          </a:p>
        </p:txBody>
      </p:sp>
      <p:sp>
        <p:nvSpPr>
          <p:cNvPr id="47" name="Text 45"/>
          <p:cNvSpPr/>
          <p:nvPr/>
        </p:nvSpPr>
        <p:spPr>
          <a:xfrm>
            <a:off x="59618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AI helps experts navigate large documentation sets, environmental data and cumulative impacts more efficiently.</a:t>
            </a:r>
            <a:endParaRPr lang="en-US" sz="690"/>
          </a:p>
        </p:txBody>
      </p:sp>
      <p:sp>
        <p:nvSpPr>
          <p:cNvPr id="48" name="Shape 46"/>
          <p:cNvSpPr/>
          <p:nvPr/>
        </p:nvSpPr>
        <p:spPr>
          <a:xfrm>
            <a:off x="7626096" y="4315968"/>
            <a:ext cx="0" cy="1353312"/>
          </a:xfrm>
          <a:prstGeom prst="line">
            <a:avLst/>
          </a:prstGeom>
          <a:noFill/>
          <a:ln w="12700">
            <a:solidFill>
              <a:srgbClr val="3B5B52"/>
            </a:solidFill>
            <a:prstDash val="solid"/>
          </a:ln>
        </p:spPr>
        <p:txBody>
          <a:bodyPr/>
          <a:lstStyle/>
          <a:p>
            <a:endParaRPr lang="en-GB"/>
          </a:p>
        </p:txBody>
      </p:sp>
      <p:sp>
        <p:nvSpPr>
          <p:cNvPr id="49" name="Text 47"/>
          <p:cNvSpPr/>
          <p:nvPr/>
        </p:nvSpPr>
        <p:spPr>
          <a:xfrm>
            <a:off x="77906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03</a:t>
            </a:r>
            <a:endParaRPr lang="en-US" sz="600"/>
          </a:p>
        </p:txBody>
      </p:sp>
      <p:sp>
        <p:nvSpPr>
          <p:cNvPr id="50" name="Text 48"/>
          <p:cNvSpPr/>
          <p:nvPr/>
        </p:nvSpPr>
        <p:spPr>
          <a:xfrm>
            <a:off x="7790688" y="4462272"/>
            <a:ext cx="1572768" cy="292608"/>
          </a:xfrm>
          <a:prstGeom prst="rect">
            <a:avLst/>
          </a:prstGeom>
          <a:noFill/>
          <a:ln>
            <a:noFill/>
          </a:ln>
        </p:spPr>
        <p:txBody>
          <a:bodyPr wrap="square" lIns="0" tIns="0" rIns="0" bIns="0" rtlCol="0" anchor="ctr">
            <a:normAutofit fontScale="92500" lnSpcReduction="20000"/>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Human authority retained</a:t>
            </a:r>
            <a:endParaRPr lang="en-US" sz="820"/>
          </a:p>
        </p:txBody>
      </p:sp>
      <p:sp>
        <p:nvSpPr>
          <p:cNvPr id="51" name="Text 49"/>
          <p:cNvSpPr/>
          <p:nvPr/>
        </p:nvSpPr>
        <p:spPr>
          <a:xfrm>
            <a:off x="77906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AI provides decision support only; competent authorities validate evidence and remain responsible for final determinations.</a:t>
            </a:r>
            <a:endParaRPr lang="en-US" sz="690"/>
          </a:p>
        </p:txBody>
      </p:sp>
      <p:sp>
        <p:nvSpPr>
          <p:cNvPr id="52" name="Shape 50"/>
          <p:cNvSpPr/>
          <p:nvPr/>
        </p:nvSpPr>
        <p:spPr>
          <a:xfrm>
            <a:off x="9454896" y="4315968"/>
            <a:ext cx="0" cy="1353312"/>
          </a:xfrm>
          <a:prstGeom prst="line">
            <a:avLst/>
          </a:prstGeom>
          <a:noFill/>
          <a:ln w="12700">
            <a:solidFill>
              <a:srgbClr val="3B5B52"/>
            </a:solidFill>
            <a:prstDash val="solid"/>
          </a:ln>
        </p:spPr>
        <p:txBody>
          <a:bodyPr/>
          <a:lstStyle/>
          <a:p>
            <a:endParaRPr lang="en-GB"/>
          </a:p>
        </p:txBody>
      </p:sp>
      <p:sp>
        <p:nvSpPr>
          <p:cNvPr id="53" name="Text 51"/>
          <p:cNvSpPr/>
          <p:nvPr/>
        </p:nvSpPr>
        <p:spPr>
          <a:xfrm>
            <a:off x="96194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04</a:t>
            </a:r>
            <a:endParaRPr lang="en-US" sz="600"/>
          </a:p>
        </p:txBody>
      </p:sp>
      <p:sp>
        <p:nvSpPr>
          <p:cNvPr id="54" name="Text 52"/>
          <p:cNvSpPr/>
          <p:nvPr/>
        </p:nvSpPr>
        <p:spPr>
          <a:xfrm>
            <a:off x="9619488" y="4462272"/>
            <a:ext cx="1572768" cy="29260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Reusable governance</a:t>
            </a:r>
            <a:endParaRPr lang="en-US" sz="820"/>
          </a:p>
        </p:txBody>
      </p:sp>
      <p:sp>
        <p:nvSpPr>
          <p:cNvPr id="55" name="Text 53"/>
          <p:cNvSpPr/>
          <p:nvPr/>
        </p:nvSpPr>
        <p:spPr>
          <a:xfrm>
            <a:off x="96194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The EGP supports pilots, interoperable services and progressive deployment across territories and administrative levels.</a:t>
            </a:r>
            <a:endParaRPr lang="en-US" sz="690"/>
          </a:p>
        </p:txBody>
      </p:sp>
      <p:sp>
        <p:nvSpPr>
          <p:cNvPr id="56" name="Slide Number Placeholder 0"/>
          <p:cNvSpPr>
            <a:spLocks noGrp="1"/>
          </p:cNvSpPr>
          <p:nvPr>
            <p:ph type="sldNum" sz="quarter" idx="4294967295"/>
          </p:nvPr>
        </p:nvSpPr>
        <p:spPr>
          <a:xfrm>
            <a:off x="11686032" y="6510528"/>
            <a:ext cx="182880" cy="164592"/>
          </a:xfrm>
          <a:prstGeom prst="rect">
            <a:avLst/>
          </a:prstGeom>
          <a:extLst>
            <a:ext uri="{C572A759-6A51-4108-AA02-DFA0A04FC94B}">
              <ma14:wrappingTextBoxFlag xmlns:ma14="http://schemas.microsoft.com/office/mac/drawingml/2011/main" xmlns="" val="0"/>
            </a:ext>
          </a:extLst>
        </p:spPr>
        <p:txBody>
          <a:bodyPr/>
          <a:lstStyle>
            <a:lvl1pPr>
              <a:defRPr sz="500">
                <a:solidFill>
                  <a:srgbClr val="80918B"/>
                </a:solidFill>
                <a:latin typeface="Aptos"/>
                <a:ea typeface="Aptos"/>
                <a:cs typeface="Aptos"/>
              </a:defRPr>
            </a:lvl1pPr>
          </a:lstStyle>
          <a:p>
            <a:pPr algn="l"/>
            <a:fld id="{F7021451-1387-4CA6-816F-3879F97B5CBC}" type="slidenum">
              <a:rPr lang="en-US" b="0"/>
              <a:t>23</a:t>
            </a:fld>
            <a:endParaRPr lang="en-US"/>
          </a:p>
        </p:txBody>
      </p:sp>
    </p:spTree>
    <p:extLst>
      <p:ext uri="{BB962C8B-B14F-4D97-AF65-F5344CB8AC3E}">
        <p14:creationId xmlns:p14="http://schemas.microsoft.com/office/powerpoint/2010/main" val="36380309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1" cy="1"/>
          <a:chOff x="0" y="0"/>
          <a:chExt cx="1" cy="1"/>
        </a:xfrm>
      </p:grpSpPr>
      <p:sp>
        <p:nvSpPr>
          <p:cNvPr id="2" name="Text 0"/>
          <p:cNvSpPr/>
          <p:nvPr/>
        </p:nvSpPr>
        <p:spPr>
          <a:xfrm>
            <a:off x="530352" y="274320"/>
            <a:ext cx="7863840" cy="56692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2200" b="1" i="0">
                <a:solidFill>
                  <a:srgbClr val="14352D"/>
                </a:solidFill>
                <a:latin typeface="Aptos Display" pitchFamily="34" charset="0"/>
                <a:ea typeface="Aptos Display" pitchFamily="34" charset="-122"/>
                <a:cs typeface="Aptos Display" pitchFamily="34" charset="-120"/>
              </a:rPr>
              <a:t>From uncertain land take to spatially explicit foresight</a:t>
            </a:r>
            <a:endParaRPr lang="en-US" sz="1850"/>
          </a:p>
        </p:txBody>
      </p:sp>
      <p:sp>
        <p:nvSpPr>
          <p:cNvPr id="3" name="Text 1"/>
          <p:cNvSpPr/>
          <p:nvPr/>
        </p:nvSpPr>
        <p:spPr>
          <a:xfrm>
            <a:off x="548640" y="720771"/>
            <a:ext cx="7845552" cy="13716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b="0" i="0" dirty="0">
                <a:solidFill>
                  <a:srgbClr val="55716A"/>
                </a:solidFill>
                <a:latin typeface="Aptos"/>
              </a:rPr>
              <a:t>AI-driven spatial foresight for soil loss in Italian metropolitan cities</a:t>
            </a:r>
            <a:endParaRPr lang="en-US" dirty="0"/>
          </a:p>
        </p:txBody>
      </p:sp>
      <p:sp>
        <p:nvSpPr>
          <p:cNvPr id="4" name="Shape 2"/>
          <p:cNvSpPr/>
          <p:nvPr/>
        </p:nvSpPr>
        <p:spPr>
          <a:xfrm>
            <a:off x="9144000" y="329184"/>
            <a:ext cx="2496312" cy="566928"/>
          </a:xfrm>
          <a:prstGeom prst="roundRect">
            <a:avLst>
              <a:gd name="adj" fmla="val 10909"/>
            </a:avLst>
          </a:prstGeom>
          <a:solidFill>
            <a:srgbClr val="DFF2EA"/>
          </a:solidFill>
          <a:ln w="12700">
            <a:solidFill>
              <a:srgbClr val="9ACDBD"/>
            </a:solidFill>
            <a:prstDash val="solid"/>
          </a:ln>
        </p:spPr>
        <p:txBody>
          <a:bodyPr/>
          <a:lstStyle/>
          <a:p>
            <a:endParaRPr lang="en-GB"/>
          </a:p>
        </p:txBody>
      </p:sp>
      <p:sp>
        <p:nvSpPr>
          <p:cNvPr id="6" name="Text 4"/>
          <p:cNvSpPr/>
          <p:nvPr/>
        </p:nvSpPr>
        <p:spPr>
          <a:xfrm>
            <a:off x="9314820" y="444336"/>
            <a:ext cx="2184612" cy="347472"/>
          </a:xfrm>
          <a:prstGeom prst="rect">
            <a:avLst/>
          </a:prstGeom>
          <a:noFill/>
          <a:ln>
            <a:noFill/>
          </a:ln>
        </p:spPr>
        <p:txBody>
          <a:bodyPr wrap="square" lIns="0" tIns="0" rIns="0" bIns="0" rtlCol="0" anchor="ctr">
            <a:normAutofit/>
          </a:bodyPr>
          <a:lstStyle/>
          <a:p>
            <a:pPr marL="0" indent="0" algn="ctr">
              <a:spcBef>
                <a:spcPts val="0"/>
              </a:spcBef>
              <a:spcAft>
                <a:spcPts val="0"/>
              </a:spcAft>
              <a:buNone/>
            </a:pPr>
            <a:r>
              <a:rPr lang="en-US" sz="1150" b="1" i="0" dirty="0">
                <a:solidFill>
                  <a:srgbClr val="14352D"/>
                </a:solidFill>
                <a:latin typeface="Aptos"/>
              </a:rPr>
              <a:t>AI Applications &amp; Value Creation</a:t>
            </a:r>
            <a:endParaRPr lang="en-US" sz="620" dirty="0"/>
          </a:p>
        </p:txBody>
      </p:sp>
      <p:sp>
        <p:nvSpPr>
          <p:cNvPr id="7" name="Shape 5"/>
          <p:cNvSpPr/>
          <p:nvPr/>
        </p:nvSpPr>
        <p:spPr>
          <a:xfrm>
            <a:off x="548640" y="1234440"/>
            <a:ext cx="3547872" cy="1060704"/>
          </a:xfrm>
          <a:prstGeom prst="rect">
            <a:avLst/>
          </a:prstGeom>
          <a:solidFill>
            <a:srgbClr val="EAF4F0"/>
          </a:solidFill>
          <a:ln w="10160">
            <a:solidFill>
              <a:srgbClr val="C8D8D2"/>
            </a:solidFill>
            <a:prstDash val="solid"/>
          </a:ln>
        </p:spPr>
        <p:txBody>
          <a:bodyPr/>
          <a:lstStyle/>
          <a:p>
            <a:endParaRPr lang="en-GB"/>
          </a:p>
        </p:txBody>
      </p:sp>
      <p:sp>
        <p:nvSpPr>
          <p:cNvPr id="8" name="Shape 6"/>
          <p:cNvSpPr/>
          <p:nvPr/>
        </p:nvSpPr>
        <p:spPr>
          <a:xfrm>
            <a:off x="713232"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9" name="Text 7"/>
          <p:cNvSpPr/>
          <p:nvPr/>
        </p:nvSpPr>
        <p:spPr>
          <a:xfrm>
            <a:off x="713232"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a:rPr>
              <a:t>2</a:t>
            </a:r>
            <a:endParaRPr lang="en-US" sz="500"/>
          </a:p>
        </p:txBody>
      </p:sp>
      <p:sp>
        <p:nvSpPr>
          <p:cNvPr id="10" name="Text 8"/>
          <p:cNvSpPr/>
          <p:nvPr/>
        </p:nvSpPr>
        <p:spPr>
          <a:xfrm>
            <a:off x="1115568"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a:rPr>
              <a:t>Challenge / opportunity</a:t>
            </a:r>
            <a:endParaRPr lang="en-US" sz="700"/>
          </a:p>
        </p:txBody>
      </p:sp>
      <p:sp>
        <p:nvSpPr>
          <p:cNvPr id="11" name="Text 9"/>
          <p:cNvSpPr/>
          <p:nvPr/>
        </p:nvSpPr>
        <p:spPr>
          <a:xfrm>
            <a:off x="731520" y="1719072"/>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a:rPr>
              <a:t>Soil loss depends on interacting demographic, hazard and policy drivers. Analysis must predict both how much land is sealed and precisely where change will occur.</a:t>
            </a:r>
            <a:endParaRPr lang="en-US" sz="1000" dirty="0"/>
          </a:p>
        </p:txBody>
      </p:sp>
      <p:sp>
        <p:nvSpPr>
          <p:cNvPr id="12" name="Shape 10"/>
          <p:cNvSpPr/>
          <p:nvPr/>
        </p:nvSpPr>
        <p:spPr>
          <a:xfrm>
            <a:off x="4315968" y="1234440"/>
            <a:ext cx="3547872" cy="1060704"/>
          </a:xfrm>
          <a:prstGeom prst="rect">
            <a:avLst/>
          </a:prstGeom>
          <a:solidFill>
            <a:srgbClr val="EAF4F0"/>
          </a:solidFill>
          <a:ln w="10160">
            <a:solidFill>
              <a:srgbClr val="C8D8D2"/>
            </a:solidFill>
            <a:prstDash val="solid"/>
          </a:ln>
        </p:spPr>
        <p:txBody>
          <a:bodyPr/>
          <a:lstStyle/>
          <a:p>
            <a:endParaRPr lang="en-GB"/>
          </a:p>
        </p:txBody>
      </p:sp>
      <p:sp>
        <p:nvSpPr>
          <p:cNvPr id="13" name="Shape 11"/>
          <p:cNvSpPr/>
          <p:nvPr/>
        </p:nvSpPr>
        <p:spPr>
          <a:xfrm>
            <a:off x="4480560"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14" name="Text 12"/>
          <p:cNvSpPr/>
          <p:nvPr/>
        </p:nvSpPr>
        <p:spPr>
          <a:xfrm>
            <a:off x="4480560"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a:rPr>
              <a:t>3</a:t>
            </a:r>
            <a:endParaRPr lang="en-US" sz="500"/>
          </a:p>
        </p:txBody>
      </p:sp>
      <p:sp>
        <p:nvSpPr>
          <p:cNvPr id="15" name="Text 13"/>
          <p:cNvSpPr/>
          <p:nvPr/>
        </p:nvSpPr>
        <p:spPr>
          <a:xfrm>
            <a:off x="4882896"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a:rPr>
              <a:t>Proposed use of AI</a:t>
            </a:r>
            <a:endParaRPr lang="en-US" sz="700"/>
          </a:p>
        </p:txBody>
      </p:sp>
      <p:sp>
        <p:nvSpPr>
          <p:cNvPr id="16" name="Text 14"/>
          <p:cNvSpPr/>
          <p:nvPr/>
        </p:nvSpPr>
        <p:spPr>
          <a:xfrm>
            <a:off x="4498848" y="1719072"/>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a:rPr>
              <a:t>Combine AI, geographical foundation models and spatial simulation to map future sealing, quantify prediction error and compare city-level results with historical trends.</a:t>
            </a:r>
            <a:endParaRPr lang="en-US" sz="1000" dirty="0"/>
          </a:p>
        </p:txBody>
      </p:sp>
      <p:sp>
        <p:nvSpPr>
          <p:cNvPr id="17" name="Shape 15"/>
          <p:cNvSpPr/>
          <p:nvPr/>
        </p:nvSpPr>
        <p:spPr>
          <a:xfrm>
            <a:off x="8083296" y="1234440"/>
            <a:ext cx="3547872" cy="1060704"/>
          </a:xfrm>
          <a:prstGeom prst="rect">
            <a:avLst/>
          </a:prstGeom>
          <a:solidFill>
            <a:srgbClr val="EAF4F0"/>
          </a:solidFill>
          <a:ln w="10160">
            <a:solidFill>
              <a:srgbClr val="C8D8D2"/>
            </a:solidFill>
            <a:prstDash val="solid"/>
          </a:ln>
        </p:spPr>
        <p:txBody>
          <a:bodyPr/>
          <a:lstStyle/>
          <a:p>
            <a:endParaRPr lang="en-GB"/>
          </a:p>
        </p:txBody>
      </p:sp>
      <p:sp>
        <p:nvSpPr>
          <p:cNvPr id="18" name="Shape 16"/>
          <p:cNvSpPr/>
          <p:nvPr/>
        </p:nvSpPr>
        <p:spPr>
          <a:xfrm>
            <a:off x="8247888"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19" name="Text 17"/>
          <p:cNvSpPr/>
          <p:nvPr/>
        </p:nvSpPr>
        <p:spPr>
          <a:xfrm>
            <a:off x="8247888"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a:rPr>
              <a:t>4</a:t>
            </a:r>
            <a:endParaRPr lang="en-US" sz="500"/>
          </a:p>
        </p:txBody>
      </p:sp>
      <p:sp>
        <p:nvSpPr>
          <p:cNvPr id="20" name="Text 18"/>
          <p:cNvSpPr/>
          <p:nvPr/>
        </p:nvSpPr>
        <p:spPr>
          <a:xfrm>
            <a:off x="8650224"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a:rPr>
              <a:t>Scope</a:t>
            </a:r>
            <a:endParaRPr lang="en-US" sz="700"/>
          </a:p>
        </p:txBody>
      </p:sp>
      <p:sp>
        <p:nvSpPr>
          <p:cNvPr id="21" name="Text 19"/>
          <p:cNvSpPr/>
          <p:nvPr/>
        </p:nvSpPr>
        <p:spPr>
          <a:xfrm>
            <a:off x="8266176" y="1719072"/>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a:rPr>
              <a:t>MOLUSCE in QGIS uses Artificial Neural Networks for training and Cellular Automata for spatial simulation across Italy’s 14 metropolitan cities, including policy-based scenarios.</a:t>
            </a:r>
            <a:endParaRPr lang="en-US" sz="1000" dirty="0"/>
          </a:p>
        </p:txBody>
      </p:sp>
      <p:sp>
        <p:nvSpPr>
          <p:cNvPr id="22" name="Shape 20"/>
          <p:cNvSpPr/>
          <p:nvPr/>
        </p:nvSpPr>
        <p:spPr>
          <a:xfrm>
            <a:off x="548640" y="2487168"/>
            <a:ext cx="3547872" cy="1060704"/>
          </a:xfrm>
          <a:prstGeom prst="rect">
            <a:avLst/>
          </a:prstGeom>
          <a:solidFill>
            <a:srgbClr val="EAF4F0"/>
          </a:solidFill>
          <a:ln w="10160">
            <a:solidFill>
              <a:srgbClr val="C8D8D2"/>
            </a:solidFill>
            <a:prstDash val="solid"/>
          </a:ln>
        </p:spPr>
        <p:txBody>
          <a:bodyPr/>
          <a:lstStyle/>
          <a:p>
            <a:endParaRPr lang="en-GB"/>
          </a:p>
        </p:txBody>
      </p:sp>
      <p:sp>
        <p:nvSpPr>
          <p:cNvPr id="23" name="Shape 21"/>
          <p:cNvSpPr/>
          <p:nvPr/>
        </p:nvSpPr>
        <p:spPr>
          <a:xfrm>
            <a:off x="713232"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24" name="Text 22"/>
          <p:cNvSpPr/>
          <p:nvPr/>
        </p:nvSpPr>
        <p:spPr>
          <a:xfrm>
            <a:off x="713232"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a:rPr>
              <a:t>5</a:t>
            </a:r>
            <a:endParaRPr lang="en-US" sz="500"/>
          </a:p>
        </p:txBody>
      </p:sp>
      <p:sp>
        <p:nvSpPr>
          <p:cNvPr id="25" name="Text 23"/>
          <p:cNvSpPr/>
          <p:nvPr/>
        </p:nvSpPr>
        <p:spPr>
          <a:xfrm>
            <a:off x="1115568"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a:rPr>
              <a:t>Expected outcome</a:t>
            </a:r>
            <a:endParaRPr lang="en-US" sz="700"/>
          </a:p>
        </p:txBody>
      </p:sp>
      <p:sp>
        <p:nvSpPr>
          <p:cNvPr id="26" name="Text 24"/>
          <p:cNvSpPr/>
          <p:nvPr/>
        </p:nvSpPr>
        <p:spPr>
          <a:xfrm>
            <a:off x="731520" y="2971800"/>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a:rPr>
              <a:t>Scale scenario modelling from metropolitan cities to all Italy using CINECA supercomputing. Compare spatial forecasts with five-year trends and non-spatial simulations to guide planning and investment.</a:t>
            </a:r>
            <a:endParaRPr lang="en-US" sz="1000" dirty="0"/>
          </a:p>
        </p:txBody>
      </p:sp>
      <p:sp>
        <p:nvSpPr>
          <p:cNvPr id="27" name="Shape 25"/>
          <p:cNvSpPr/>
          <p:nvPr/>
        </p:nvSpPr>
        <p:spPr>
          <a:xfrm>
            <a:off x="4315968" y="2487168"/>
            <a:ext cx="3547872" cy="1060704"/>
          </a:xfrm>
          <a:prstGeom prst="rect">
            <a:avLst/>
          </a:prstGeom>
          <a:solidFill>
            <a:srgbClr val="EAF4F0"/>
          </a:solidFill>
          <a:ln w="10160">
            <a:solidFill>
              <a:srgbClr val="C8D8D2"/>
            </a:solidFill>
            <a:prstDash val="solid"/>
          </a:ln>
        </p:spPr>
        <p:txBody>
          <a:bodyPr/>
          <a:lstStyle/>
          <a:p>
            <a:endParaRPr lang="en-GB"/>
          </a:p>
        </p:txBody>
      </p:sp>
      <p:sp>
        <p:nvSpPr>
          <p:cNvPr id="28" name="Shape 26"/>
          <p:cNvSpPr/>
          <p:nvPr/>
        </p:nvSpPr>
        <p:spPr>
          <a:xfrm>
            <a:off x="4480560"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29" name="Text 27"/>
          <p:cNvSpPr/>
          <p:nvPr/>
        </p:nvSpPr>
        <p:spPr>
          <a:xfrm>
            <a:off x="4480560"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a:rPr>
              <a:t>6</a:t>
            </a:r>
            <a:endParaRPr lang="en-US" sz="500"/>
          </a:p>
        </p:txBody>
      </p:sp>
      <p:sp>
        <p:nvSpPr>
          <p:cNvPr id="30" name="Text 28"/>
          <p:cNvSpPr/>
          <p:nvPr/>
        </p:nvSpPr>
        <p:spPr>
          <a:xfrm>
            <a:off x="4882896"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a:rPr>
              <a:t>Environmental + digital contribution</a:t>
            </a:r>
            <a:endParaRPr lang="en-US" sz="700"/>
          </a:p>
        </p:txBody>
      </p:sp>
      <p:sp>
        <p:nvSpPr>
          <p:cNvPr id="31" name="Text 29"/>
          <p:cNvSpPr/>
          <p:nvPr/>
        </p:nvSpPr>
        <p:spPr>
          <a:xfrm>
            <a:off x="4498848" y="2971800"/>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a:rPr>
              <a:t>High-resolution maps to 2030 show the likely impact of policy choices, supporting soil protection, climate action, EU restoration objectives and the UN Sustainable Development Goals.</a:t>
            </a:r>
            <a:endParaRPr lang="en-US" sz="1000" dirty="0"/>
          </a:p>
        </p:txBody>
      </p:sp>
      <p:sp>
        <p:nvSpPr>
          <p:cNvPr id="32" name="Shape 30"/>
          <p:cNvSpPr/>
          <p:nvPr/>
        </p:nvSpPr>
        <p:spPr>
          <a:xfrm>
            <a:off x="8083296" y="2487168"/>
            <a:ext cx="3547872" cy="1060704"/>
          </a:xfrm>
          <a:prstGeom prst="rect">
            <a:avLst/>
          </a:prstGeom>
          <a:solidFill>
            <a:srgbClr val="EAF4F0"/>
          </a:solidFill>
          <a:ln w="10160">
            <a:solidFill>
              <a:srgbClr val="C8D8D2"/>
            </a:solidFill>
            <a:prstDash val="solid"/>
          </a:ln>
        </p:spPr>
        <p:txBody>
          <a:bodyPr/>
          <a:lstStyle/>
          <a:p>
            <a:endParaRPr lang="en-GB"/>
          </a:p>
        </p:txBody>
      </p:sp>
      <p:sp>
        <p:nvSpPr>
          <p:cNvPr id="33" name="Shape 31"/>
          <p:cNvSpPr/>
          <p:nvPr/>
        </p:nvSpPr>
        <p:spPr>
          <a:xfrm>
            <a:off x="8247888"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34" name="Text 32"/>
          <p:cNvSpPr/>
          <p:nvPr/>
        </p:nvSpPr>
        <p:spPr>
          <a:xfrm>
            <a:off x="8247888"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a:rPr>
              <a:t>7</a:t>
            </a:r>
            <a:endParaRPr lang="en-US" sz="500"/>
          </a:p>
        </p:txBody>
      </p:sp>
      <p:sp>
        <p:nvSpPr>
          <p:cNvPr id="35" name="Text 33"/>
          <p:cNvSpPr/>
          <p:nvPr/>
        </p:nvSpPr>
        <p:spPr>
          <a:xfrm>
            <a:off x="8650224"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a:rPr>
              <a:t>Key conditions</a:t>
            </a:r>
            <a:endParaRPr lang="en-US" sz="700"/>
          </a:p>
        </p:txBody>
      </p:sp>
      <p:sp>
        <p:nvSpPr>
          <p:cNvPr id="36" name="Text 34"/>
          <p:cNvSpPr/>
          <p:nvPr/>
        </p:nvSpPr>
        <p:spPr>
          <a:xfrm>
            <a:off x="8266176" y="2971800"/>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a:rPr>
              <a:t>Verified input data, sufficient computing capacity, human oversight throughout, and a combination of AI literacy, advanced GIS and foresight expertise.</a:t>
            </a:r>
            <a:endParaRPr lang="en-US" sz="1000" dirty="0"/>
          </a:p>
        </p:txBody>
      </p:sp>
      <p:sp>
        <p:nvSpPr>
          <p:cNvPr id="37" name="Shape 35"/>
          <p:cNvSpPr/>
          <p:nvPr/>
        </p:nvSpPr>
        <p:spPr>
          <a:xfrm>
            <a:off x="548640" y="3822192"/>
            <a:ext cx="11082528" cy="2331720"/>
          </a:xfrm>
          <a:prstGeom prst="roundRect">
            <a:avLst>
              <a:gd name="adj" fmla="val 1942"/>
            </a:avLst>
          </a:prstGeom>
          <a:solidFill>
            <a:srgbClr val="14352D"/>
          </a:solidFill>
          <a:ln w="12700">
            <a:solidFill>
              <a:srgbClr val="14352D"/>
            </a:solidFill>
            <a:prstDash val="solid"/>
          </a:ln>
        </p:spPr>
        <p:txBody>
          <a:bodyPr/>
          <a:lstStyle/>
          <a:p>
            <a:endParaRPr lang="en-GB"/>
          </a:p>
        </p:txBody>
      </p:sp>
      <p:sp>
        <p:nvSpPr>
          <p:cNvPr id="39" name="Shape 37"/>
          <p:cNvSpPr/>
          <p:nvPr/>
        </p:nvSpPr>
        <p:spPr>
          <a:xfrm>
            <a:off x="5797296" y="4315968"/>
            <a:ext cx="0" cy="1353312"/>
          </a:xfrm>
          <a:prstGeom prst="line">
            <a:avLst/>
          </a:prstGeom>
          <a:noFill/>
          <a:ln w="12700">
            <a:solidFill>
              <a:srgbClr val="3B5B52"/>
            </a:solidFill>
            <a:prstDash val="solid"/>
          </a:ln>
        </p:spPr>
        <p:txBody>
          <a:bodyPr/>
          <a:lstStyle/>
          <a:p>
            <a:endParaRPr lang="en-GB"/>
          </a:p>
        </p:txBody>
      </p:sp>
      <p:sp>
        <p:nvSpPr>
          <p:cNvPr id="40" name="Shape 38"/>
          <p:cNvSpPr/>
          <p:nvPr/>
        </p:nvSpPr>
        <p:spPr>
          <a:xfrm>
            <a:off x="7626096" y="4315968"/>
            <a:ext cx="0" cy="1353312"/>
          </a:xfrm>
          <a:prstGeom prst="line">
            <a:avLst/>
          </a:prstGeom>
          <a:noFill/>
          <a:ln w="12700">
            <a:solidFill>
              <a:srgbClr val="3B5B52"/>
            </a:solidFill>
            <a:prstDash val="solid"/>
          </a:ln>
        </p:spPr>
        <p:txBody>
          <a:bodyPr/>
          <a:lstStyle/>
          <a:p>
            <a:endParaRPr lang="en-GB"/>
          </a:p>
        </p:txBody>
      </p:sp>
      <p:sp>
        <p:nvSpPr>
          <p:cNvPr id="41" name="Shape 39"/>
          <p:cNvSpPr/>
          <p:nvPr/>
        </p:nvSpPr>
        <p:spPr>
          <a:xfrm>
            <a:off x="9454896" y="4315968"/>
            <a:ext cx="0" cy="1353312"/>
          </a:xfrm>
          <a:prstGeom prst="line">
            <a:avLst/>
          </a:prstGeom>
          <a:noFill/>
          <a:ln w="12700">
            <a:solidFill>
              <a:srgbClr val="3B5B52"/>
            </a:solidFill>
            <a:prstDash val="solid"/>
          </a:ln>
        </p:spPr>
        <p:txBody>
          <a:bodyPr/>
          <a:lstStyle/>
          <a:p>
            <a:endParaRPr lang="en-GB"/>
          </a:p>
        </p:txBody>
      </p:sp>
      <p:sp>
        <p:nvSpPr>
          <p:cNvPr id="42" name="Text 40"/>
          <p:cNvSpPr/>
          <p:nvPr/>
        </p:nvSpPr>
        <p:spPr>
          <a:xfrm>
            <a:off x="822960" y="4096512"/>
            <a:ext cx="2057400"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000" b="1" i="0" kern="0" spc="170">
                <a:solidFill>
                  <a:srgbClr val="8ED3BE"/>
                </a:solidFill>
                <a:latin typeface="Aptos"/>
              </a:rPr>
              <a:t>MAIN TAKEAWAYS</a:t>
            </a:r>
            <a:endParaRPr lang="en-US" sz="530"/>
          </a:p>
        </p:txBody>
      </p:sp>
      <p:sp>
        <p:nvSpPr>
          <p:cNvPr id="43" name="Text 41"/>
          <p:cNvSpPr/>
          <p:nvPr/>
        </p:nvSpPr>
        <p:spPr>
          <a:xfrm>
            <a:off x="822960" y="4379976"/>
            <a:ext cx="2971800" cy="61264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750" b="1" i="0">
                <a:solidFill>
                  <a:srgbClr val="FFFFFF"/>
                </a:solidFill>
                <a:latin typeface="Aptos Display"/>
              </a:rPr>
              <a:t>Spatial foresight,</a:t>
            </a:r>
            <a:endParaRPr lang="en-US" sz="1520"/>
          </a:p>
          <a:p>
            <a:pPr marL="0" indent="0" algn="l">
              <a:spcBef>
                <a:spcPts val="0"/>
              </a:spcBef>
              <a:spcAft>
                <a:spcPts val="0"/>
              </a:spcAft>
              <a:buNone/>
            </a:pPr>
            <a:r>
              <a:rPr lang="en-US" sz="1750" b="1" i="0">
                <a:solidFill>
                  <a:srgbClr val="FFFFFF"/>
                </a:solidFill>
                <a:latin typeface="Aptos Display"/>
              </a:rPr>
              <a:t>policy choices made visible</a:t>
            </a:r>
            <a:endParaRPr lang="en-US" sz="1520"/>
          </a:p>
        </p:txBody>
      </p:sp>
      <p:sp>
        <p:nvSpPr>
          <p:cNvPr id="44" name="Text 42"/>
          <p:cNvSpPr/>
          <p:nvPr/>
        </p:nvSpPr>
        <p:spPr>
          <a:xfrm>
            <a:off x="822960" y="5093208"/>
            <a:ext cx="2880360" cy="566928"/>
          </a:xfrm>
          <a:prstGeom prst="rect">
            <a:avLst/>
          </a:prstGeom>
          <a:noFill/>
          <a:ln>
            <a:noFill/>
          </a:ln>
        </p:spPr>
        <p:txBody>
          <a:bodyPr wrap="square" lIns="0" tIns="0" rIns="0" bIns="0" rtlCol="0" anchor="ctr">
            <a:normAutofit fontScale="92500" lnSpcReduction="10000"/>
          </a:bodyPr>
          <a:lstStyle/>
          <a:p>
            <a:pPr marL="0" indent="0" algn="l">
              <a:spcBef>
                <a:spcPts val="0"/>
              </a:spcBef>
              <a:spcAft>
                <a:spcPts val="0"/>
              </a:spcAft>
              <a:buNone/>
            </a:pPr>
            <a:r>
              <a:rPr lang="en-US" sz="1100" b="0" i="0">
                <a:solidFill>
                  <a:srgbClr val="D7E5E0"/>
                </a:solidFill>
                <a:latin typeface="Aptos"/>
              </a:rPr>
              <a:t>AI transforms complex 4D land-change dynamics into scenario maps that help authorities compare interventions while keeping model interpretation under expert control.</a:t>
            </a:r>
            <a:endParaRPr lang="en-US" sz="710"/>
          </a:p>
        </p:txBody>
      </p:sp>
      <p:sp>
        <p:nvSpPr>
          <p:cNvPr id="45" name="Text 43"/>
          <p:cNvSpPr/>
          <p:nvPr/>
        </p:nvSpPr>
        <p:spPr>
          <a:xfrm>
            <a:off x="41330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a:rPr>
              <a:t>01</a:t>
            </a:r>
            <a:endParaRPr lang="en-US" sz="510"/>
          </a:p>
        </p:txBody>
      </p:sp>
      <p:sp>
        <p:nvSpPr>
          <p:cNvPr id="46" name="Text 44"/>
          <p:cNvSpPr/>
          <p:nvPr/>
        </p:nvSpPr>
        <p:spPr>
          <a:xfrm>
            <a:off x="4133088" y="4462272"/>
            <a:ext cx="1572768" cy="29260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FFFFFF"/>
                </a:solidFill>
                <a:latin typeface="Aptos"/>
              </a:rPr>
              <a:t>Location matters</a:t>
            </a:r>
            <a:endParaRPr lang="en-US" sz="890"/>
          </a:p>
        </p:txBody>
      </p:sp>
      <p:sp>
        <p:nvSpPr>
          <p:cNvPr id="47" name="Text 45"/>
          <p:cNvSpPr/>
          <p:nvPr/>
        </p:nvSpPr>
        <p:spPr>
          <a:xfrm>
            <a:off x="41330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a:rPr>
              <a:t>Forecasts show not only the amount of future soil sealing, but where it is most likely to occur.</a:t>
            </a:r>
            <a:endParaRPr lang="en-US" sz="670"/>
          </a:p>
        </p:txBody>
      </p:sp>
      <p:sp>
        <p:nvSpPr>
          <p:cNvPr id="48" name="Text 46"/>
          <p:cNvSpPr/>
          <p:nvPr/>
        </p:nvSpPr>
        <p:spPr>
          <a:xfrm>
            <a:off x="59618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a:rPr>
              <a:t>02</a:t>
            </a:r>
            <a:endParaRPr lang="en-US" sz="510"/>
          </a:p>
        </p:txBody>
      </p:sp>
      <p:sp>
        <p:nvSpPr>
          <p:cNvPr id="49" name="Text 47"/>
          <p:cNvSpPr/>
          <p:nvPr/>
        </p:nvSpPr>
        <p:spPr>
          <a:xfrm>
            <a:off x="5961888" y="4462272"/>
            <a:ext cx="1572768" cy="29260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FFFFFF"/>
                </a:solidFill>
                <a:latin typeface="Aptos"/>
              </a:rPr>
              <a:t>Policy scenarios</a:t>
            </a:r>
            <a:endParaRPr lang="en-US" sz="890"/>
          </a:p>
        </p:txBody>
      </p:sp>
      <p:sp>
        <p:nvSpPr>
          <p:cNvPr id="50" name="Text 48"/>
          <p:cNvSpPr/>
          <p:nvPr/>
        </p:nvSpPr>
        <p:spPr>
          <a:xfrm>
            <a:off x="59618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a:rPr>
              <a:t>Protected areas and restoration measures can be incorporated to compare plausible planning choices.</a:t>
            </a:r>
            <a:endParaRPr lang="en-US" sz="670"/>
          </a:p>
        </p:txBody>
      </p:sp>
      <p:sp>
        <p:nvSpPr>
          <p:cNvPr id="51" name="Text 49"/>
          <p:cNvSpPr/>
          <p:nvPr/>
        </p:nvSpPr>
        <p:spPr>
          <a:xfrm>
            <a:off x="77906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a:rPr>
              <a:t>03</a:t>
            </a:r>
            <a:endParaRPr lang="en-US" sz="510"/>
          </a:p>
        </p:txBody>
      </p:sp>
      <p:sp>
        <p:nvSpPr>
          <p:cNvPr id="52" name="Text 50"/>
          <p:cNvSpPr/>
          <p:nvPr/>
        </p:nvSpPr>
        <p:spPr>
          <a:xfrm>
            <a:off x="7790688" y="4462272"/>
            <a:ext cx="1572768" cy="29260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FFFFFF"/>
                </a:solidFill>
                <a:latin typeface="Aptos"/>
              </a:rPr>
              <a:t>National scale</a:t>
            </a:r>
            <a:endParaRPr lang="en-US" sz="890"/>
          </a:p>
        </p:txBody>
      </p:sp>
      <p:sp>
        <p:nvSpPr>
          <p:cNvPr id="53" name="Text 51"/>
          <p:cNvSpPr/>
          <p:nvPr/>
        </p:nvSpPr>
        <p:spPr>
          <a:xfrm>
            <a:off x="77906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a:rPr>
              <a:t>CINECA computing supports expansion from 14 metropolitan cities towards the full Italian territory.</a:t>
            </a:r>
            <a:endParaRPr lang="en-US" sz="670"/>
          </a:p>
        </p:txBody>
      </p:sp>
      <p:sp>
        <p:nvSpPr>
          <p:cNvPr id="54" name="Text 52"/>
          <p:cNvSpPr/>
          <p:nvPr/>
        </p:nvSpPr>
        <p:spPr>
          <a:xfrm>
            <a:off x="96194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a:rPr>
              <a:t>04</a:t>
            </a:r>
            <a:endParaRPr lang="en-US" sz="510"/>
          </a:p>
        </p:txBody>
      </p:sp>
      <p:sp>
        <p:nvSpPr>
          <p:cNvPr id="55" name="Text 53"/>
          <p:cNvSpPr/>
          <p:nvPr/>
        </p:nvSpPr>
        <p:spPr>
          <a:xfrm>
            <a:off x="9619488" y="4462272"/>
            <a:ext cx="1572768" cy="29260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FFFFFF"/>
                </a:solidFill>
                <a:latin typeface="Aptos"/>
              </a:rPr>
              <a:t>Decisions stay human</a:t>
            </a:r>
            <a:endParaRPr lang="en-US" sz="890"/>
          </a:p>
        </p:txBody>
      </p:sp>
      <p:sp>
        <p:nvSpPr>
          <p:cNvPr id="56" name="Text 54"/>
          <p:cNvSpPr/>
          <p:nvPr/>
        </p:nvSpPr>
        <p:spPr>
          <a:xfrm>
            <a:off x="96194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a:rPr>
              <a:t>Error metrics, historical validation and expert oversight keep outputs transparent and decision-relevant.</a:t>
            </a:r>
            <a:endParaRPr lang="en-US" sz="670"/>
          </a:p>
        </p:txBody>
      </p:sp>
      <p:sp>
        <p:nvSpPr>
          <p:cNvPr id="57" name="Slide Number Placeholder 0"/>
          <p:cNvSpPr>
            <a:spLocks noGrp="1"/>
          </p:cNvSpPr>
          <p:nvPr>
            <p:ph type="sldNum" sz="quarter" idx="4294967295"/>
          </p:nvPr>
        </p:nvSpPr>
        <p:spPr>
          <a:xfrm>
            <a:off x="11686032" y="6510528"/>
            <a:ext cx="182880" cy="164592"/>
          </a:xfrm>
          <a:prstGeom prst="rect">
            <a:avLst/>
          </a:prstGeom>
          <a:extLst>
            <a:ext uri="{C572A759-6A51-4108-AA02-DFA0A04FC94B}">
              <ma14:wrappingTextBoxFlag xmlns:ma14="http://schemas.microsoft.com/office/mac/drawingml/2011/main" xmlns="" val="0"/>
            </a:ext>
          </a:extLst>
        </p:spPr>
        <p:txBody>
          <a:bodyPr/>
          <a:lstStyle>
            <a:lvl1pPr>
              <a:defRPr sz="500">
                <a:solidFill>
                  <a:srgbClr val="778A84"/>
                </a:solidFill>
                <a:latin typeface="Aptos"/>
                <a:ea typeface="Aptos"/>
                <a:cs typeface="Aptos"/>
              </a:defRPr>
            </a:lvl1pPr>
          </a:lstStyle>
          <a:p>
            <a:pPr algn="l"/>
            <a:fld id="{F7021451-1387-4CA6-816F-3879F97B5CBC}" type="slidenum">
              <a:rPr lang="en-US" b="0"/>
              <a:t>24</a:t>
            </a:fld>
            <a:endParaRPr lang="en-US"/>
          </a:p>
        </p:txBody>
      </p:sp>
    </p:spTree>
    <p:extLst>
      <p:ext uri="{BB962C8B-B14F-4D97-AF65-F5344CB8AC3E}">
        <p14:creationId xmlns:p14="http://schemas.microsoft.com/office/powerpoint/2010/main" val="41694578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1" cy="1"/>
          <a:chOff x="0" y="0"/>
          <a:chExt cx="1" cy="1"/>
        </a:xfrm>
      </p:grpSpPr>
      <p:sp>
        <p:nvSpPr>
          <p:cNvPr id="2" name="Text 0"/>
          <p:cNvSpPr txBox="1"/>
          <p:nvPr/>
        </p:nvSpPr>
        <p:spPr>
          <a:xfrm>
            <a:off x="530352" y="274320"/>
            <a:ext cx="7863840" cy="56692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2200" b="1" i="0">
                <a:solidFill>
                  <a:srgbClr val="14352D"/>
                </a:solidFill>
                <a:latin typeface="Aptos Display" pitchFamily="34" charset="0"/>
                <a:ea typeface="Aptos" pitchFamily="34" charset="-122"/>
                <a:cs typeface="Aptos" pitchFamily="34" charset="-120"/>
              </a:rPr>
              <a:t>From document chaos to organisational intelligence</a:t>
            </a:r>
            <a:endParaRPr lang="en-US" sz="1650"/>
          </a:p>
        </p:txBody>
      </p:sp>
      <p:sp>
        <p:nvSpPr>
          <p:cNvPr id="3" name="Text 1"/>
          <p:cNvSpPr txBox="1"/>
          <p:nvPr/>
        </p:nvSpPr>
        <p:spPr>
          <a:xfrm>
            <a:off x="548640" y="750916"/>
            <a:ext cx="8354200" cy="91440"/>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b="0" i="0" dirty="0">
                <a:solidFill>
                  <a:srgbClr val="55716A"/>
                </a:solidFill>
                <a:latin typeface="Aptos" pitchFamily="34" charset="0"/>
                <a:ea typeface="Aptos" pitchFamily="34" charset="-122"/>
                <a:cs typeface="Aptos" pitchFamily="34" charset="-120"/>
              </a:rPr>
              <a:t>Perseus · AI-based knowledge extraction, risk management and process support</a:t>
            </a:r>
            <a:endParaRPr lang="en-US" dirty="0"/>
          </a:p>
        </p:txBody>
      </p:sp>
      <p:sp>
        <p:nvSpPr>
          <p:cNvPr id="4" name="Shape 2"/>
          <p:cNvSpPr/>
          <p:nvPr/>
        </p:nvSpPr>
        <p:spPr>
          <a:xfrm>
            <a:off x="9144000" y="329184"/>
            <a:ext cx="2496312" cy="566928"/>
          </a:xfrm>
          <a:prstGeom prst="roundRect">
            <a:avLst>
              <a:gd name="adj" fmla="val 9434"/>
            </a:avLst>
          </a:prstGeom>
          <a:solidFill>
            <a:srgbClr val="DFF2EA"/>
          </a:solidFill>
          <a:ln w="12700">
            <a:solidFill>
              <a:srgbClr val="9ACDBD"/>
            </a:solidFill>
            <a:prstDash val="solid"/>
          </a:ln>
        </p:spPr>
        <p:txBody>
          <a:bodyPr/>
          <a:lstStyle/>
          <a:p>
            <a:endParaRPr lang="en-GB"/>
          </a:p>
        </p:txBody>
      </p:sp>
      <p:sp>
        <p:nvSpPr>
          <p:cNvPr id="6" name="Text 4"/>
          <p:cNvSpPr txBox="1"/>
          <p:nvPr/>
        </p:nvSpPr>
        <p:spPr>
          <a:xfrm>
            <a:off x="9284674" y="444336"/>
            <a:ext cx="2224806" cy="347472"/>
          </a:xfrm>
          <a:prstGeom prst="rect">
            <a:avLst/>
          </a:prstGeom>
          <a:noFill/>
          <a:ln>
            <a:noFill/>
          </a:ln>
        </p:spPr>
        <p:txBody>
          <a:bodyPr wrap="square" lIns="0" tIns="0" rIns="0" bIns="0" rtlCol="0" anchor="ctr">
            <a:normAutofit/>
          </a:bodyPr>
          <a:lstStyle/>
          <a:p>
            <a:pPr marL="0" indent="0" algn="ctr">
              <a:spcBef>
                <a:spcPts val="0"/>
              </a:spcBef>
              <a:spcAft>
                <a:spcPts val="0"/>
              </a:spcAft>
              <a:buNone/>
            </a:pPr>
            <a:r>
              <a:rPr lang="en-US" sz="1150" b="1" i="0">
                <a:solidFill>
                  <a:srgbClr val="14352D"/>
                </a:solidFill>
                <a:latin typeface="Aptos" pitchFamily="34" charset="0"/>
                <a:ea typeface="Aptos" pitchFamily="34" charset="-122"/>
                <a:cs typeface="Aptos" pitchFamily="34" charset="-120"/>
              </a:rPr>
              <a:t>AI Applications &amp; Value Creation</a:t>
            </a:r>
            <a:endParaRPr lang="en-US" sz="610"/>
          </a:p>
        </p:txBody>
      </p:sp>
      <p:sp>
        <p:nvSpPr>
          <p:cNvPr id="7" name="Shape 5"/>
          <p:cNvSpPr/>
          <p:nvPr/>
        </p:nvSpPr>
        <p:spPr>
          <a:xfrm>
            <a:off x="548640" y="1234440"/>
            <a:ext cx="3547872" cy="1060704"/>
          </a:xfrm>
          <a:prstGeom prst="roundRect">
            <a:avLst>
              <a:gd name="adj" fmla="val 6944"/>
            </a:avLst>
          </a:prstGeom>
          <a:solidFill>
            <a:srgbClr val="EAF4F0"/>
          </a:solidFill>
          <a:ln w="10160">
            <a:solidFill>
              <a:srgbClr val="C8D8D2"/>
            </a:solidFill>
            <a:prstDash val="solid"/>
          </a:ln>
        </p:spPr>
        <p:txBody>
          <a:bodyPr/>
          <a:lstStyle/>
          <a:p>
            <a:endParaRPr lang="en-GB"/>
          </a:p>
        </p:txBody>
      </p:sp>
      <p:sp>
        <p:nvSpPr>
          <p:cNvPr id="8" name="Shape 6"/>
          <p:cNvSpPr/>
          <p:nvPr/>
        </p:nvSpPr>
        <p:spPr>
          <a:xfrm>
            <a:off x="713232"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9" name="Text 7"/>
          <p:cNvSpPr txBox="1"/>
          <p:nvPr/>
        </p:nvSpPr>
        <p:spPr>
          <a:xfrm>
            <a:off x="713232"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2</a:t>
            </a:r>
            <a:endParaRPr lang="en-US" sz="540"/>
          </a:p>
        </p:txBody>
      </p:sp>
      <p:sp>
        <p:nvSpPr>
          <p:cNvPr id="10" name="Text 8"/>
          <p:cNvSpPr txBox="1"/>
          <p:nvPr/>
        </p:nvSpPr>
        <p:spPr>
          <a:xfrm>
            <a:off x="1115568"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Challenge / opportunity</a:t>
            </a:r>
            <a:endParaRPr lang="en-US" sz="740"/>
          </a:p>
        </p:txBody>
      </p:sp>
      <p:sp>
        <p:nvSpPr>
          <p:cNvPr id="11" name="Text 9"/>
          <p:cNvSpPr txBox="1"/>
          <p:nvPr/>
        </p:nvSpPr>
        <p:spPr>
          <a:xfrm>
            <a:off x="731520" y="1719072"/>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Critical knowledge remains fragmented across emails, documents and systems. Context is lost, risks are harder to manage and lessons from past decisions are difficult to reuse.</a:t>
            </a:r>
            <a:endParaRPr lang="en-US" sz="1000" dirty="0"/>
          </a:p>
        </p:txBody>
      </p:sp>
      <p:sp>
        <p:nvSpPr>
          <p:cNvPr id="12" name="Shape 10"/>
          <p:cNvSpPr/>
          <p:nvPr/>
        </p:nvSpPr>
        <p:spPr>
          <a:xfrm>
            <a:off x="4315968" y="1234440"/>
            <a:ext cx="3547872" cy="1060704"/>
          </a:xfrm>
          <a:prstGeom prst="roundRect">
            <a:avLst>
              <a:gd name="adj" fmla="val 6944"/>
            </a:avLst>
          </a:prstGeom>
          <a:solidFill>
            <a:srgbClr val="EAF4F0"/>
          </a:solidFill>
          <a:ln w="10160">
            <a:solidFill>
              <a:srgbClr val="C8D8D2"/>
            </a:solidFill>
            <a:prstDash val="solid"/>
          </a:ln>
        </p:spPr>
        <p:txBody>
          <a:bodyPr/>
          <a:lstStyle/>
          <a:p>
            <a:endParaRPr lang="en-GB"/>
          </a:p>
        </p:txBody>
      </p:sp>
      <p:sp>
        <p:nvSpPr>
          <p:cNvPr id="13" name="Shape 11"/>
          <p:cNvSpPr/>
          <p:nvPr/>
        </p:nvSpPr>
        <p:spPr>
          <a:xfrm>
            <a:off x="4480560"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14" name="Text 12"/>
          <p:cNvSpPr txBox="1"/>
          <p:nvPr/>
        </p:nvSpPr>
        <p:spPr>
          <a:xfrm>
            <a:off x="4480560"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3</a:t>
            </a:r>
            <a:endParaRPr lang="en-US" sz="540"/>
          </a:p>
        </p:txBody>
      </p:sp>
      <p:sp>
        <p:nvSpPr>
          <p:cNvPr id="15" name="Text 13"/>
          <p:cNvSpPr txBox="1"/>
          <p:nvPr/>
        </p:nvSpPr>
        <p:spPr>
          <a:xfrm>
            <a:off x="4882896"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Proposed use of AI</a:t>
            </a:r>
            <a:endParaRPr lang="en-US" sz="740"/>
          </a:p>
        </p:txBody>
      </p:sp>
      <p:sp>
        <p:nvSpPr>
          <p:cNvPr id="16" name="Text 14"/>
          <p:cNvSpPr txBox="1"/>
          <p:nvPr/>
        </p:nvSpPr>
        <p:spPr>
          <a:xfrm>
            <a:off x="4498848" y="1719072"/>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A local AI model reads sensitive documents, extracts summaries, risks, tasks, events and entities, then converts unstructured content into structured, searchable knowledge.</a:t>
            </a:r>
            <a:endParaRPr lang="en-US" sz="1000" dirty="0"/>
          </a:p>
        </p:txBody>
      </p:sp>
      <p:sp>
        <p:nvSpPr>
          <p:cNvPr id="17" name="Shape 15"/>
          <p:cNvSpPr/>
          <p:nvPr/>
        </p:nvSpPr>
        <p:spPr>
          <a:xfrm>
            <a:off x="8083296" y="1234440"/>
            <a:ext cx="3547872" cy="1060704"/>
          </a:xfrm>
          <a:prstGeom prst="roundRect">
            <a:avLst>
              <a:gd name="adj" fmla="val 6944"/>
            </a:avLst>
          </a:prstGeom>
          <a:solidFill>
            <a:srgbClr val="EAF4F0"/>
          </a:solidFill>
          <a:ln w="10160">
            <a:solidFill>
              <a:srgbClr val="C8D8D2"/>
            </a:solidFill>
            <a:prstDash val="solid"/>
          </a:ln>
        </p:spPr>
        <p:txBody>
          <a:bodyPr/>
          <a:lstStyle/>
          <a:p>
            <a:endParaRPr lang="en-GB"/>
          </a:p>
        </p:txBody>
      </p:sp>
      <p:sp>
        <p:nvSpPr>
          <p:cNvPr id="18" name="Shape 16"/>
          <p:cNvSpPr/>
          <p:nvPr/>
        </p:nvSpPr>
        <p:spPr>
          <a:xfrm>
            <a:off x="8247888"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19" name="Text 17"/>
          <p:cNvSpPr txBox="1"/>
          <p:nvPr/>
        </p:nvSpPr>
        <p:spPr>
          <a:xfrm>
            <a:off x="8247888"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4</a:t>
            </a:r>
            <a:endParaRPr lang="en-US" sz="540"/>
          </a:p>
        </p:txBody>
      </p:sp>
      <p:sp>
        <p:nvSpPr>
          <p:cNvPr id="20" name="Text 18"/>
          <p:cNvSpPr txBox="1"/>
          <p:nvPr/>
        </p:nvSpPr>
        <p:spPr>
          <a:xfrm>
            <a:off x="8650224"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Scope</a:t>
            </a:r>
            <a:endParaRPr lang="en-US" sz="740"/>
          </a:p>
        </p:txBody>
      </p:sp>
      <p:sp>
        <p:nvSpPr>
          <p:cNvPr id="21" name="Text 19"/>
          <p:cNvSpPr txBox="1"/>
          <p:nvPr/>
        </p:nvSpPr>
        <p:spPr>
          <a:xfrm>
            <a:off x="8266176" y="1719072"/>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Document upload and processing; shared agenda knowledge base; JSON, </a:t>
            </a:r>
            <a:r>
              <a:rPr lang="en-US" sz="1000" b="0" i="0" dirty="0" err="1">
                <a:solidFill>
                  <a:srgbClr val="344A44"/>
                </a:solidFill>
                <a:latin typeface="Aptos" pitchFamily="34" charset="0"/>
                <a:ea typeface="Aptos" pitchFamily="34" charset="-122"/>
                <a:cs typeface="Aptos" pitchFamily="34" charset="-120"/>
              </a:rPr>
              <a:t>ChromaDB</a:t>
            </a:r>
            <a:r>
              <a:rPr lang="en-US" sz="1000" b="0" i="0" dirty="0">
                <a:solidFill>
                  <a:srgbClr val="344A44"/>
                </a:solidFill>
                <a:latin typeface="Aptos" pitchFamily="34" charset="0"/>
                <a:ea typeface="Aptos" pitchFamily="34" charset="-122"/>
                <a:cs typeface="Aptos" pitchFamily="34" charset="-120"/>
              </a:rPr>
              <a:t> and PostgreSQL. Users include project managers, agenda owners, team members and administrators.</a:t>
            </a:r>
            <a:endParaRPr lang="en-US" sz="1000" dirty="0"/>
          </a:p>
        </p:txBody>
      </p:sp>
      <p:sp>
        <p:nvSpPr>
          <p:cNvPr id="22" name="Shape 20"/>
          <p:cNvSpPr/>
          <p:nvPr/>
        </p:nvSpPr>
        <p:spPr>
          <a:xfrm>
            <a:off x="548640" y="2487168"/>
            <a:ext cx="3547872" cy="1060704"/>
          </a:xfrm>
          <a:prstGeom prst="roundRect">
            <a:avLst>
              <a:gd name="adj" fmla="val 6944"/>
            </a:avLst>
          </a:prstGeom>
          <a:solidFill>
            <a:srgbClr val="EAF4F0"/>
          </a:solidFill>
          <a:ln w="10160">
            <a:solidFill>
              <a:srgbClr val="C8D8D2"/>
            </a:solidFill>
            <a:prstDash val="solid"/>
          </a:ln>
        </p:spPr>
        <p:txBody>
          <a:bodyPr/>
          <a:lstStyle/>
          <a:p>
            <a:endParaRPr lang="en-GB"/>
          </a:p>
        </p:txBody>
      </p:sp>
      <p:sp>
        <p:nvSpPr>
          <p:cNvPr id="23" name="Shape 21"/>
          <p:cNvSpPr/>
          <p:nvPr/>
        </p:nvSpPr>
        <p:spPr>
          <a:xfrm>
            <a:off x="713232"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24" name="Text 22"/>
          <p:cNvSpPr txBox="1"/>
          <p:nvPr/>
        </p:nvSpPr>
        <p:spPr>
          <a:xfrm>
            <a:off x="713232"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5</a:t>
            </a:r>
            <a:endParaRPr lang="en-US" sz="540"/>
          </a:p>
        </p:txBody>
      </p:sp>
      <p:sp>
        <p:nvSpPr>
          <p:cNvPr id="25" name="Text 23"/>
          <p:cNvSpPr txBox="1"/>
          <p:nvPr/>
        </p:nvSpPr>
        <p:spPr>
          <a:xfrm>
            <a:off x="1115568"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Expected outcome</a:t>
            </a:r>
            <a:endParaRPr lang="en-US" sz="740"/>
          </a:p>
        </p:txBody>
      </p:sp>
      <p:sp>
        <p:nvSpPr>
          <p:cNvPr id="26" name="Text 24"/>
          <p:cNvSpPr txBox="1"/>
          <p:nvPr/>
        </p:nvSpPr>
        <p:spPr>
          <a:xfrm>
            <a:off x="731520" y="2971800"/>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Move from current extraction and reporting to learning from prior risks, decisions and processes, richer reporting, interactive chat and broader </a:t>
            </a:r>
            <a:r>
              <a:rPr lang="en-US" sz="1000" b="0" i="0" dirty="0" err="1">
                <a:solidFill>
                  <a:srgbClr val="344A44"/>
                </a:solidFill>
                <a:latin typeface="Aptos" pitchFamily="34" charset="0"/>
                <a:ea typeface="Aptos" pitchFamily="34" charset="-122"/>
                <a:cs typeface="Aptos" pitchFamily="34" charset="-120"/>
              </a:rPr>
              <a:t>organisational</a:t>
            </a:r>
            <a:r>
              <a:rPr lang="en-US" sz="1000" b="0" i="0" dirty="0">
                <a:solidFill>
                  <a:srgbClr val="344A44"/>
                </a:solidFill>
                <a:latin typeface="Aptos" pitchFamily="34" charset="0"/>
                <a:ea typeface="Aptos" pitchFamily="34" charset="-122"/>
                <a:cs typeface="Aptos" pitchFamily="34" charset="-120"/>
              </a:rPr>
              <a:t> process coverage.</a:t>
            </a:r>
            <a:endParaRPr lang="en-US" sz="1000" dirty="0"/>
          </a:p>
        </p:txBody>
      </p:sp>
      <p:sp>
        <p:nvSpPr>
          <p:cNvPr id="27" name="Shape 25"/>
          <p:cNvSpPr/>
          <p:nvPr/>
        </p:nvSpPr>
        <p:spPr>
          <a:xfrm>
            <a:off x="4315968" y="2487168"/>
            <a:ext cx="3547872" cy="1060704"/>
          </a:xfrm>
          <a:prstGeom prst="roundRect">
            <a:avLst>
              <a:gd name="adj" fmla="val 6944"/>
            </a:avLst>
          </a:prstGeom>
          <a:solidFill>
            <a:srgbClr val="EAF4F0"/>
          </a:solidFill>
          <a:ln w="10160">
            <a:solidFill>
              <a:srgbClr val="C8D8D2"/>
            </a:solidFill>
            <a:prstDash val="solid"/>
          </a:ln>
        </p:spPr>
        <p:txBody>
          <a:bodyPr/>
          <a:lstStyle/>
          <a:p>
            <a:endParaRPr lang="en-GB"/>
          </a:p>
        </p:txBody>
      </p:sp>
      <p:sp>
        <p:nvSpPr>
          <p:cNvPr id="28" name="Shape 26"/>
          <p:cNvSpPr/>
          <p:nvPr/>
        </p:nvSpPr>
        <p:spPr>
          <a:xfrm>
            <a:off x="4480560"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29" name="Text 27"/>
          <p:cNvSpPr txBox="1"/>
          <p:nvPr/>
        </p:nvSpPr>
        <p:spPr>
          <a:xfrm>
            <a:off x="4480560"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6</a:t>
            </a:r>
            <a:endParaRPr lang="en-US" sz="540"/>
          </a:p>
        </p:txBody>
      </p:sp>
      <p:sp>
        <p:nvSpPr>
          <p:cNvPr id="30" name="Text 28"/>
          <p:cNvSpPr txBox="1"/>
          <p:nvPr/>
        </p:nvSpPr>
        <p:spPr>
          <a:xfrm>
            <a:off x="4882896"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Environmental + digital contribution</a:t>
            </a:r>
            <a:endParaRPr lang="en-US" sz="740"/>
          </a:p>
        </p:txBody>
      </p:sp>
      <p:sp>
        <p:nvSpPr>
          <p:cNvPr id="31" name="Text 29"/>
          <p:cNvSpPr txBox="1"/>
          <p:nvPr/>
        </p:nvSpPr>
        <p:spPr>
          <a:xfrm>
            <a:off x="4498848" y="2971800"/>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Makes environmental evidence easier to find and reuse; automates routine knowledge work, strengthens cooperation and develops practical AI capability in public </a:t>
            </a:r>
            <a:r>
              <a:rPr lang="en-US" sz="1000" b="0" i="0" dirty="0" err="1">
                <a:solidFill>
                  <a:srgbClr val="344A44"/>
                </a:solidFill>
                <a:latin typeface="Aptos" pitchFamily="34" charset="0"/>
                <a:ea typeface="Aptos" pitchFamily="34" charset="-122"/>
                <a:cs typeface="Aptos" pitchFamily="34" charset="-120"/>
              </a:rPr>
              <a:t>organisations</a:t>
            </a:r>
            <a:r>
              <a:rPr lang="en-US" sz="1000" b="0" i="0" dirty="0">
                <a:solidFill>
                  <a:srgbClr val="344A44"/>
                </a:solidFill>
                <a:latin typeface="Aptos" pitchFamily="34" charset="0"/>
                <a:ea typeface="Aptos" pitchFamily="34" charset="-122"/>
                <a:cs typeface="Aptos" pitchFamily="34" charset="-120"/>
              </a:rPr>
              <a:t>.</a:t>
            </a:r>
            <a:endParaRPr lang="en-US" sz="1000" dirty="0"/>
          </a:p>
        </p:txBody>
      </p:sp>
      <p:sp>
        <p:nvSpPr>
          <p:cNvPr id="32" name="Shape 30"/>
          <p:cNvSpPr/>
          <p:nvPr/>
        </p:nvSpPr>
        <p:spPr>
          <a:xfrm>
            <a:off x="8083296" y="2487168"/>
            <a:ext cx="3547872" cy="1060704"/>
          </a:xfrm>
          <a:prstGeom prst="roundRect">
            <a:avLst>
              <a:gd name="adj" fmla="val 6944"/>
            </a:avLst>
          </a:prstGeom>
          <a:solidFill>
            <a:srgbClr val="EAF4F0"/>
          </a:solidFill>
          <a:ln w="10160">
            <a:solidFill>
              <a:srgbClr val="C8D8D2"/>
            </a:solidFill>
            <a:prstDash val="solid"/>
          </a:ln>
        </p:spPr>
        <p:txBody>
          <a:bodyPr/>
          <a:lstStyle/>
          <a:p>
            <a:endParaRPr lang="en-GB"/>
          </a:p>
        </p:txBody>
      </p:sp>
      <p:sp>
        <p:nvSpPr>
          <p:cNvPr id="33" name="Shape 31"/>
          <p:cNvSpPr/>
          <p:nvPr/>
        </p:nvSpPr>
        <p:spPr>
          <a:xfrm>
            <a:off x="8247888"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34" name="Text 32"/>
          <p:cNvSpPr txBox="1"/>
          <p:nvPr/>
        </p:nvSpPr>
        <p:spPr>
          <a:xfrm>
            <a:off x="8247888"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pitchFamily="34" charset="0"/>
                <a:ea typeface="Aptos" pitchFamily="34" charset="-122"/>
                <a:cs typeface="Aptos" pitchFamily="34" charset="-120"/>
              </a:rPr>
              <a:t>7</a:t>
            </a:r>
            <a:endParaRPr lang="en-US" sz="540"/>
          </a:p>
        </p:txBody>
      </p:sp>
      <p:sp>
        <p:nvSpPr>
          <p:cNvPr id="35" name="Text 33"/>
          <p:cNvSpPr txBox="1"/>
          <p:nvPr/>
        </p:nvSpPr>
        <p:spPr>
          <a:xfrm>
            <a:off x="8650224"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pitchFamily="34" charset="0"/>
                <a:ea typeface="Aptos" pitchFamily="34" charset="-122"/>
                <a:cs typeface="Aptos" pitchFamily="34" charset="-120"/>
              </a:rPr>
              <a:t>Key conditions</a:t>
            </a:r>
            <a:endParaRPr lang="en-US" sz="740"/>
          </a:p>
        </p:txBody>
      </p:sp>
      <p:sp>
        <p:nvSpPr>
          <p:cNvPr id="36" name="Text 34"/>
          <p:cNvSpPr txBox="1"/>
          <p:nvPr/>
        </p:nvSpPr>
        <p:spPr>
          <a:xfrm>
            <a:off x="8266176" y="2971800"/>
            <a:ext cx="3182112" cy="420624"/>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sz="1000" b="0" i="0" dirty="0">
                <a:solidFill>
                  <a:srgbClr val="344A44"/>
                </a:solidFill>
                <a:latin typeface="Aptos" pitchFamily="34" charset="0"/>
                <a:ea typeface="Aptos" pitchFamily="34" charset="-122"/>
                <a:cs typeface="Aptos" pitchFamily="34" charset="-120"/>
              </a:rPr>
              <a:t>Reliable source documents, strict access and ownership controls, GDPR compliance, human review, resilient local infrastructure and staff able to evaluate AI outputs critically.</a:t>
            </a:r>
            <a:endParaRPr lang="en-US" sz="1000" dirty="0"/>
          </a:p>
        </p:txBody>
      </p:sp>
      <p:sp>
        <p:nvSpPr>
          <p:cNvPr id="37" name="Shape 35"/>
          <p:cNvSpPr/>
          <p:nvPr/>
        </p:nvSpPr>
        <p:spPr>
          <a:xfrm>
            <a:off x="548640" y="3822192"/>
            <a:ext cx="11082528" cy="2331720"/>
          </a:xfrm>
          <a:prstGeom prst="roundRect">
            <a:avLst>
              <a:gd name="adj" fmla="val 2155"/>
            </a:avLst>
          </a:prstGeom>
          <a:solidFill>
            <a:srgbClr val="14352D"/>
          </a:solidFill>
          <a:ln w="12700">
            <a:solidFill>
              <a:srgbClr val="14352D"/>
            </a:solidFill>
            <a:prstDash val="solid"/>
          </a:ln>
        </p:spPr>
        <p:txBody>
          <a:bodyPr/>
          <a:lstStyle/>
          <a:p>
            <a:endParaRPr lang="en-GB"/>
          </a:p>
        </p:txBody>
      </p:sp>
      <p:sp>
        <p:nvSpPr>
          <p:cNvPr id="38" name="Text 36"/>
          <p:cNvSpPr txBox="1"/>
          <p:nvPr/>
        </p:nvSpPr>
        <p:spPr>
          <a:xfrm>
            <a:off x="822960" y="4096512"/>
            <a:ext cx="2057400"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000" b="1" i="0" kern="0" spc="130">
                <a:solidFill>
                  <a:srgbClr val="8ED3BE"/>
                </a:solidFill>
                <a:latin typeface="Aptos" pitchFamily="34" charset="0"/>
                <a:ea typeface="Aptos" pitchFamily="34" charset="-122"/>
                <a:cs typeface="Aptos" pitchFamily="34" charset="-120"/>
              </a:rPr>
              <a:t>MAIN TAKEAWAYS</a:t>
            </a:r>
            <a:endParaRPr lang="en-US" sz="570"/>
          </a:p>
        </p:txBody>
      </p:sp>
      <p:sp>
        <p:nvSpPr>
          <p:cNvPr id="39" name="Text 37"/>
          <p:cNvSpPr txBox="1"/>
          <p:nvPr/>
        </p:nvSpPr>
        <p:spPr>
          <a:xfrm>
            <a:off x="822960" y="4379976"/>
            <a:ext cx="2971800" cy="612648"/>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GB" sz="2100" b="1" i="0">
                <a:solidFill>
                  <a:srgbClr val="FFFFFF"/>
                </a:solidFill>
                <a:latin typeface="Aptos Display"/>
              </a:rPr>
              <a:t>Local knowledge,</a:t>
            </a:r>
            <a:br>
              <a:rPr lang="en-GB"/>
            </a:br>
            <a:r>
              <a:rPr lang="en-GB" sz="2100" b="1" i="0">
                <a:solidFill>
                  <a:srgbClr val="FFFFFF"/>
                </a:solidFill>
                <a:latin typeface="Aptos Display"/>
              </a:rPr>
              <a:t>organisational memory</a:t>
            </a:r>
            <a:endParaRPr lang="en-GB" sz="1480"/>
          </a:p>
        </p:txBody>
      </p:sp>
      <p:sp>
        <p:nvSpPr>
          <p:cNvPr id="41" name="Text 39"/>
          <p:cNvSpPr txBox="1"/>
          <p:nvPr/>
        </p:nvSpPr>
        <p:spPr>
          <a:xfrm>
            <a:off x="822960" y="5093208"/>
            <a:ext cx="2880360" cy="566928"/>
          </a:xfrm>
          <a:prstGeom prst="rect">
            <a:avLst/>
          </a:prstGeom>
          <a:noFill/>
          <a:ln>
            <a:noFill/>
          </a:ln>
        </p:spPr>
        <p:txBody>
          <a:bodyPr wrap="square" lIns="0" tIns="0" rIns="0" bIns="0" rtlCol="0" anchor="ctr">
            <a:normAutofit fontScale="92500"/>
          </a:bodyPr>
          <a:lstStyle/>
          <a:p>
            <a:pPr marL="0" indent="0" algn="l">
              <a:spcBef>
                <a:spcPts val="0"/>
              </a:spcBef>
              <a:spcAft>
                <a:spcPts val="0"/>
              </a:spcAft>
              <a:buNone/>
            </a:pPr>
            <a:r>
              <a:rPr lang="en-US" sz="1100" b="0" i="0">
                <a:solidFill>
                  <a:srgbClr val="D7E5E0"/>
                </a:solidFill>
                <a:latin typeface="Aptos" pitchFamily="34" charset="0"/>
                <a:ea typeface="Aptos" pitchFamily="34" charset="-122"/>
                <a:cs typeface="Aptos" pitchFamily="34" charset="-120"/>
              </a:rPr>
              <a:t>Perseus turns sensitive, unstructured resources into shared organisational knowledge, while keeping data local and decisions under human control.</a:t>
            </a:r>
            <a:endParaRPr lang="en-US" sz="740"/>
          </a:p>
        </p:txBody>
      </p:sp>
      <p:sp>
        <p:nvSpPr>
          <p:cNvPr id="42" name="Text 40"/>
          <p:cNvSpPr txBox="1"/>
          <p:nvPr/>
        </p:nvSpPr>
        <p:spPr>
          <a:xfrm>
            <a:off x="41330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01</a:t>
            </a:r>
            <a:endParaRPr lang="en-US" sz="560"/>
          </a:p>
        </p:txBody>
      </p:sp>
      <p:sp>
        <p:nvSpPr>
          <p:cNvPr id="43" name="Text 41"/>
          <p:cNvSpPr txBox="1"/>
          <p:nvPr/>
        </p:nvSpPr>
        <p:spPr>
          <a:xfrm>
            <a:off x="4133088" y="4462272"/>
            <a:ext cx="1572768" cy="292608"/>
          </a:xfrm>
          <a:prstGeom prst="rect">
            <a:avLst/>
          </a:prstGeom>
          <a:noFill/>
          <a:ln>
            <a:noFill/>
          </a:ln>
        </p:spPr>
        <p:txBody>
          <a:bodyPr wrap="square" lIns="0" tIns="0" rIns="0" bIns="0" rtlCol="0" anchor="ctr">
            <a:normAutofit fontScale="92500"/>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Knowledge made usable</a:t>
            </a:r>
            <a:endParaRPr lang="en-US" sz="820"/>
          </a:p>
        </p:txBody>
      </p:sp>
      <p:sp>
        <p:nvSpPr>
          <p:cNvPr id="44" name="Text 42"/>
          <p:cNvSpPr txBox="1"/>
          <p:nvPr/>
        </p:nvSpPr>
        <p:spPr>
          <a:xfrm>
            <a:off x="41330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Extracts risks, tasks, events, people and decisions from files and connects them in a searchable organisational context.</a:t>
            </a:r>
            <a:endParaRPr lang="en-US" sz="680"/>
          </a:p>
        </p:txBody>
      </p:sp>
      <p:sp>
        <p:nvSpPr>
          <p:cNvPr id="45" name="Shape 43"/>
          <p:cNvSpPr/>
          <p:nvPr/>
        </p:nvSpPr>
        <p:spPr>
          <a:xfrm>
            <a:off x="5797296" y="4315968"/>
            <a:ext cx="0" cy="1353312"/>
          </a:xfrm>
          <a:prstGeom prst="line">
            <a:avLst/>
          </a:prstGeom>
          <a:noFill/>
          <a:ln w="12700">
            <a:solidFill>
              <a:srgbClr val="3B5B52"/>
            </a:solidFill>
            <a:prstDash val="solid"/>
          </a:ln>
        </p:spPr>
        <p:txBody>
          <a:bodyPr/>
          <a:lstStyle/>
          <a:p>
            <a:endParaRPr lang="en-GB"/>
          </a:p>
        </p:txBody>
      </p:sp>
      <p:sp>
        <p:nvSpPr>
          <p:cNvPr id="46" name="Text 44"/>
          <p:cNvSpPr txBox="1"/>
          <p:nvPr/>
        </p:nvSpPr>
        <p:spPr>
          <a:xfrm>
            <a:off x="59618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02</a:t>
            </a:r>
            <a:endParaRPr lang="en-US" sz="560"/>
          </a:p>
        </p:txBody>
      </p:sp>
      <p:sp>
        <p:nvSpPr>
          <p:cNvPr id="47" name="Text 45"/>
          <p:cNvSpPr txBox="1"/>
          <p:nvPr/>
        </p:nvSpPr>
        <p:spPr>
          <a:xfrm>
            <a:off x="5961888" y="4462272"/>
            <a:ext cx="1572768" cy="29260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Local by design</a:t>
            </a:r>
            <a:endParaRPr lang="en-US" sz="820"/>
          </a:p>
        </p:txBody>
      </p:sp>
      <p:sp>
        <p:nvSpPr>
          <p:cNvPr id="48" name="Text 46"/>
          <p:cNvSpPr txBox="1"/>
          <p:nvPr/>
        </p:nvSpPr>
        <p:spPr>
          <a:xfrm>
            <a:off x="59618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Processes sensitive content within local infrastructure, reducing exposure while supporting controlled organisational access.</a:t>
            </a:r>
            <a:endParaRPr lang="en-US" sz="680"/>
          </a:p>
        </p:txBody>
      </p:sp>
      <p:sp>
        <p:nvSpPr>
          <p:cNvPr id="49" name="Shape 47"/>
          <p:cNvSpPr/>
          <p:nvPr/>
        </p:nvSpPr>
        <p:spPr>
          <a:xfrm>
            <a:off x="7626096" y="4315968"/>
            <a:ext cx="0" cy="1353312"/>
          </a:xfrm>
          <a:prstGeom prst="line">
            <a:avLst/>
          </a:prstGeom>
          <a:noFill/>
          <a:ln w="12700">
            <a:solidFill>
              <a:srgbClr val="3B5B52"/>
            </a:solidFill>
            <a:prstDash val="solid"/>
          </a:ln>
        </p:spPr>
        <p:txBody>
          <a:bodyPr/>
          <a:lstStyle/>
          <a:p>
            <a:endParaRPr lang="en-GB"/>
          </a:p>
        </p:txBody>
      </p:sp>
      <p:sp>
        <p:nvSpPr>
          <p:cNvPr id="50" name="Text 48"/>
          <p:cNvSpPr txBox="1"/>
          <p:nvPr/>
        </p:nvSpPr>
        <p:spPr>
          <a:xfrm>
            <a:off x="77906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03</a:t>
            </a:r>
            <a:endParaRPr lang="en-US" sz="560"/>
          </a:p>
        </p:txBody>
      </p:sp>
      <p:sp>
        <p:nvSpPr>
          <p:cNvPr id="51" name="Text 49"/>
          <p:cNvSpPr txBox="1"/>
          <p:nvPr/>
        </p:nvSpPr>
        <p:spPr>
          <a:xfrm>
            <a:off x="7790688" y="4462272"/>
            <a:ext cx="1572768" cy="292608"/>
          </a:xfrm>
          <a:prstGeom prst="rect">
            <a:avLst/>
          </a:prstGeom>
          <a:noFill/>
          <a:ln>
            <a:noFill/>
          </a:ln>
        </p:spPr>
        <p:txBody>
          <a:bodyPr wrap="square" lIns="0" tIns="0" rIns="0" bIns="0" rtlCol="0" anchor="ctr">
            <a:normAutofit fontScale="92500" lnSpcReduction="20000"/>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Risks and decisions connected</a:t>
            </a:r>
            <a:endParaRPr lang="en-US" sz="820"/>
          </a:p>
        </p:txBody>
      </p:sp>
      <p:sp>
        <p:nvSpPr>
          <p:cNvPr id="52" name="Text 50"/>
          <p:cNvSpPr txBox="1"/>
          <p:nvPr/>
        </p:nvSpPr>
        <p:spPr>
          <a:xfrm>
            <a:off x="77906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Links risks, mitigation, tasks and decisions so teams can reuse past experience and improve future responses.</a:t>
            </a:r>
            <a:endParaRPr lang="en-US" sz="680"/>
          </a:p>
        </p:txBody>
      </p:sp>
      <p:sp>
        <p:nvSpPr>
          <p:cNvPr id="53" name="Shape 51"/>
          <p:cNvSpPr/>
          <p:nvPr/>
        </p:nvSpPr>
        <p:spPr>
          <a:xfrm>
            <a:off x="9454896" y="4315968"/>
            <a:ext cx="0" cy="1353312"/>
          </a:xfrm>
          <a:prstGeom prst="line">
            <a:avLst/>
          </a:prstGeom>
          <a:noFill/>
          <a:ln w="12700">
            <a:solidFill>
              <a:srgbClr val="3B5B52"/>
            </a:solidFill>
            <a:prstDash val="solid"/>
          </a:ln>
        </p:spPr>
        <p:txBody>
          <a:bodyPr/>
          <a:lstStyle/>
          <a:p>
            <a:endParaRPr lang="en-GB"/>
          </a:p>
        </p:txBody>
      </p:sp>
      <p:sp>
        <p:nvSpPr>
          <p:cNvPr id="54" name="Text 52"/>
          <p:cNvSpPr txBox="1"/>
          <p:nvPr/>
        </p:nvSpPr>
        <p:spPr>
          <a:xfrm>
            <a:off x="96194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pitchFamily="34" charset="0"/>
                <a:ea typeface="Aptos" pitchFamily="34" charset="-122"/>
                <a:cs typeface="Aptos" pitchFamily="34" charset="-120"/>
              </a:rPr>
              <a:t>04</a:t>
            </a:r>
            <a:endParaRPr lang="en-US" sz="560"/>
          </a:p>
        </p:txBody>
      </p:sp>
      <p:sp>
        <p:nvSpPr>
          <p:cNvPr id="55" name="Text 53"/>
          <p:cNvSpPr txBox="1"/>
          <p:nvPr/>
        </p:nvSpPr>
        <p:spPr>
          <a:xfrm>
            <a:off x="9619488" y="4462272"/>
            <a:ext cx="1572768" cy="292608"/>
          </a:xfrm>
          <a:prstGeom prst="rect">
            <a:avLst/>
          </a:prstGeom>
          <a:noFill/>
          <a:ln>
            <a:noFill/>
          </a:ln>
        </p:spPr>
        <p:txBody>
          <a:bodyPr wrap="square" lIns="0" tIns="0" rIns="0" bIns="0" rtlCol="0" anchor="ctr">
            <a:normAutofit fontScale="92500" lnSpcReduction="20000"/>
          </a:bodyPr>
          <a:lstStyle/>
          <a:p>
            <a:pPr marL="0" indent="0" algn="l">
              <a:spcBef>
                <a:spcPts val="0"/>
              </a:spcBef>
              <a:spcAft>
                <a:spcPts val="0"/>
              </a:spcAft>
              <a:buNone/>
            </a:pPr>
            <a:r>
              <a:rPr lang="en-US" sz="1200" b="1" i="0">
                <a:solidFill>
                  <a:srgbClr val="FFFFFF"/>
                </a:solidFill>
                <a:latin typeface="Aptos" pitchFamily="34" charset="0"/>
                <a:ea typeface="Aptos" pitchFamily="34" charset="-122"/>
                <a:cs typeface="Aptos" pitchFamily="34" charset="-120"/>
              </a:rPr>
              <a:t>Platform for learning processes</a:t>
            </a:r>
            <a:endParaRPr lang="en-US" sz="820"/>
          </a:p>
        </p:txBody>
      </p:sp>
      <p:sp>
        <p:nvSpPr>
          <p:cNvPr id="56" name="Text 54"/>
          <p:cNvSpPr txBox="1"/>
          <p:nvPr/>
        </p:nvSpPr>
        <p:spPr>
          <a:xfrm>
            <a:off x="96194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pitchFamily="34" charset="0"/>
                <a:ea typeface="Aptos" pitchFamily="34" charset="-122"/>
                <a:cs typeface="Aptos" pitchFamily="34" charset="-120"/>
              </a:rPr>
              <a:t>Builds toward interactive chat, richer management views and processes that learn from their own history.</a:t>
            </a:r>
            <a:endParaRPr lang="en-US" sz="680"/>
          </a:p>
        </p:txBody>
      </p:sp>
      <p:sp>
        <p:nvSpPr>
          <p:cNvPr id="57" name="Slide Number Placeholder 0"/>
          <p:cNvSpPr>
            <a:spLocks noGrp="1"/>
          </p:cNvSpPr>
          <p:nvPr>
            <p:ph type="sldNum" sz="quarter" idx="4294967295"/>
          </p:nvPr>
        </p:nvSpPr>
        <p:spPr>
          <a:xfrm>
            <a:off x="11686032" y="6510528"/>
            <a:ext cx="182880" cy="164592"/>
          </a:xfrm>
          <a:prstGeom prst="rect">
            <a:avLst/>
          </a:prstGeom>
          <a:extLst>
            <a:ext uri="{C572A759-6A51-4108-AA02-DFA0A04FC94B}">
              <ma14:wrappingTextBoxFlag xmlns:ma14="http://schemas.microsoft.com/office/mac/drawingml/2011/main" xmlns="" val="0"/>
            </a:ext>
          </a:extLst>
        </p:spPr>
        <p:txBody>
          <a:bodyPr/>
          <a:lstStyle>
            <a:lvl1pPr>
              <a:defRPr sz="500">
                <a:solidFill>
                  <a:srgbClr val="738780"/>
                </a:solidFill>
                <a:latin typeface="Aptos"/>
                <a:ea typeface="Aptos"/>
                <a:cs typeface="Aptos"/>
              </a:defRPr>
            </a:lvl1pPr>
          </a:lstStyle>
          <a:p>
            <a:pPr algn="l"/>
            <a:fld id="{F7021451-1387-4CA6-816F-3879F97B5CBC}" type="slidenum">
              <a:rPr lang="en-US" b="0"/>
              <a:t>25</a:t>
            </a:fld>
            <a:endParaRPr lang="en-US"/>
          </a:p>
        </p:txBody>
      </p:sp>
    </p:spTree>
    <p:extLst>
      <p:ext uri="{BB962C8B-B14F-4D97-AF65-F5344CB8AC3E}">
        <p14:creationId xmlns:p14="http://schemas.microsoft.com/office/powerpoint/2010/main" val="8543882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1" cy="1"/>
          <a:chOff x="0" y="0"/>
          <a:chExt cx="1" cy="1"/>
        </a:xfrm>
      </p:grpSpPr>
      <p:sp>
        <p:nvSpPr>
          <p:cNvPr id="2" name="Text 0"/>
          <p:cNvSpPr/>
          <p:nvPr/>
        </p:nvSpPr>
        <p:spPr>
          <a:xfrm>
            <a:off x="530352" y="274320"/>
            <a:ext cx="7863840" cy="56692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2000" b="1" i="0">
                <a:solidFill>
                  <a:srgbClr val="14352D"/>
                </a:solidFill>
                <a:latin typeface="Aptos Display" pitchFamily="34" charset="0"/>
                <a:ea typeface="Aptos Display" pitchFamily="34" charset="-122"/>
                <a:cs typeface="Aptos Display" pitchFamily="34" charset="-120"/>
              </a:rPr>
              <a:t>From incomplete turbine registers to precise spatial intelligence</a:t>
            </a:r>
            <a:endParaRPr lang="en-US" sz="1750"/>
          </a:p>
        </p:txBody>
      </p:sp>
      <p:sp>
        <p:nvSpPr>
          <p:cNvPr id="3" name="Text 1"/>
          <p:cNvSpPr/>
          <p:nvPr/>
        </p:nvSpPr>
        <p:spPr>
          <a:xfrm>
            <a:off x="548639" y="710720"/>
            <a:ext cx="6455061" cy="164592"/>
          </a:xfrm>
          <a:prstGeom prst="rect">
            <a:avLst/>
          </a:prstGeom>
          <a:noFill/>
          <a:ln>
            <a:noFill/>
          </a:ln>
        </p:spPr>
        <p:txBody>
          <a:bodyPr wrap="square" lIns="0" tIns="0" rIns="0" bIns="0" rtlCol="0" anchor="ctr">
            <a:noAutofit/>
          </a:bodyPr>
          <a:lstStyle/>
          <a:p>
            <a:pPr marL="0" indent="0" algn="l">
              <a:spcBef>
                <a:spcPts val="0"/>
              </a:spcBef>
              <a:spcAft>
                <a:spcPts val="0"/>
              </a:spcAft>
              <a:buNone/>
            </a:pPr>
            <a:r>
              <a:rPr lang="en-US" b="0" i="0" dirty="0">
                <a:solidFill>
                  <a:srgbClr val="55716A"/>
                </a:solidFill>
                <a:latin typeface="Aptos"/>
              </a:rPr>
              <a:t>AI detection of onshore wind turbines from satellite imagery</a:t>
            </a:r>
            <a:endParaRPr lang="en-US" dirty="0"/>
          </a:p>
        </p:txBody>
      </p:sp>
      <p:sp>
        <p:nvSpPr>
          <p:cNvPr id="4" name="Shape 2"/>
          <p:cNvSpPr/>
          <p:nvPr/>
        </p:nvSpPr>
        <p:spPr>
          <a:xfrm>
            <a:off x="9144000" y="329184"/>
            <a:ext cx="2496312" cy="566928"/>
          </a:xfrm>
          <a:prstGeom prst="roundRect">
            <a:avLst>
              <a:gd name="adj" fmla="val 11628"/>
            </a:avLst>
          </a:prstGeom>
          <a:solidFill>
            <a:srgbClr val="DFF2EA"/>
          </a:solidFill>
          <a:ln w="12700">
            <a:solidFill>
              <a:srgbClr val="9ACDBD"/>
            </a:solidFill>
            <a:prstDash val="solid"/>
          </a:ln>
        </p:spPr>
        <p:txBody>
          <a:bodyPr/>
          <a:lstStyle/>
          <a:p>
            <a:endParaRPr lang="en-GB"/>
          </a:p>
        </p:txBody>
      </p:sp>
      <p:sp>
        <p:nvSpPr>
          <p:cNvPr id="6" name="Text 4"/>
          <p:cNvSpPr/>
          <p:nvPr/>
        </p:nvSpPr>
        <p:spPr>
          <a:xfrm>
            <a:off x="9244481" y="444338"/>
            <a:ext cx="2295144" cy="347472"/>
          </a:xfrm>
          <a:prstGeom prst="rect">
            <a:avLst/>
          </a:prstGeom>
          <a:noFill/>
          <a:ln>
            <a:noFill/>
          </a:ln>
        </p:spPr>
        <p:txBody>
          <a:bodyPr wrap="square" lIns="0" tIns="0" rIns="0" bIns="0" rtlCol="0" anchor="ctr">
            <a:normAutofit/>
          </a:bodyPr>
          <a:lstStyle/>
          <a:p>
            <a:pPr marL="0" indent="0" algn="ctr">
              <a:spcBef>
                <a:spcPts val="0"/>
              </a:spcBef>
              <a:spcAft>
                <a:spcPts val="0"/>
              </a:spcAft>
              <a:buNone/>
            </a:pPr>
            <a:r>
              <a:rPr lang="en-US" sz="1150" b="1" i="0" dirty="0">
                <a:solidFill>
                  <a:srgbClr val="14352D"/>
                </a:solidFill>
                <a:latin typeface="Aptos"/>
              </a:rPr>
              <a:t>AI Applications &amp; Value Creation</a:t>
            </a:r>
            <a:endParaRPr lang="en-US" sz="580" dirty="0"/>
          </a:p>
        </p:txBody>
      </p:sp>
      <p:sp>
        <p:nvSpPr>
          <p:cNvPr id="7" name="Shape 5"/>
          <p:cNvSpPr/>
          <p:nvPr/>
        </p:nvSpPr>
        <p:spPr>
          <a:xfrm>
            <a:off x="548640" y="1234440"/>
            <a:ext cx="3547872" cy="1060704"/>
          </a:xfrm>
          <a:prstGeom prst="rect">
            <a:avLst/>
          </a:prstGeom>
          <a:solidFill>
            <a:srgbClr val="EAF4F0"/>
          </a:solidFill>
          <a:ln w="10160">
            <a:solidFill>
              <a:srgbClr val="C8D8D2"/>
            </a:solidFill>
            <a:prstDash val="solid"/>
          </a:ln>
        </p:spPr>
        <p:txBody>
          <a:bodyPr/>
          <a:lstStyle/>
          <a:p>
            <a:endParaRPr lang="en-GB"/>
          </a:p>
        </p:txBody>
      </p:sp>
      <p:sp>
        <p:nvSpPr>
          <p:cNvPr id="8" name="Shape 6"/>
          <p:cNvSpPr/>
          <p:nvPr/>
        </p:nvSpPr>
        <p:spPr>
          <a:xfrm>
            <a:off x="713232"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9" name="Text 7"/>
          <p:cNvSpPr/>
          <p:nvPr/>
        </p:nvSpPr>
        <p:spPr>
          <a:xfrm>
            <a:off x="713232"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a:rPr>
              <a:t>2</a:t>
            </a:r>
            <a:endParaRPr lang="en-US" sz="450"/>
          </a:p>
        </p:txBody>
      </p:sp>
      <p:sp>
        <p:nvSpPr>
          <p:cNvPr id="10" name="Text 8"/>
          <p:cNvSpPr/>
          <p:nvPr/>
        </p:nvSpPr>
        <p:spPr>
          <a:xfrm>
            <a:off x="1115568"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a:rPr>
              <a:t>Challenge / opportunity</a:t>
            </a:r>
            <a:endParaRPr lang="en-US" sz="700"/>
          </a:p>
        </p:txBody>
      </p:sp>
      <p:sp>
        <p:nvSpPr>
          <p:cNvPr id="11" name="Text 9"/>
          <p:cNvSpPr/>
          <p:nvPr/>
        </p:nvSpPr>
        <p:spPr>
          <a:xfrm>
            <a:off x="731520" y="1719072"/>
            <a:ext cx="3182112" cy="420624"/>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1019" b="0" i="0">
                <a:solidFill>
                  <a:srgbClr val="344A44"/>
                </a:solidFill>
                <a:latin typeface="Aptos"/>
              </a:rPr>
              <a:t>Existing registers are incomplete or imprecise, yet accurate turbine locations are needed for weather radar, spatial planning and energy monitoring.</a:t>
            </a:r>
            <a:endParaRPr lang="en-US" sz="585"/>
          </a:p>
        </p:txBody>
      </p:sp>
      <p:sp>
        <p:nvSpPr>
          <p:cNvPr id="12" name="Shape 10"/>
          <p:cNvSpPr/>
          <p:nvPr/>
        </p:nvSpPr>
        <p:spPr>
          <a:xfrm>
            <a:off x="4315968" y="1234440"/>
            <a:ext cx="3547872" cy="1060704"/>
          </a:xfrm>
          <a:prstGeom prst="rect">
            <a:avLst/>
          </a:prstGeom>
          <a:solidFill>
            <a:srgbClr val="EAF4F0"/>
          </a:solidFill>
          <a:ln w="10160">
            <a:solidFill>
              <a:srgbClr val="C8D8D2"/>
            </a:solidFill>
            <a:prstDash val="solid"/>
          </a:ln>
        </p:spPr>
        <p:txBody>
          <a:bodyPr/>
          <a:lstStyle/>
          <a:p>
            <a:endParaRPr lang="en-GB"/>
          </a:p>
        </p:txBody>
      </p:sp>
      <p:sp>
        <p:nvSpPr>
          <p:cNvPr id="13" name="Shape 11"/>
          <p:cNvSpPr/>
          <p:nvPr/>
        </p:nvSpPr>
        <p:spPr>
          <a:xfrm>
            <a:off x="4480560"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14" name="Text 12"/>
          <p:cNvSpPr/>
          <p:nvPr/>
        </p:nvSpPr>
        <p:spPr>
          <a:xfrm>
            <a:off x="4480560"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a:rPr>
              <a:t>3</a:t>
            </a:r>
            <a:endParaRPr lang="en-US" sz="450"/>
          </a:p>
        </p:txBody>
      </p:sp>
      <p:sp>
        <p:nvSpPr>
          <p:cNvPr id="15" name="Text 13"/>
          <p:cNvSpPr/>
          <p:nvPr/>
        </p:nvSpPr>
        <p:spPr>
          <a:xfrm>
            <a:off x="4882896"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a:rPr>
              <a:t>Proposed use of AI</a:t>
            </a:r>
            <a:endParaRPr lang="en-US" sz="700"/>
          </a:p>
        </p:txBody>
      </p:sp>
      <p:sp>
        <p:nvSpPr>
          <p:cNvPr id="16" name="Text 14"/>
          <p:cNvSpPr/>
          <p:nvPr/>
        </p:nvSpPr>
        <p:spPr>
          <a:xfrm>
            <a:off x="4498848" y="1719072"/>
            <a:ext cx="3182112" cy="420624"/>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1019" b="0" i="0">
                <a:solidFill>
                  <a:srgbClr val="344A44"/>
                </a:solidFill>
                <a:latin typeface="Aptos"/>
              </a:rPr>
              <a:t>A repeatable pipeline processes PlanetScope RGB imagery and applies a YOLO object-detection model to locate turbines and publish versioned updates.</a:t>
            </a:r>
            <a:endParaRPr lang="en-US" sz="585"/>
          </a:p>
        </p:txBody>
      </p:sp>
      <p:sp>
        <p:nvSpPr>
          <p:cNvPr id="17" name="Shape 15"/>
          <p:cNvSpPr/>
          <p:nvPr/>
        </p:nvSpPr>
        <p:spPr>
          <a:xfrm>
            <a:off x="8083296" y="1234440"/>
            <a:ext cx="3547872" cy="1060704"/>
          </a:xfrm>
          <a:prstGeom prst="rect">
            <a:avLst/>
          </a:prstGeom>
          <a:solidFill>
            <a:srgbClr val="EAF4F0"/>
          </a:solidFill>
          <a:ln w="10160">
            <a:solidFill>
              <a:srgbClr val="C8D8D2"/>
            </a:solidFill>
            <a:prstDash val="solid"/>
          </a:ln>
        </p:spPr>
        <p:txBody>
          <a:bodyPr/>
          <a:lstStyle/>
          <a:p>
            <a:endParaRPr lang="en-GB"/>
          </a:p>
        </p:txBody>
      </p:sp>
      <p:sp>
        <p:nvSpPr>
          <p:cNvPr id="18" name="Shape 16"/>
          <p:cNvSpPr/>
          <p:nvPr/>
        </p:nvSpPr>
        <p:spPr>
          <a:xfrm>
            <a:off x="8247888" y="1298448"/>
            <a:ext cx="310896" cy="310896"/>
          </a:xfrm>
          <a:prstGeom prst="ellipse">
            <a:avLst/>
          </a:prstGeom>
          <a:solidFill>
            <a:srgbClr val="0B6B57"/>
          </a:solidFill>
          <a:ln w="12700">
            <a:solidFill>
              <a:srgbClr val="0B6B57"/>
            </a:solidFill>
            <a:prstDash val="solid"/>
          </a:ln>
        </p:spPr>
        <p:txBody>
          <a:bodyPr/>
          <a:lstStyle/>
          <a:p>
            <a:endParaRPr lang="en-GB"/>
          </a:p>
        </p:txBody>
      </p:sp>
      <p:sp>
        <p:nvSpPr>
          <p:cNvPr id="19" name="Text 17"/>
          <p:cNvSpPr/>
          <p:nvPr/>
        </p:nvSpPr>
        <p:spPr>
          <a:xfrm>
            <a:off x="8247888" y="1440180"/>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a:rPr>
              <a:t>4</a:t>
            </a:r>
            <a:endParaRPr lang="en-US" sz="450"/>
          </a:p>
        </p:txBody>
      </p:sp>
      <p:sp>
        <p:nvSpPr>
          <p:cNvPr id="20" name="Text 18"/>
          <p:cNvSpPr/>
          <p:nvPr/>
        </p:nvSpPr>
        <p:spPr>
          <a:xfrm>
            <a:off x="8650224" y="1380744"/>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a:rPr>
              <a:t>Scope</a:t>
            </a:r>
            <a:endParaRPr lang="en-US" sz="700"/>
          </a:p>
        </p:txBody>
      </p:sp>
      <p:sp>
        <p:nvSpPr>
          <p:cNvPr id="21" name="Text 19"/>
          <p:cNvSpPr/>
          <p:nvPr/>
        </p:nvSpPr>
        <p:spPr>
          <a:xfrm>
            <a:off x="8266176" y="1719072"/>
            <a:ext cx="3182112" cy="420624"/>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1019" b="0" i="0">
                <a:solidFill>
                  <a:srgbClr val="344A44"/>
                </a:solidFill>
                <a:latin typeface="Aptos"/>
              </a:rPr>
              <a:t>Germany, optionally with a 100 km buffer. Existing onshore turbines only; no offshore detection or derivation of rotor length or hub height.</a:t>
            </a:r>
            <a:endParaRPr lang="en-US" sz="585"/>
          </a:p>
        </p:txBody>
      </p:sp>
      <p:sp>
        <p:nvSpPr>
          <p:cNvPr id="22" name="Shape 20"/>
          <p:cNvSpPr/>
          <p:nvPr/>
        </p:nvSpPr>
        <p:spPr>
          <a:xfrm>
            <a:off x="548640" y="2487168"/>
            <a:ext cx="3547872" cy="1060704"/>
          </a:xfrm>
          <a:prstGeom prst="rect">
            <a:avLst/>
          </a:prstGeom>
          <a:solidFill>
            <a:srgbClr val="EAF4F0"/>
          </a:solidFill>
          <a:ln w="10160">
            <a:solidFill>
              <a:srgbClr val="C8D8D2"/>
            </a:solidFill>
            <a:prstDash val="solid"/>
          </a:ln>
        </p:spPr>
        <p:txBody>
          <a:bodyPr/>
          <a:lstStyle/>
          <a:p>
            <a:endParaRPr lang="en-GB"/>
          </a:p>
        </p:txBody>
      </p:sp>
      <p:sp>
        <p:nvSpPr>
          <p:cNvPr id="23" name="Shape 21"/>
          <p:cNvSpPr/>
          <p:nvPr/>
        </p:nvSpPr>
        <p:spPr>
          <a:xfrm>
            <a:off x="713232"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24" name="Text 22"/>
          <p:cNvSpPr/>
          <p:nvPr/>
        </p:nvSpPr>
        <p:spPr>
          <a:xfrm>
            <a:off x="713232"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a:rPr>
              <a:t>5</a:t>
            </a:r>
            <a:endParaRPr lang="en-US" sz="450"/>
          </a:p>
        </p:txBody>
      </p:sp>
      <p:sp>
        <p:nvSpPr>
          <p:cNvPr id="25" name="Text 23"/>
          <p:cNvSpPr/>
          <p:nvPr/>
        </p:nvSpPr>
        <p:spPr>
          <a:xfrm>
            <a:off x="1115568"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a:rPr>
              <a:t>Expected outcome</a:t>
            </a:r>
            <a:endParaRPr lang="en-US" sz="700"/>
          </a:p>
        </p:txBody>
      </p:sp>
      <p:sp>
        <p:nvSpPr>
          <p:cNvPr id="26" name="Text 24"/>
          <p:cNvSpPr/>
          <p:nvPr/>
        </p:nvSpPr>
        <p:spPr>
          <a:xfrm>
            <a:off x="731520" y="2971800"/>
            <a:ext cx="3182112" cy="420624"/>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1019" b="0" i="0">
                <a:solidFill>
                  <a:srgbClr val="344A44"/>
                </a:solidFill>
                <a:latin typeface="Aptos"/>
              </a:rPr>
              <a:t>A uniform, high-resolution location dataset supporting current-state mapping, time-series analysis, radar uncluttering and infrastructure-lifecycle monitoring.</a:t>
            </a:r>
            <a:endParaRPr lang="en-US" sz="585"/>
          </a:p>
        </p:txBody>
      </p:sp>
      <p:sp>
        <p:nvSpPr>
          <p:cNvPr id="27" name="Shape 25"/>
          <p:cNvSpPr/>
          <p:nvPr/>
        </p:nvSpPr>
        <p:spPr>
          <a:xfrm>
            <a:off x="4315968" y="2487168"/>
            <a:ext cx="3547872" cy="1060704"/>
          </a:xfrm>
          <a:prstGeom prst="rect">
            <a:avLst/>
          </a:prstGeom>
          <a:solidFill>
            <a:srgbClr val="EAF4F0"/>
          </a:solidFill>
          <a:ln w="10160">
            <a:solidFill>
              <a:srgbClr val="C8D8D2"/>
            </a:solidFill>
            <a:prstDash val="solid"/>
          </a:ln>
        </p:spPr>
        <p:txBody>
          <a:bodyPr/>
          <a:lstStyle/>
          <a:p>
            <a:endParaRPr lang="en-GB"/>
          </a:p>
        </p:txBody>
      </p:sp>
      <p:sp>
        <p:nvSpPr>
          <p:cNvPr id="28" name="Shape 26"/>
          <p:cNvSpPr/>
          <p:nvPr/>
        </p:nvSpPr>
        <p:spPr>
          <a:xfrm>
            <a:off x="4480560"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29" name="Text 27"/>
          <p:cNvSpPr/>
          <p:nvPr/>
        </p:nvSpPr>
        <p:spPr>
          <a:xfrm>
            <a:off x="4480560"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a:rPr>
              <a:t>6</a:t>
            </a:r>
            <a:endParaRPr lang="en-US" sz="450"/>
          </a:p>
        </p:txBody>
      </p:sp>
      <p:sp>
        <p:nvSpPr>
          <p:cNvPr id="30" name="Text 28"/>
          <p:cNvSpPr/>
          <p:nvPr/>
        </p:nvSpPr>
        <p:spPr>
          <a:xfrm>
            <a:off x="4882896"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a:rPr>
              <a:t>Environmental + digital contribution</a:t>
            </a:r>
            <a:endParaRPr lang="en-US" sz="700"/>
          </a:p>
        </p:txBody>
      </p:sp>
      <p:sp>
        <p:nvSpPr>
          <p:cNvPr id="31" name="Text 29"/>
          <p:cNvSpPr/>
          <p:nvPr/>
        </p:nvSpPr>
        <p:spPr>
          <a:xfrm>
            <a:off x="4498848" y="2971800"/>
            <a:ext cx="3182112" cy="420624"/>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1019" b="0" i="0">
                <a:solidFill>
                  <a:srgbClr val="344A44"/>
                </a:solidFill>
                <a:latin typeface="Aptos"/>
              </a:rPr>
              <a:t>Makes renewable-energy expansion measurable for spatial and land-use planning, using a standardised, machine-readable and extensible data foundation.</a:t>
            </a:r>
            <a:endParaRPr lang="en-US" sz="585"/>
          </a:p>
        </p:txBody>
      </p:sp>
      <p:sp>
        <p:nvSpPr>
          <p:cNvPr id="32" name="Shape 30"/>
          <p:cNvSpPr/>
          <p:nvPr/>
        </p:nvSpPr>
        <p:spPr>
          <a:xfrm>
            <a:off x="8083296" y="2487168"/>
            <a:ext cx="3547872" cy="1060704"/>
          </a:xfrm>
          <a:prstGeom prst="rect">
            <a:avLst/>
          </a:prstGeom>
          <a:solidFill>
            <a:srgbClr val="EAF4F0"/>
          </a:solidFill>
          <a:ln w="10160">
            <a:solidFill>
              <a:srgbClr val="C8D8D2"/>
            </a:solidFill>
            <a:prstDash val="solid"/>
          </a:ln>
        </p:spPr>
        <p:txBody>
          <a:bodyPr/>
          <a:lstStyle/>
          <a:p>
            <a:endParaRPr lang="en-GB"/>
          </a:p>
        </p:txBody>
      </p:sp>
      <p:sp>
        <p:nvSpPr>
          <p:cNvPr id="33" name="Shape 31"/>
          <p:cNvSpPr/>
          <p:nvPr/>
        </p:nvSpPr>
        <p:spPr>
          <a:xfrm>
            <a:off x="8247888" y="2551176"/>
            <a:ext cx="310896" cy="310896"/>
          </a:xfrm>
          <a:prstGeom prst="ellipse">
            <a:avLst/>
          </a:prstGeom>
          <a:solidFill>
            <a:srgbClr val="0B6B57"/>
          </a:solidFill>
          <a:ln w="12700">
            <a:solidFill>
              <a:srgbClr val="0B6B57"/>
            </a:solidFill>
            <a:prstDash val="solid"/>
          </a:ln>
        </p:spPr>
        <p:txBody>
          <a:bodyPr/>
          <a:lstStyle/>
          <a:p>
            <a:endParaRPr lang="en-GB"/>
          </a:p>
        </p:txBody>
      </p:sp>
      <p:sp>
        <p:nvSpPr>
          <p:cNvPr id="34" name="Text 32"/>
          <p:cNvSpPr/>
          <p:nvPr/>
        </p:nvSpPr>
        <p:spPr>
          <a:xfrm>
            <a:off x="8247888" y="2692908"/>
            <a:ext cx="310896" cy="128016"/>
          </a:xfrm>
          <a:prstGeom prst="rect">
            <a:avLst/>
          </a:prstGeom>
          <a:noFill/>
          <a:ln>
            <a:noFill/>
          </a:ln>
        </p:spPr>
        <p:txBody>
          <a:bodyPr wrap="square" lIns="0" tIns="0" rIns="0" bIns="0" rtlCol="0" anchor="ctr">
            <a:normAutofit lnSpcReduction="10000"/>
          </a:bodyPr>
          <a:lstStyle/>
          <a:p>
            <a:pPr marL="0" indent="0" algn="ctr">
              <a:spcBef>
                <a:spcPts val="0"/>
              </a:spcBef>
              <a:spcAft>
                <a:spcPts val="0"/>
              </a:spcAft>
              <a:buNone/>
            </a:pPr>
            <a:r>
              <a:rPr lang="en-US" sz="900" b="1" i="0">
                <a:solidFill>
                  <a:srgbClr val="FFFFFF"/>
                </a:solidFill>
                <a:latin typeface="Aptos"/>
              </a:rPr>
              <a:t>7</a:t>
            </a:r>
            <a:endParaRPr lang="en-US" sz="450"/>
          </a:p>
        </p:txBody>
      </p:sp>
      <p:sp>
        <p:nvSpPr>
          <p:cNvPr id="35" name="Text 33"/>
          <p:cNvSpPr/>
          <p:nvPr/>
        </p:nvSpPr>
        <p:spPr>
          <a:xfrm>
            <a:off x="8650224" y="2633472"/>
            <a:ext cx="2798064" cy="228600"/>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14352D"/>
                </a:solidFill>
                <a:latin typeface="Aptos"/>
              </a:rPr>
              <a:t>Key conditions</a:t>
            </a:r>
            <a:endParaRPr lang="en-US" sz="700"/>
          </a:p>
        </p:txBody>
      </p:sp>
      <p:sp>
        <p:nvSpPr>
          <p:cNvPr id="36" name="Text 34"/>
          <p:cNvSpPr/>
          <p:nvPr/>
        </p:nvSpPr>
        <p:spPr>
          <a:xfrm>
            <a:off x="8266176" y="2971800"/>
            <a:ext cx="3182112" cy="420624"/>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1019" b="0" i="0">
                <a:solidFill>
                  <a:srgbClr val="344A44"/>
                </a:solidFill>
                <a:latin typeface="Aptos"/>
              </a:rPr>
              <a:t>Timely, high-quality imagery; periodic human review; adaptation for changing turbine designs; and further model development for offshore or novel designs.</a:t>
            </a:r>
            <a:endParaRPr lang="en-US" sz="585"/>
          </a:p>
        </p:txBody>
      </p:sp>
      <p:sp>
        <p:nvSpPr>
          <p:cNvPr id="37" name="Shape 35"/>
          <p:cNvSpPr/>
          <p:nvPr/>
        </p:nvSpPr>
        <p:spPr>
          <a:xfrm>
            <a:off x="548640" y="3822192"/>
            <a:ext cx="11082528" cy="2331720"/>
          </a:xfrm>
          <a:prstGeom prst="roundRect">
            <a:avLst>
              <a:gd name="adj" fmla="val 2545"/>
            </a:avLst>
          </a:prstGeom>
          <a:solidFill>
            <a:srgbClr val="14352D"/>
          </a:solidFill>
          <a:ln w="12700">
            <a:solidFill>
              <a:srgbClr val="14352D"/>
            </a:solidFill>
            <a:prstDash val="solid"/>
          </a:ln>
        </p:spPr>
        <p:txBody>
          <a:bodyPr/>
          <a:lstStyle/>
          <a:p>
            <a:endParaRPr lang="en-GB"/>
          </a:p>
        </p:txBody>
      </p:sp>
      <p:sp>
        <p:nvSpPr>
          <p:cNvPr id="38" name="Text 36"/>
          <p:cNvSpPr/>
          <p:nvPr/>
        </p:nvSpPr>
        <p:spPr>
          <a:xfrm>
            <a:off x="822960" y="4096512"/>
            <a:ext cx="2057400"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000" b="1" i="0" kern="0" spc="150">
                <a:solidFill>
                  <a:srgbClr val="8ED3BE"/>
                </a:solidFill>
                <a:latin typeface="Aptos"/>
              </a:rPr>
              <a:t>MAIN TAKEAWAYS</a:t>
            </a:r>
            <a:endParaRPr lang="en-US" sz="520"/>
          </a:p>
        </p:txBody>
      </p:sp>
      <p:sp>
        <p:nvSpPr>
          <p:cNvPr id="39" name="Text 37"/>
          <p:cNvSpPr/>
          <p:nvPr/>
        </p:nvSpPr>
        <p:spPr>
          <a:xfrm>
            <a:off x="822960" y="4379976"/>
            <a:ext cx="2971800" cy="612648"/>
          </a:xfrm>
          <a:prstGeom prst="rect">
            <a:avLst/>
          </a:prstGeom>
          <a:noFill/>
          <a:ln>
            <a:noFill/>
          </a:ln>
        </p:spPr>
        <p:txBody>
          <a:bodyPr wrap="square" lIns="0" tIns="0" rIns="0" bIns="0" rtlCol="0" anchor="ctr">
            <a:normAutofit lnSpcReduction="10000"/>
          </a:bodyPr>
          <a:lstStyle/>
          <a:p>
            <a:pPr marL="0" indent="0" algn="l">
              <a:spcBef>
                <a:spcPts val="0"/>
              </a:spcBef>
              <a:spcAft>
                <a:spcPts val="0"/>
              </a:spcAft>
              <a:buNone/>
            </a:pPr>
            <a:r>
              <a:rPr lang="en-US" sz="2100" b="1" i="0">
                <a:solidFill>
                  <a:srgbClr val="FFFFFF"/>
                </a:solidFill>
                <a:latin typeface="Aptos Display"/>
              </a:rPr>
              <a:t>Wind infrastructure,</a:t>
            </a:r>
            <a:endParaRPr lang="en-US" sz="1330"/>
          </a:p>
          <a:p>
            <a:pPr marL="0" indent="0" algn="l">
              <a:spcBef>
                <a:spcPts val="0"/>
              </a:spcBef>
              <a:spcAft>
                <a:spcPts val="0"/>
              </a:spcAft>
              <a:buNone/>
            </a:pPr>
            <a:r>
              <a:rPr lang="en-US" sz="2100" b="1" i="0">
                <a:solidFill>
                  <a:srgbClr val="FFFFFF"/>
                </a:solidFill>
                <a:latin typeface="Aptos Display"/>
              </a:rPr>
              <a:t>visible over time</a:t>
            </a:r>
            <a:endParaRPr lang="en-US" sz="1330"/>
          </a:p>
        </p:txBody>
      </p:sp>
      <p:sp>
        <p:nvSpPr>
          <p:cNvPr id="40" name="Text 38"/>
          <p:cNvSpPr/>
          <p:nvPr/>
        </p:nvSpPr>
        <p:spPr>
          <a:xfrm>
            <a:off x="822960" y="5093208"/>
            <a:ext cx="2880360" cy="566928"/>
          </a:xfrm>
          <a:prstGeom prst="rect">
            <a:avLst/>
          </a:prstGeom>
          <a:noFill/>
          <a:ln>
            <a:noFill/>
          </a:ln>
        </p:spPr>
        <p:txBody>
          <a:bodyPr wrap="square" lIns="0" tIns="0" rIns="0" bIns="0" rtlCol="0" anchor="ctr">
            <a:normAutofit fontScale="92500"/>
          </a:bodyPr>
          <a:lstStyle/>
          <a:p>
            <a:pPr marL="0" indent="0" algn="l">
              <a:spcBef>
                <a:spcPts val="0"/>
              </a:spcBef>
              <a:spcAft>
                <a:spcPts val="0"/>
              </a:spcAft>
              <a:buNone/>
            </a:pPr>
            <a:r>
              <a:rPr lang="en-US" sz="1100" b="0" i="0">
                <a:solidFill>
                  <a:srgbClr val="D7E5E0"/>
                </a:solidFill>
                <a:latin typeface="Aptos"/>
              </a:rPr>
              <a:t>Automated satellite-image analysis creates a consistent, updateable view of onshore turbines while retaining human quality assurance.</a:t>
            </a:r>
            <a:endParaRPr lang="en-US" sz="710"/>
          </a:p>
        </p:txBody>
      </p:sp>
      <p:sp>
        <p:nvSpPr>
          <p:cNvPr id="41" name="Text 39"/>
          <p:cNvSpPr/>
          <p:nvPr/>
        </p:nvSpPr>
        <p:spPr>
          <a:xfrm>
            <a:off x="41330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a:rPr>
              <a:t>01</a:t>
            </a:r>
            <a:endParaRPr lang="en-US" sz="530"/>
          </a:p>
        </p:txBody>
      </p:sp>
      <p:sp>
        <p:nvSpPr>
          <p:cNvPr id="42" name="Text 40"/>
          <p:cNvSpPr/>
          <p:nvPr/>
        </p:nvSpPr>
        <p:spPr>
          <a:xfrm>
            <a:off x="4133088" y="4462272"/>
            <a:ext cx="1572768" cy="29260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FFFFFF"/>
                </a:solidFill>
                <a:latin typeface="Aptos"/>
              </a:rPr>
              <a:t>Higher precision</a:t>
            </a:r>
            <a:endParaRPr lang="en-US" sz="820"/>
          </a:p>
        </p:txBody>
      </p:sp>
      <p:sp>
        <p:nvSpPr>
          <p:cNvPr id="43" name="Text 41"/>
          <p:cNvSpPr/>
          <p:nvPr/>
        </p:nvSpPr>
        <p:spPr>
          <a:xfrm>
            <a:off x="41330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a:rPr>
              <a:t>Fills gaps in existing registers with a uniform, high-resolution geolocation dataset.</a:t>
            </a:r>
            <a:endParaRPr lang="en-US" sz="680"/>
          </a:p>
        </p:txBody>
      </p:sp>
      <p:sp>
        <p:nvSpPr>
          <p:cNvPr id="44" name="Shape 42"/>
          <p:cNvSpPr/>
          <p:nvPr/>
        </p:nvSpPr>
        <p:spPr>
          <a:xfrm>
            <a:off x="5797296" y="4315968"/>
            <a:ext cx="0" cy="1353312"/>
          </a:xfrm>
          <a:prstGeom prst="line">
            <a:avLst/>
          </a:prstGeom>
          <a:noFill/>
          <a:ln w="12700">
            <a:solidFill>
              <a:srgbClr val="3B5B52"/>
            </a:solidFill>
            <a:prstDash val="solid"/>
          </a:ln>
        </p:spPr>
        <p:txBody>
          <a:bodyPr/>
          <a:lstStyle/>
          <a:p>
            <a:endParaRPr lang="en-GB"/>
          </a:p>
        </p:txBody>
      </p:sp>
      <p:sp>
        <p:nvSpPr>
          <p:cNvPr id="45" name="Text 43"/>
          <p:cNvSpPr/>
          <p:nvPr/>
        </p:nvSpPr>
        <p:spPr>
          <a:xfrm>
            <a:off x="59618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a:rPr>
              <a:t>02</a:t>
            </a:r>
            <a:endParaRPr lang="en-US" sz="530"/>
          </a:p>
        </p:txBody>
      </p:sp>
      <p:sp>
        <p:nvSpPr>
          <p:cNvPr id="46" name="Text 44"/>
          <p:cNvSpPr/>
          <p:nvPr/>
        </p:nvSpPr>
        <p:spPr>
          <a:xfrm>
            <a:off x="5961888" y="4462272"/>
            <a:ext cx="1572768" cy="29260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FFFFFF"/>
                </a:solidFill>
                <a:latin typeface="Aptos"/>
              </a:rPr>
              <a:t>Change over time</a:t>
            </a:r>
            <a:endParaRPr lang="en-US" sz="820"/>
          </a:p>
        </p:txBody>
      </p:sp>
      <p:sp>
        <p:nvSpPr>
          <p:cNvPr id="47" name="Text 45"/>
          <p:cNvSpPr/>
          <p:nvPr/>
        </p:nvSpPr>
        <p:spPr>
          <a:xfrm>
            <a:off x="59618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a:rPr>
              <a:t>Versioned updates reveal construction and decommissioning for lifecycle and trend analysis.</a:t>
            </a:r>
            <a:endParaRPr lang="en-US" sz="680"/>
          </a:p>
        </p:txBody>
      </p:sp>
      <p:sp>
        <p:nvSpPr>
          <p:cNvPr id="48" name="Shape 46"/>
          <p:cNvSpPr/>
          <p:nvPr/>
        </p:nvSpPr>
        <p:spPr>
          <a:xfrm>
            <a:off x="7626096" y="4315968"/>
            <a:ext cx="0" cy="1353312"/>
          </a:xfrm>
          <a:prstGeom prst="line">
            <a:avLst/>
          </a:prstGeom>
          <a:noFill/>
          <a:ln w="12700">
            <a:solidFill>
              <a:srgbClr val="3B5B52"/>
            </a:solidFill>
            <a:prstDash val="solid"/>
          </a:ln>
        </p:spPr>
        <p:txBody>
          <a:bodyPr/>
          <a:lstStyle/>
          <a:p>
            <a:endParaRPr lang="en-GB"/>
          </a:p>
        </p:txBody>
      </p:sp>
      <p:sp>
        <p:nvSpPr>
          <p:cNvPr id="49" name="Text 47"/>
          <p:cNvSpPr/>
          <p:nvPr/>
        </p:nvSpPr>
        <p:spPr>
          <a:xfrm>
            <a:off x="77906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a:rPr>
              <a:t>03</a:t>
            </a:r>
            <a:endParaRPr lang="en-US" sz="530"/>
          </a:p>
        </p:txBody>
      </p:sp>
      <p:sp>
        <p:nvSpPr>
          <p:cNvPr id="50" name="Text 48"/>
          <p:cNvSpPr/>
          <p:nvPr/>
        </p:nvSpPr>
        <p:spPr>
          <a:xfrm>
            <a:off x="7790688" y="4462272"/>
            <a:ext cx="1572768" cy="29260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FFFFFF"/>
                </a:solidFill>
                <a:latin typeface="Aptos"/>
              </a:rPr>
              <a:t>Operational value</a:t>
            </a:r>
            <a:endParaRPr lang="en-US" sz="820"/>
          </a:p>
        </p:txBody>
      </p:sp>
      <p:sp>
        <p:nvSpPr>
          <p:cNvPr id="51" name="Text 49"/>
          <p:cNvSpPr/>
          <p:nvPr/>
        </p:nvSpPr>
        <p:spPr>
          <a:xfrm>
            <a:off x="77906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a:rPr>
              <a:t>Supports radar-data uncluttering, spatial planning and comparison with energy-yield information.</a:t>
            </a:r>
            <a:endParaRPr lang="en-US" sz="680"/>
          </a:p>
        </p:txBody>
      </p:sp>
      <p:sp>
        <p:nvSpPr>
          <p:cNvPr id="52" name="Shape 50"/>
          <p:cNvSpPr/>
          <p:nvPr/>
        </p:nvSpPr>
        <p:spPr>
          <a:xfrm>
            <a:off x="9454896" y="4315968"/>
            <a:ext cx="0" cy="1353312"/>
          </a:xfrm>
          <a:prstGeom prst="line">
            <a:avLst/>
          </a:prstGeom>
          <a:noFill/>
          <a:ln w="12700">
            <a:solidFill>
              <a:srgbClr val="3B5B52"/>
            </a:solidFill>
            <a:prstDash val="solid"/>
          </a:ln>
        </p:spPr>
        <p:txBody>
          <a:bodyPr/>
          <a:lstStyle/>
          <a:p>
            <a:endParaRPr lang="en-GB"/>
          </a:p>
        </p:txBody>
      </p:sp>
      <p:sp>
        <p:nvSpPr>
          <p:cNvPr id="53" name="Text 51"/>
          <p:cNvSpPr/>
          <p:nvPr/>
        </p:nvSpPr>
        <p:spPr>
          <a:xfrm>
            <a:off x="9619488" y="4133088"/>
            <a:ext cx="384048" cy="20116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950" b="1" i="0">
                <a:solidFill>
                  <a:srgbClr val="8ED3BE"/>
                </a:solidFill>
                <a:latin typeface="Aptos"/>
              </a:rPr>
              <a:t>04</a:t>
            </a:r>
            <a:endParaRPr lang="en-US" sz="530"/>
          </a:p>
        </p:txBody>
      </p:sp>
      <p:sp>
        <p:nvSpPr>
          <p:cNvPr id="54" name="Text 52"/>
          <p:cNvSpPr/>
          <p:nvPr/>
        </p:nvSpPr>
        <p:spPr>
          <a:xfrm>
            <a:off x="9619488" y="4462272"/>
            <a:ext cx="1572768" cy="29260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1200" b="1" i="0">
                <a:solidFill>
                  <a:srgbClr val="FFFFFF"/>
                </a:solidFill>
                <a:latin typeface="Aptos"/>
              </a:rPr>
              <a:t>Scalable foundation</a:t>
            </a:r>
            <a:endParaRPr lang="en-US" sz="820"/>
          </a:p>
        </p:txBody>
      </p:sp>
      <p:sp>
        <p:nvSpPr>
          <p:cNvPr id="55" name="Text 53"/>
          <p:cNvSpPr/>
          <p:nvPr/>
        </p:nvSpPr>
        <p:spPr>
          <a:xfrm>
            <a:off x="9619488" y="4864608"/>
            <a:ext cx="1572768" cy="749808"/>
          </a:xfrm>
          <a:prstGeom prst="rect">
            <a:avLst/>
          </a:prstGeom>
          <a:noFill/>
          <a:ln>
            <a:noFill/>
          </a:ln>
        </p:spPr>
        <p:txBody>
          <a:bodyPr wrap="square" lIns="0" tIns="0" rIns="0" bIns="0" rtlCol="0" anchor="t">
            <a:normAutofit/>
          </a:bodyPr>
          <a:lstStyle/>
          <a:p>
            <a:pPr marL="0" indent="0" algn="l">
              <a:spcBef>
                <a:spcPts val="0"/>
              </a:spcBef>
              <a:spcAft>
                <a:spcPts val="0"/>
              </a:spcAft>
              <a:buNone/>
            </a:pPr>
            <a:r>
              <a:rPr lang="en-US" sz="940" b="0" i="0">
                <a:solidFill>
                  <a:srgbClr val="D7E5E0"/>
                </a:solidFill>
                <a:latin typeface="Aptos"/>
              </a:rPr>
              <a:t>The pipeline can extend beyond Germany and incorporate complementary sources such as LiDAR.</a:t>
            </a:r>
            <a:endParaRPr lang="en-US" sz="680"/>
          </a:p>
        </p:txBody>
      </p:sp>
      <p:sp>
        <p:nvSpPr>
          <p:cNvPr id="56" name="Text 54"/>
          <p:cNvSpPr/>
          <p:nvPr/>
        </p:nvSpPr>
        <p:spPr>
          <a:xfrm>
            <a:off x="548640" y="6419088"/>
            <a:ext cx="10698480" cy="109728"/>
          </a:xfrm>
          <a:prstGeom prst="rect">
            <a:avLst/>
          </a:prstGeom>
          <a:noFill/>
          <a:ln>
            <a:noFill/>
          </a:ln>
        </p:spPr>
        <p:txBody>
          <a:bodyPr wrap="square" lIns="0" tIns="0" rIns="0" bIns="0" rtlCol="0" anchor="ctr">
            <a:normAutofit/>
          </a:bodyPr>
          <a:lstStyle/>
          <a:p>
            <a:pPr marL="0" indent="0" algn="l">
              <a:spcBef>
                <a:spcPts val="0"/>
              </a:spcBef>
              <a:spcAft>
                <a:spcPts val="0"/>
              </a:spcAft>
              <a:buNone/>
            </a:pPr>
            <a:r>
              <a:rPr lang="en-US" sz="500" b="0" i="0">
                <a:solidFill>
                  <a:srgbClr val="7A8B85"/>
                </a:solidFill>
                <a:latin typeface="Aptos"/>
              </a:rPr>
              <a:t>Source: User-provided AI use case description, “Detection of onshore wind turbines from satellite imagery”.</a:t>
            </a:r>
            <a:endParaRPr lang="en-US" sz="470"/>
          </a:p>
        </p:txBody>
      </p:sp>
      <p:sp>
        <p:nvSpPr>
          <p:cNvPr id="57" name="Slide Number Placeholder 0"/>
          <p:cNvSpPr>
            <a:spLocks noGrp="1"/>
          </p:cNvSpPr>
          <p:nvPr>
            <p:ph type="sldNum" sz="quarter" idx="4294967295"/>
          </p:nvPr>
        </p:nvSpPr>
        <p:spPr>
          <a:xfrm>
            <a:off x="11686032" y="6510528"/>
            <a:ext cx="182880" cy="164592"/>
          </a:xfrm>
          <a:prstGeom prst="rect">
            <a:avLst/>
          </a:prstGeom>
          <a:extLst>
            <a:ext uri="{C572A759-6A51-4108-AA02-DFA0A04FC94B}">
              <ma14:wrappingTextBoxFlag xmlns:ma14="http://schemas.microsoft.com/office/mac/drawingml/2011/main" xmlns="" val="0"/>
            </a:ext>
          </a:extLst>
        </p:spPr>
        <p:txBody>
          <a:bodyPr/>
          <a:lstStyle>
            <a:lvl1pPr>
              <a:defRPr sz="500">
                <a:solidFill>
                  <a:srgbClr val="7B8D87"/>
                </a:solidFill>
              </a:defRPr>
            </a:lvl1pPr>
          </a:lstStyle>
          <a:p>
            <a:pPr algn="l"/>
            <a:fld id="{F7021451-1387-4CA6-816F-3879F97B5CBC}" type="slidenum">
              <a:rPr lang="en-US" b="0"/>
              <a:t>26</a:t>
            </a:fld>
            <a:endParaRPr lang="en-US"/>
          </a:p>
        </p:txBody>
      </p:sp>
    </p:spTree>
    <p:extLst>
      <p:ext uri="{BB962C8B-B14F-4D97-AF65-F5344CB8AC3E}">
        <p14:creationId xmlns:p14="http://schemas.microsoft.com/office/powerpoint/2010/main" val="27215772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04F3A3E2BB1DA4AB1BFDBF3956E9014" ma:contentTypeVersion="20" ma:contentTypeDescription="Create a new document." ma:contentTypeScope="" ma:versionID="aa21d7ddcdc218bc2f98124c0ce3910a">
  <xsd:schema xmlns:xsd="http://www.w3.org/2001/XMLSchema" xmlns:xs="http://www.w3.org/2001/XMLSchema" xmlns:p="http://schemas.microsoft.com/office/2006/metadata/properties" xmlns:ns2="0f6cf646-3f47-4639-ab1a-910193be0788" xmlns:ns3="ce9c421d-e5c4-4d07-9374-0aa16904a551" targetNamespace="http://schemas.microsoft.com/office/2006/metadata/properties" ma:root="true" ma:fieldsID="49be3fc9677335d879a559f9a0b852b6" ns2:_="" ns3:_="">
    <xsd:import namespace="0f6cf646-3f47-4639-ab1a-910193be0788"/>
    <xsd:import namespace="ce9c421d-e5c4-4d07-9374-0aa16904a551"/>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LengthInSeconds" minOccurs="0"/>
                <xsd:element ref="ns2:SharedWithUsers" minOccurs="0"/>
                <xsd:element ref="ns2:SharedWithDetails" minOccurs="0"/>
                <xsd:element ref="ns3:MediaServiceAutoKeyPoints" minOccurs="0"/>
                <xsd:element ref="ns3:MediaServiceKeyPoints" minOccurs="0"/>
                <xsd:element ref="ns3:MediaServiceObjectDetectorVersion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SearchProperties" minOccurs="0"/>
                <xsd:element ref="ns3:MediaServiceLocation" minOccurs="0"/>
                <xsd:element ref="ns3:Statusofdocument"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6cf646-3f47-4639-ab1a-910193be0788"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1d843f02-7b13-4fe8-8847-fcb649af8a5e}" ma:internalName="TaxCatchAll" ma:showField="CatchAllData" ma:web="0f6cf646-3f47-4639-ab1a-910193be078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e9c421d-e5c4-4d07-9374-0aa16904a551"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ede42cbc-566b-46c9-aea5-a71cdcd36d8f" ma:termSetId="09814cd3-568e-fe90-9814-8d621ff8fb84" ma:anchorId="fba54fb3-c3e1-fe81-a776-ca4b69148c4d" ma:open="true" ma:isKeyword="false">
      <xsd:complexType>
        <xsd:sequence>
          <xsd:element ref="pc:Terms" minOccurs="0" maxOccurs="1"/>
        </xsd:sequence>
      </xsd:complexType>
    </xsd:element>
    <xsd:element name="MediaServiceOCR" ma:index="23" nillable="true" ma:displayName="Extracted Text" ma:internalName="MediaServiceOCR" ma:readOnly="true">
      <xsd:simpleType>
        <xsd:restriction base="dms:Note">
          <xsd:maxLength value="255"/>
        </xsd:restriction>
      </xsd:simpleType>
    </xsd:element>
    <xsd:element name="MediaServiceGenerationTime" ma:index="24" nillable="true" ma:displayName="MediaServiceGenerationTime" ma:hidden="true" ma:internalName="MediaServiceGenerationTime" ma:readOnly="true">
      <xsd:simpleType>
        <xsd:restriction base="dms:Text"/>
      </xsd:simpleType>
    </xsd:element>
    <xsd:element name="MediaServiceEventHashCode" ma:index="25" nillable="true" ma:displayName="MediaServiceEventHashCode" ma:hidden="true" ma:internalName="MediaServiceEventHashCode"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Location" ma:index="27" nillable="true" ma:displayName="Location" ma:indexed="true" ma:internalName="MediaServiceLocation" ma:readOnly="true">
      <xsd:simpleType>
        <xsd:restriction base="dms:Text"/>
      </xsd:simpleType>
    </xsd:element>
    <xsd:element name="Statusofdocument" ma:index="28" nillable="true" ma:displayName="Status of document" ma:format="Dropdown" ma:internalName="Statusofdocument">
      <xsd:simpleType>
        <xsd:restriction base="dms:Text">
          <xsd:maxLength value="255"/>
        </xsd:restriction>
      </xsd:simpleType>
    </xsd:element>
    <xsd:element name="MediaServiceBillingMetadata" ma:index="29"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TaxCatchAll xmlns="0f6cf646-3f47-4639-ab1a-910193be0788" xsi:nil="true"/>
    <lcf76f155ced4ddcb4097134ff3c332f xmlns="ce9c421d-e5c4-4d07-9374-0aa16904a551">
      <Terms xmlns="http://schemas.microsoft.com/office/infopath/2007/PartnerControls"/>
    </lcf76f155ced4ddcb4097134ff3c332f>
    <Statusofdocument xmlns="ce9c421d-e5c4-4d07-9374-0aa16904a551" xsi:nil="true"/>
    <_dlc_DocId xmlns="0f6cf646-3f47-4639-ab1a-910193be0788">EIONET-1333827832-65671</_dlc_DocId>
    <_dlc_DocIdUrl xmlns="0f6cf646-3f47-4639-ab1a-910193be0788">
      <Url>https://eea1.sharepoint.com/teams/-EXT-Eionet/_layouts/15/DocIdRedir.aspx?ID=EIONET-1333827832-65671</Url>
      <Description>EIONET-1333827832-65671</Description>
    </_dlc_DocIdUrl>
  </documentManagement>
</p:properties>
</file>

<file path=customXml/itemProps1.xml><?xml version="1.0" encoding="utf-8"?>
<ds:datastoreItem xmlns:ds="http://schemas.openxmlformats.org/officeDocument/2006/customXml" ds:itemID="{0F0D17EA-CA00-4A88-B8D6-92E2C6094128}"/>
</file>

<file path=customXml/itemProps2.xml><?xml version="1.0" encoding="utf-8"?>
<ds:datastoreItem xmlns:ds="http://schemas.openxmlformats.org/officeDocument/2006/customXml" ds:itemID="{6B75C303-9B59-4473-8886-2DFBE928DD23}"/>
</file>

<file path=customXml/itemProps3.xml><?xml version="1.0" encoding="utf-8"?>
<ds:datastoreItem xmlns:ds="http://schemas.openxmlformats.org/officeDocument/2006/customXml" ds:itemID="{388930D1-5566-4311-8567-603E0A4DA3DB}"/>
</file>

<file path=customXml/itemProps4.xml><?xml version="1.0" encoding="utf-8"?>
<ds:datastoreItem xmlns:ds="http://schemas.openxmlformats.org/officeDocument/2006/customXml" ds:itemID="{AC4C37A4-8FCD-4A26-9FCA-7AB2D00B29C6}"/>
</file>

<file path=docProps/app.xml><?xml version="1.0" encoding="utf-8"?>
<Properties xmlns="http://schemas.openxmlformats.org/officeDocument/2006/extended-properties" xmlns:vt="http://schemas.openxmlformats.org/officeDocument/2006/docPropsVTypes">
  <TotalTime>415</TotalTime>
  <Words>6024</Words>
  <Application>Microsoft Office PowerPoint</Application>
  <PresentationFormat>Widescreen</PresentationFormat>
  <Paragraphs>719</Paragraphs>
  <Slides>26</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Aptos</vt:lpstr>
      <vt:lpstr>Aptos Display</vt:lpstr>
      <vt:lpstr>Arial</vt:lpstr>
      <vt:lpstr>Calibri</vt:lpstr>
      <vt:lpstr>Neue Haas Grotesk Text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EEA / Eionet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Internal environmental data chatbot</dc:title>
  <dc:subject>AI use case summary</dc:subject>
  <dc:creator>Sune Djurhuus</dc:creator>
  <cp:lastModifiedBy>Sune Djurhuus</cp:lastModifiedBy>
  <cp:revision>20</cp:revision>
  <dcterms:created xsi:type="dcterms:W3CDTF">2026-09-28T19:51:28Z</dcterms:created>
  <dcterms:modified xsi:type="dcterms:W3CDTF">2026-10-22T07:44:45Z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1f08a4a-3048-4b8f-8eeb-74c828f94533_Enabled">
    <vt:lpwstr>true</vt:lpwstr>
  </property>
  <property fmtid="{D5CDD505-2E9C-101B-9397-08002B2CF9AE}" pid="3" name="MSIP_Label_b1f08a4a-3048-4b8f-8eeb-74c828f94533_SetDate">
    <vt:lpwstr>2026-09-28T19:51:29Z</vt:lpwstr>
  </property>
  <property fmtid="{D5CDD505-2E9C-101B-9397-08002B2CF9AE}" pid="4" name="MSIP_Label_b1f08a4a-3048-4b8f-8eeb-74c828f94533_Method">
    <vt:lpwstr>Standard</vt:lpwstr>
  </property>
  <property fmtid="{D5CDD505-2E9C-101B-9397-08002B2CF9AE}" pid="5" name="MSIP_Label_b1f08a4a-3048-4b8f-8eeb-74c828f94533_Name">
    <vt:lpwstr>NORMAL</vt:lpwstr>
  </property>
  <property fmtid="{D5CDD505-2E9C-101B-9397-08002B2CF9AE}" pid="6" name="MSIP_Label_b1f08a4a-3048-4b8f-8eeb-74c828f94533_SiteId">
    <vt:lpwstr>be2e7bea-b493-4de5-bbc5-8b4a6a235600</vt:lpwstr>
  </property>
  <property fmtid="{D5CDD505-2E9C-101B-9397-08002B2CF9AE}" pid="7" name="MSIP_Label_b1f08a4a-3048-4b8f-8eeb-74c828f94533_ActionId">
    <vt:lpwstr>c2b57669-7227-43be-81fa-34954954ae68</vt:lpwstr>
  </property>
  <property fmtid="{D5CDD505-2E9C-101B-9397-08002B2CF9AE}" pid="8" name="MSIP_Label_b1f08a4a-3048-4b8f-8eeb-74c828f94533_ContentBits">
    <vt:lpwstr>0</vt:lpwstr>
  </property>
  <property fmtid="{D5CDD505-2E9C-101B-9397-08002B2CF9AE}" pid="9" name="ContentTypeId">
    <vt:lpwstr>0x010100B04F3A3E2BB1DA4AB1BFDBF3956E9014</vt:lpwstr>
  </property>
  <property fmtid="{D5CDD505-2E9C-101B-9397-08002B2CF9AE}" pid="10" name="_dlc_DocIdItemGuid">
    <vt:lpwstr>e920c119-91ff-454f-b3ea-3a1490b9f3be</vt:lpwstr>
  </property>
  <property fmtid="{D5CDD505-2E9C-101B-9397-08002B2CF9AE}" pid="11" name="MediaServiceImageTags">
    <vt:lpwstr/>
  </property>
</Properties>
</file>